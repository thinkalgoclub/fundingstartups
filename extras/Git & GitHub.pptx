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diagrams/data3.xml" ContentType="application/vnd.openxmlformats-officedocument.drawingml.diagramData+xml"/>
  <Override PartName="/ppt/diagrams/layout3.xml" ContentType="application/vnd.openxmlformats-officedocument.drawingml.diagramLayout+xml"/>
  <Override PartName="/ppt/diagrams/quickStyle3.xml" ContentType="application/vnd.openxmlformats-officedocument.drawingml.diagramStyle+xml"/>
  <Override PartName="/ppt/diagrams/colors3.xml" ContentType="application/vnd.openxmlformats-officedocument.drawingml.diagramColors+xml"/>
  <Override PartName="/ppt/diagrams/drawing3.xml" ContentType="application/vnd.ms-office.drawingml.diagramDrawing+xml"/>
  <Override PartName="/ppt/diagrams/data4.xml" ContentType="application/vnd.openxmlformats-officedocument.drawingml.diagramData+xml"/>
  <Override PartName="/ppt/diagrams/layout4.xml" ContentType="application/vnd.openxmlformats-officedocument.drawingml.diagramLayout+xml"/>
  <Override PartName="/ppt/diagrams/quickStyle4.xml" ContentType="application/vnd.openxmlformats-officedocument.drawingml.diagramStyle+xml"/>
  <Override PartName="/ppt/diagrams/colors4.xml" ContentType="application/vnd.openxmlformats-officedocument.drawingml.diagramColors+xml"/>
  <Override PartName="/ppt/diagrams/drawing4.xml" ContentType="application/vnd.ms-office.drawingml.diagramDrawing+xml"/>
  <Override PartName="/ppt/diagrams/data5.xml" ContentType="application/vnd.openxmlformats-officedocument.drawingml.diagramData+xml"/>
  <Override PartName="/ppt/diagrams/layout5.xml" ContentType="application/vnd.openxmlformats-officedocument.drawingml.diagramLayout+xml"/>
  <Override PartName="/ppt/diagrams/quickStyle5.xml" ContentType="application/vnd.openxmlformats-officedocument.drawingml.diagramStyle+xml"/>
  <Override PartName="/ppt/diagrams/colors5.xml" ContentType="application/vnd.openxmlformats-officedocument.drawingml.diagramColors+xml"/>
  <Override PartName="/ppt/diagrams/drawing5.xml" ContentType="application/vnd.ms-office.drawingml.diagramDrawing+xml"/>
  <Override PartName="/ppt/diagrams/data6.xml" ContentType="application/vnd.openxmlformats-officedocument.drawingml.diagramData+xml"/>
  <Override PartName="/ppt/diagrams/layout6.xml" ContentType="application/vnd.openxmlformats-officedocument.drawingml.diagramLayout+xml"/>
  <Override PartName="/ppt/diagrams/quickStyle6.xml" ContentType="application/vnd.openxmlformats-officedocument.drawingml.diagramStyle+xml"/>
  <Override PartName="/ppt/diagrams/colors6.xml" ContentType="application/vnd.openxmlformats-officedocument.drawingml.diagramColors+xml"/>
  <Override PartName="/ppt/diagrams/drawing6.xml" ContentType="application/vnd.ms-office.drawingml.diagramDrawing+xml"/>
  <Override PartName="/ppt/diagrams/data7.xml" ContentType="application/vnd.openxmlformats-officedocument.drawingml.diagramData+xml"/>
  <Override PartName="/ppt/diagrams/layout7.xml" ContentType="application/vnd.openxmlformats-officedocument.drawingml.diagramLayout+xml"/>
  <Override PartName="/ppt/diagrams/quickStyle7.xml" ContentType="application/vnd.openxmlformats-officedocument.drawingml.diagramStyle+xml"/>
  <Override PartName="/ppt/diagrams/colors7.xml" ContentType="application/vnd.openxmlformats-officedocument.drawingml.diagramColors+xml"/>
  <Override PartName="/ppt/diagrams/drawing7.xml" ContentType="application/vnd.ms-office.drawingml.diagramDrawing+xml"/>
  <Override PartName="/ppt/diagrams/data8.xml" ContentType="application/vnd.openxmlformats-officedocument.drawingml.diagramData+xml"/>
  <Override PartName="/ppt/diagrams/layout8.xml" ContentType="application/vnd.openxmlformats-officedocument.drawingml.diagramLayout+xml"/>
  <Override PartName="/ppt/diagrams/quickStyle8.xml" ContentType="application/vnd.openxmlformats-officedocument.drawingml.diagramStyle+xml"/>
  <Override PartName="/ppt/diagrams/colors8.xml" ContentType="application/vnd.openxmlformats-officedocument.drawingml.diagramColors+xml"/>
  <Override PartName="/ppt/diagrams/drawing8.xml" ContentType="application/vnd.ms-office.drawingml.diagramDrawing+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7" r:id="rId3"/>
    <p:sldId id="273" r:id="rId4"/>
    <p:sldId id="258" r:id="rId5"/>
    <p:sldId id="259" r:id="rId6"/>
    <p:sldId id="261" r:id="rId7"/>
    <p:sldId id="263" r:id="rId8"/>
    <p:sldId id="260" r:id="rId9"/>
    <p:sldId id="262" r:id="rId10"/>
    <p:sldId id="264" r:id="rId11"/>
    <p:sldId id="265" r:id="rId12"/>
    <p:sldId id="266" r:id="rId13"/>
    <p:sldId id="267" r:id="rId14"/>
    <p:sldId id="268" r:id="rId15"/>
    <p:sldId id="269" r:id="rId16"/>
    <p:sldId id="270" r:id="rId17"/>
    <p:sldId id="272" r:id="rId18"/>
    <p:sldId id="271"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5" r:id="rId40"/>
    <p:sldId id="294" r:id="rId41"/>
    <p:sldId id="296" r:id="rId42"/>
    <p:sldId id="297" r:id="rId43"/>
    <p:sldId id="298" r:id="rId44"/>
    <p:sldId id="299" r:id="rId45"/>
    <p:sldId id="300" r:id="rId46"/>
    <p:sldId id="301" r:id="rId47"/>
    <p:sldId id="302" r:id="rId48"/>
    <p:sldId id="303" r:id="rId49"/>
    <p:sldId id="304" r:id="rId50"/>
    <p:sldId id="305" r:id="rId51"/>
    <p:sldId id="306" r:id="rId52"/>
    <p:sldId id="307" r:id="rId53"/>
    <p:sldId id="308" r:id="rId54"/>
    <p:sldId id="309" r:id="rId55"/>
    <p:sldId id="310" r:id="rId56"/>
    <p:sldId id="312" r:id="rId57"/>
    <p:sldId id="313" r:id="rId58"/>
    <p:sldId id="314" r:id="rId59"/>
    <p:sldId id="315" r:id="rId60"/>
    <p:sldId id="316" r:id="rId61"/>
    <p:sldId id="317" r:id="rId62"/>
    <p:sldId id="318" r:id="rId63"/>
    <p:sldId id="319" r:id="rId64"/>
    <p:sldId id="320" r:id="rId65"/>
    <p:sldId id="321" r:id="rId66"/>
    <p:sldId id="322" r:id="rId67"/>
    <p:sldId id="323" r:id="rId68"/>
    <p:sldId id="324" r:id="rId69"/>
    <p:sldId id="325" r:id="rId70"/>
    <p:sldId id="326" r:id="rId71"/>
    <p:sldId id="327" r:id="rId72"/>
    <p:sldId id="328" r:id="rId73"/>
    <p:sldId id="329" r:id="rId74"/>
    <p:sldId id="330" r:id="rId75"/>
    <p:sldId id="331" r:id="rId76"/>
    <p:sldId id="332" r:id="rId77"/>
    <p:sldId id="334" r:id="rId78"/>
    <p:sldId id="335" r:id="rId79"/>
    <p:sldId id="336" r:id="rId80"/>
    <p:sldId id="337" r:id="rId81"/>
    <p:sldId id="338" r:id="rId82"/>
    <p:sldId id="339" r:id="rId83"/>
    <p:sldId id="340" r:id="rId84"/>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000" autoAdjust="0"/>
    <p:restoredTop sz="94660"/>
  </p:normalViewPr>
  <p:slideViewPr>
    <p:cSldViewPr snapToGrid="0">
      <p:cViewPr varScale="1">
        <p:scale>
          <a:sx n="82" d="100"/>
          <a:sy n="82" d="100"/>
        </p:scale>
        <p:origin x="300" y="90"/>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slide" Target="slides/slide54.xml"/><Relationship Id="rId63" Type="http://schemas.openxmlformats.org/officeDocument/2006/relationships/slide" Target="slides/slide62.xml"/><Relationship Id="rId68" Type="http://schemas.openxmlformats.org/officeDocument/2006/relationships/slide" Target="slides/slide67.xml"/><Relationship Id="rId76" Type="http://schemas.openxmlformats.org/officeDocument/2006/relationships/slide" Target="slides/slide75.xml"/><Relationship Id="rId84" Type="http://schemas.openxmlformats.org/officeDocument/2006/relationships/slide" Target="slides/slide83.xml"/><Relationship Id="rId7" Type="http://schemas.openxmlformats.org/officeDocument/2006/relationships/slide" Target="slides/slide6.xml"/><Relationship Id="rId71" Type="http://schemas.openxmlformats.org/officeDocument/2006/relationships/slide" Target="slides/slide70.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66" Type="http://schemas.openxmlformats.org/officeDocument/2006/relationships/slide" Target="slides/slide65.xml"/><Relationship Id="rId74" Type="http://schemas.openxmlformats.org/officeDocument/2006/relationships/slide" Target="slides/slide73.xml"/><Relationship Id="rId79" Type="http://schemas.openxmlformats.org/officeDocument/2006/relationships/slide" Target="slides/slide78.xml"/><Relationship Id="rId87" Type="http://schemas.openxmlformats.org/officeDocument/2006/relationships/theme" Target="theme/theme1.xml"/><Relationship Id="rId5" Type="http://schemas.openxmlformats.org/officeDocument/2006/relationships/slide" Target="slides/slide4.xml"/><Relationship Id="rId61" Type="http://schemas.openxmlformats.org/officeDocument/2006/relationships/slide" Target="slides/slide60.xml"/><Relationship Id="rId82" Type="http://schemas.openxmlformats.org/officeDocument/2006/relationships/slide" Target="slides/slide81.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slide" Target="slides/slide63.xml"/><Relationship Id="rId69" Type="http://schemas.openxmlformats.org/officeDocument/2006/relationships/slide" Target="slides/slide68.xml"/><Relationship Id="rId77" Type="http://schemas.openxmlformats.org/officeDocument/2006/relationships/slide" Target="slides/slide76.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80" Type="http://schemas.openxmlformats.org/officeDocument/2006/relationships/slide" Target="slides/slide79.xml"/><Relationship Id="rId85" Type="http://schemas.openxmlformats.org/officeDocument/2006/relationships/presProps" Target="presProps.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slide" Target="slides/slide66.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slide" Target="slides/slide69.xml"/><Relationship Id="rId75" Type="http://schemas.openxmlformats.org/officeDocument/2006/relationships/slide" Target="slides/slide74.xml"/><Relationship Id="rId83" Type="http://schemas.openxmlformats.org/officeDocument/2006/relationships/slide" Target="slides/slide82.xml"/><Relationship Id="rId88"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slide" Target="slides/slide72.xml"/><Relationship Id="rId78" Type="http://schemas.openxmlformats.org/officeDocument/2006/relationships/slide" Target="slides/slide77.xml"/><Relationship Id="rId81" Type="http://schemas.openxmlformats.org/officeDocument/2006/relationships/slide" Target="slides/slide80.xml"/><Relationship Id="rId86" Type="http://schemas.openxmlformats.org/officeDocument/2006/relationships/viewProps" Target="viewProps.xml"/></Relationships>
</file>

<file path=ppt/diagrams/_rels/data7.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svg"/><Relationship Id="rId1" Type="http://schemas.openxmlformats.org/officeDocument/2006/relationships/image" Target="../media/image3.png"/><Relationship Id="rId4" Type="http://schemas.openxmlformats.org/officeDocument/2006/relationships/image" Target="../media/image6.svg"/></Relationships>
</file>

<file path=ppt/diagrams/_rels/drawing7.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svg"/><Relationship Id="rId1" Type="http://schemas.openxmlformats.org/officeDocument/2006/relationships/image" Target="../media/image3.png"/><Relationship Id="rId4" Type="http://schemas.openxmlformats.org/officeDocument/2006/relationships/image" Target="../media/image6.svg"/></Relationships>
</file>

<file path=ppt/diagrams/colors1.xml><?xml version="1.0" encoding="utf-8"?>
<dgm:colorsDef xmlns:dgm="http://schemas.openxmlformats.org/drawingml/2006/diagram" xmlns:a="http://schemas.openxmlformats.org/drawingml/2006/main" uniqueId="urn:microsoft.com/office/officeart/2005/8/colors/accent5_2">
  <dgm:title val=""/>
  <dgm:desc val=""/>
  <dgm:catLst>
    <dgm:cat type="accent5" pri="11200"/>
  </dgm:catLst>
  <dgm:styleLbl name="node0">
    <dgm:fillClrLst meth="repeat">
      <a:schemeClr val="accent5"/>
    </dgm:fillClrLst>
    <dgm:linClrLst meth="repeat">
      <a:schemeClr val="lt1"/>
    </dgm:linClrLst>
    <dgm:effectClrLst/>
    <dgm:txLinClrLst/>
    <dgm:txFillClrLst/>
    <dgm:txEffectClrLst/>
  </dgm:styleLbl>
  <dgm:styleLbl name="node1">
    <dgm:fillClrLst meth="repeat">
      <a:schemeClr val="accent5"/>
    </dgm:fillClrLst>
    <dgm:linClrLst meth="repeat">
      <a:schemeClr val="lt1"/>
    </dgm:linClrLst>
    <dgm:effectClrLst/>
    <dgm:txLinClrLst/>
    <dgm:txFillClrLst/>
    <dgm:txEffectClrLst/>
  </dgm:styleLbl>
  <dgm:styleLbl name="alignNode1">
    <dgm:fillClrLst meth="repeat">
      <a:schemeClr val="accent5"/>
    </dgm:fillClrLst>
    <dgm:linClrLst meth="repeat">
      <a:schemeClr val="accent5"/>
    </dgm:linClrLst>
    <dgm:effectClrLst/>
    <dgm:txLinClrLst/>
    <dgm:txFillClrLst/>
    <dgm:txEffectClrLst/>
  </dgm:styleLbl>
  <dgm:styleLbl name="lnNode1">
    <dgm:fillClrLst meth="repeat">
      <a:schemeClr val="accent5"/>
    </dgm:fillClrLst>
    <dgm:linClrLst meth="repeat">
      <a:schemeClr val="lt1"/>
    </dgm:linClrLst>
    <dgm:effectClrLst/>
    <dgm:txLinClrLst/>
    <dgm:txFillClrLst/>
    <dgm:txEffectClrLst/>
  </dgm:styleLbl>
  <dgm:styleLbl name="vennNode1">
    <dgm:fillClrLst meth="repeat">
      <a:schemeClr val="accent5">
        <a:alpha val="50000"/>
      </a:schemeClr>
    </dgm:fillClrLst>
    <dgm:linClrLst meth="repeat">
      <a:schemeClr val="lt1"/>
    </dgm:linClrLst>
    <dgm:effectClrLst/>
    <dgm:txLinClrLst/>
    <dgm:txFillClrLst/>
    <dgm:txEffectClrLst/>
  </dgm:styleLbl>
  <dgm:styleLbl name="node2">
    <dgm:fillClrLst meth="repeat">
      <a:schemeClr val="accent5"/>
    </dgm:fillClrLst>
    <dgm:linClrLst meth="repeat">
      <a:schemeClr val="lt1"/>
    </dgm:linClrLst>
    <dgm:effectClrLst/>
    <dgm:txLinClrLst/>
    <dgm:txFillClrLst/>
    <dgm:txEffectClrLst/>
  </dgm:styleLbl>
  <dgm:styleLbl name="node3">
    <dgm:fillClrLst meth="repeat">
      <a:schemeClr val="accent5"/>
    </dgm:fillClrLst>
    <dgm:linClrLst meth="repeat">
      <a:schemeClr val="lt1"/>
    </dgm:linClrLst>
    <dgm:effectClrLst/>
    <dgm:txLinClrLst/>
    <dgm:txFillClrLst/>
    <dgm:txEffectClrLst/>
  </dgm:styleLbl>
  <dgm:styleLbl name="node4">
    <dgm:fillClrLst meth="repeat">
      <a:schemeClr val="accent5"/>
    </dgm:fillClrLst>
    <dgm:linClrLst meth="repeat">
      <a:schemeClr val="lt1"/>
    </dgm:linClrLst>
    <dgm:effectClrLst/>
    <dgm:txLinClrLst/>
    <dgm:txFillClrLst/>
    <dgm:txEffectClrLst/>
  </dgm:styleLbl>
  <dgm:styleLbl name="fgImgPlace1">
    <dgm:fillClrLst meth="repeat">
      <a:schemeClr val="accent5">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5">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5">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5">
        <a:tint val="60000"/>
      </a:schemeClr>
    </dgm:fillClrLst>
    <dgm:linClrLst meth="repeat">
      <a:schemeClr val="accent5">
        <a:tint val="60000"/>
      </a:schemeClr>
    </dgm:linClrLst>
    <dgm:effectClrLst/>
    <dgm:txLinClrLst/>
    <dgm:txFillClrLst/>
    <dgm:txEffectClrLst/>
  </dgm:styleLbl>
  <dgm:styleLbl name="fgSibTrans2D1">
    <dgm:fillClrLst meth="repeat">
      <a:schemeClr val="accent5">
        <a:tint val="60000"/>
      </a:schemeClr>
    </dgm:fillClrLst>
    <dgm:linClrLst meth="repeat">
      <a:schemeClr val="accent5">
        <a:tint val="60000"/>
      </a:schemeClr>
    </dgm:linClrLst>
    <dgm:effectClrLst/>
    <dgm:txLinClrLst/>
    <dgm:txFillClrLst/>
    <dgm:txEffectClrLst/>
  </dgm:styleLbl>
  <dgm:styleLbl name="bgSibTrans2D1">
    <dgm:fillClrLst meth="repeat">
      <a:schemeClr val="accent5">
        <a:tint val="60000"/>
      </a:schemeClr>
    </dgm:fillClrLst>
    <dgm:linClrLst meth="repeat">
      <a:schemeClr val="accent5">
        <a:tint val="60000"/>
      </a:schemeClr>
    </dgm:linClrLst>
    <dgm:effectClrLst/>
    <dgm:txLinClrLst/>
    <dgm:txFillClrLst/>
    <dgm:txEffectClrLst/>
  </dgm:styleLbl>
  <dgm:styleLbl name="sibTrans1D1">
    <dgm:fillClrLst meth="repeat">
      <a:schemeClr val="accent5"/>
    </dgm:fillClrLst>
    <dgm:linClrLst meth="repeat">
      <a:schemeClr val="accent5"/>
    </dgm:linClrLst>
    <dgm:effectClrLst/>
    <dgm:txLinClrLst/>
    <dgm:txFillClrLst meth="repeat">
      <a:schemeClr val="tx1"/>
    </dgm:txFillClrLst>
    <dgm:txEffectClrLst/>
  </dgm:styleLbl>
  <dgm:styleLbl name="callout">
    <dgm:fillClrLst meth="repeat">
      <a:schemeClr val="accent5"/>
    </dgm:fillClrLst>
    <dgm:linClrLst meth="repeat">
      <a:schemeClr val="accent5">
        <a:tint val="50000"/>
      </a:schemeClr>
    </dgm:linClrLst>
    <dgm:effectClrLst/>
    <dgm:txLinClrLst/>
    <dgm:txFillClrLst meth="repeat">
      <a:schemeClr val="tx1"/>
    </dgm:txFillClrLst>
    <dgm:txEffectClrLst/>
  </dgm:styleLbl>
  <dgm:styleLbl name="asst0">
    <dgm:fillClrLst meth="repeat">
      <a:schemeClr val="accent5"/>
    </dgm:fillClrLst>
    <dgm:linClrLst meth="repeat">
      <a:schemeClr val="lt1"/>
    </dgm:linClrLst>
    <dgm:effectClrLst/>
    <dgm:txLinClrLst/>
    <dgm:txFillClrLst/>
    <dgm:txEffectClrLst/>
  </dgm:styleLbl>
  <dgm:styleLbl name="asst1">
    <dgm:fillClrLst meth="repeat">
      <a:schemeClr val="accent5"/>
    </dgm:fillClrLst>
    <dgm:linClrLst meth="repeat">
      <a:schemeClr val="lt1"/>
    </dgm:linClrLst>
    <dgm:effectClrLst/>
    <dgm:txLinClrLst/>
    <dgm:txFillClrLst/>
    <dgm:txEffectClrLst/>
  </dgm:styleLbl>
  <dgm:styleLbl name="asst2">
    <dgm:fillClrLst meth="repeat">
      <a:schemeClr val="accent5"/>
    </dgm:fillClrLst>
    <dgm:linClrLst meth="repeat">
      <a:schemeClr val="lt1"/>
    </dgm:linClrLst>
    <dgm:effectClrLst/>
    <dgm:txLinClrLst/>
    <dgm:txFillClrLst/>
    <dgm:txEffectClrLst/>
  </dgm:styleLbl>
  <dgm:styleLbl name="asst3">
    <dgm:fillClrLst meth="repeat">
      <a:schemeClr val="accent5"/>
    </dgm:fillClrLst>
    <dgm:linClrLst meth="repeat">
      <a:schemeClr val="lt1"/>
    </dgm:linClrLst>
    <dgm:effectClrLst/>
    <dgm:txLinClrLst/>
    <dgm:txFillClrLst/>
    <dgm:txEffectClrLst/>
  </dgm:styleLbl>
  <dgm:styleLbl name="asst4">
    <dgm:fillClrLst meth="repeat">
      <a:schemeClr val="accent5"/>
    </dgm:fillClrLst>
    <dgm:linClrLst meth="repeat">
      <a:schemeClr val="lt1"/>
    </dgm:linClrLst>
    <dgm:effectClrLst/>
    <dgm:txLinClrLst/>
    <dgm:txFillClrLst/>
    <dgm:txEffectClrLst/>
  </dgm:styleLbl>
  <dgm:styleLbl name="parChTrans2D1">
    <dgm:fillClrLst meth="repeat">
      <a:schemeClr val="accent5">
        <a:tint val="60000"/>
      </a:schemeClr>
    </dgm:fillClrLst>
    <dgm:linClrLst meth="repeat">
      <a:schemeClr val="accent5">
        <a:tint val="60000"/>
      </a:schemeClr>
    </dgm:linClrLst>
    <dgm:effectClrLst/>
    <dgm:txLinClrLst/>
    <dgm:txFillClrLst meth="repeat">
      <a:schemeClr val="lt1"/>
    </dgm:txFillClrLst>
    <dgm:txEffectClrLst/>
  </dgm:styleLbl>
  <dgm:styleLbl name="parChTrans2D2">
    <dgm:fillClrLst meth="repeat">
      <a:schemeClr val="accent5"/>
    </dgm:fillClrLst>
    <dgm:linClrLst meth="repeat">
      <a:schemeClr val="accent5"/>
    </dgm:linClrLst>
    <dgm:effectClrLst/>
    <dgm:txLinClrLst/>
    <dgm:txFillClrLst meth="repeat">
      <a:schemeClr val="lt1"/>
    </dgm:txFillClrLst>
    <dgm:txEffectClrLst/>
  </dgm:styleLbl>
  <dgm:styleLbl name="parChTrans2D3">
    <dgm:fillClrLst meth="repeat">
      <a:schemeClr val="accent5"/>
    </dgm:fillClrLst>
    <dgm:linClrLst meth="repeat">
      <a:schemeClr val="accent5"/>
    </dgm:linClrLst>
    <dgm:effectClrLst/>
    <dgm:txLinClrLst/>
    <dgm:txFillClrLst meth="repeat">
      <a:schemeClr val="lt1"/>
    </dgm:txFillClrLst>
    <dgm:txEffectClrLst/>
  </dgm:styleLbl>
  <dgm:styleLbl name="parChTrans2D4">
    <dgm:fillClrLst meth="repeat">
      <a:schemeClr val="accent5"/>
    </dgm:fillClrLst>
    <dgm:linClrLst meth="repeat">
      <a:schemeClr val="accent5"/>
    </dgm:linClrLst>
    <dgm:effectClrLst/>
    <dgm:txLinClrLst/>
    <dgm:txFillClrLst meth="repeat">
      <a:schemeClr val="lt1"/>
    </dgm:txFillClrLst>
    <dgm:txEffectClrLst/>
  </dgm:styleLbl>
  <dgm:styleLbl name="parChTrans1D1">
    <dgm:fillClrLst meth="repeat">
      <a:schemeClr val="accent5"/>
    </dgm:fillClrLst>
    <dgm:linClrLst meth="repeat">
      <a:schemeClr val="accent5">
        <a:shade val="60000"/>
      </a:schemeClr>
    </dgm:linClrLst>
    <dgm:effectClrLst/>
    <dgm:txLinClrLst/>
    <dgm:txFillClrLst meth="repeat">
      <a:schemeClr val="tx1"/>
    </dgm:txFillClrLst>
    <dgm:txEffectClrLst/>
  </dgm:styleLbl>
  <dgm:styleLbl name="parChTrans1D2">
    <dgm:fillClrLst meth="repeat">
      <a:schemeClr val="accent5"/>
    </dgm:fillClrLst>
    <dgm:linClrLst meth="repeat">
      <a:schemeClr val="accent5">
        <a:shade val="60000"/>
      </a:schemeClr>
    </dgm:linClrLst>
    <dgm:effectClrLst/>
    <dgm:txLinClrLst/>
    <dgm:txFillClrLst meth="repeat">
      <a:schemeClr val="tx1"/>
    </dgm:txFillClrLst>
    <dgm:txEffectClrLst/>
  </dgm:styleLbl>
  <dgm:styleLbl name="parChTrans1D3">
    <dgm:fillClrLst meth="repeat">
      <a:schemeClr val="accent5"/>
    </dgm:fillClrLst>
    <dgm:linClrLst meth="repeat">
      <a:schemeClr val="accent5">
        <a:shade val="80000"/>
      </a:schemeClr>
    </dgm:linClrLst>
    <dgm:effectClrLst/>
    <dgm:txLinClrLst/>
    <dgm:txFillClrLst meth="repeat">
      <a:schemeClr val="tx1"/>
    </dgm:txFillClrLst>
    <dgm:txEffectClrLst/>
  </dgm:styleLbl>
  <dgm:styleLbl name="parChTrans1D4">
    <dgm:fillClrLst meth="repeat">
      <a:schemeClr val="accent5"/>
    </dgm:fillClrLst>
    <dgm:linClrLst meth="repeat">
      <a:schemeClr val="accent5">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5"/>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5"/>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5"/>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5"/>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5"/>
    </dgm:linClrLst>
    <dgm:effectClrLst/>
    <dgm:txLinClrLst/>
    <dgm:txFillClrLst meth="repeat">
      <a:schemeClr val="dk1"/>
    </dgm:txFillClrLst>
    <dgm:txEffectClrLst/>
  </dgm:styleLbl>
  <dgm:styleLbl name="solidFgAcc1">
    <dgm:fillClrLst meth="repeat">
      <a:schemeClr val="lt1"/>
    </dgm:fillClrLst>
    <dgm:linClrLst meth="repeat">
      <a:schemeClr val="accent5"/>
    </dgm:linClrLst>
    <dgm:effectClrLst/>
    <dgm:txLinClrLst/>
    <dgm:txFillClrLst meth="repeat">
      <a:schemeClr val="dk1"/>
    </dgm:txFillClrLst>
    <dgm:txEffectClrLst/>
  </dgm:styleLbl>
  <dgm:styleLbl name="solidAlignAcc1">
    <dgm:fillClrLst meth="repeat">
      <a:schemeClr val="lt1"/>
    </dgm:fillClrLst>
    <dgm:linClrLst meth="repeat">
      <a:schemeClr val="accent5"/>
    </dgm:linClrLst>
    <dgm:effectClrLst/>
    <dgm:txLinClrLst/>
    <dgm:txFillClrLst meth="repeat">
      <a:schemeClr val="dk1"/>
    </dgm:txFillClrLst>
    <dgm:txEffectClrLst/>
  </dgm:styleLbl>
  <dgm:styleLbl name="solidBgAcc1">
    <dgm:fillClrLst meth="repeat">
      <a:schemeClr val="lt1"/>
    </dgm:fillClrLst>
    <dgm:linClrLst meth="repeat">
      <a:schemeClr val="accent5"/>
    </dgm:linClrLst>
    <dgm:effectClrLst/>
    <dgm:txLinClrLst/>
    <dgm:txFillClrLst meth="repeat">
      <a:schemeClr val="dk1"/>
    </dgm:txFillClrLst>
    <dgm:txEffectClrLst/>
  </dgm:styleLbl>
  <dgm:styleLbl name="fgAccFollowNode1">
    <dgm:fillClrLst meth="repeat">
      <a:schemeClr val="accent5">
        <a:alpha val="90000"/>
        <a:tint val="40000"/>
      </a:schemeClr>
    </dgm:fillClrLst>
    <dgm:linClrLst meth="repeat">
      <a:schemeClr val="accent5">
        <a:alpha val="90000"/>
        <a:tint val="40000"/>
      </a:schemeClr>
    </dgm:linClrLst>
    <dgm:effectClrLst/>
    <dgm:txLinClrLst/>
    <dgm:txFillClrLst meth="repeat">
      <a:schemeClr val="dk1"/>
    </dgm:txFillClrLst>
    <dgm:txEffectClrLst/>
  </dgm:styleLbl>
  <dgm:styleLbl name="alignAccFollowNode1">
    <dgm:fillClrLst meth="repeat">
      <a:schemeClr val="accent5">
        <a:alpha val="90000"/>
        <a:tint val="40000"/>
      </a:schemeClr>
    </dgm:fillClrLst>
    <dgm:linClrLst meth="repeat">
      <a:schemeClr val="accent5">
        <a:alpha val="90000"/>
        <a:tint val="40000"/>
      </a:schemeClr>
    </dgm:linClrLst>
    <dgm:effectClrLst/>
    <dgm:txLinClrLst/>
    <dgm:txFillClrLst meth="repeat">
      <a:schemeClr val="dk1"/>
    </dgm:txFillClrLst>
    <dgm:txEffectClrLst/>
  </dgm:styleLbl>
  <dgm:styleLbl name="bgAccFollowNode1">
    <dgm:fillClrLst meth="repeat">
      <a:schemeClr val="accent5">
        <a:alpha val="90000"/>
        <a:tint val="40000"/>
      </a:schemeClr>
    </dgm:fillClrLst>
    <dgm:linClrLst meth="repeat">
      <a:schemeClr val="accent5">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5"/>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5"/>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5"/>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5"/>
    </dgm:linClrLst>
    <dgm:effectClrLst/>
    <dgm:txLinClrLst/>
    <dgm:txFillClrLst meth="repeat">
      <a:schemeClr val="dk1"/>
    </dgm:txFillClrLst>
    <dgm:txEffectClrLst/>
  </dgm:styleLbl>
  <dgm:styleLbl name="bgShp">
    <dgm:fillClrLst meth="repeat">
      <a:schemeClr val="accent5">
        <a:tint val="40000"/>
      </a:schemeClr>
    </dgm:fillClrLst>
    <dgm:linClrLst meth="repeat">
      <a:schemeClr val="accent5"/>
    </dgm:linClrLst>
    <dgm:effectClrLst/>
    <dgm:txLinClrLst/>
    <dgm:txFillClrLst meth="repeat">
      <a:schemeClr val="dk1"/>
    </dgm:txFillClrLst>
    <dgm:txEffectClrLst/>
  </dgm:styleLbl>
  <dgm:styleLbl name="dkBgShp">
    <dgm:fillClrLst meth="repeat">
      <a:schemeClr val="accent5">
        <a:shade val="80000"/>
      </a:schemeClr>
    </dgm:fillClrLst>
    <dgm:linClrLst meth="repeat">
      <a:schemeClr val="accent5"/>
    </dgm:linClrLst>
    <dgm:effectClrLst/>
    <dgm:txLinClrLst/>
    <dgm:txFillClrLst meth="repeat">
      <a:schemeClr val="lt1"/>
    </dgm:txFillClrLst>
    <dgm:txEffectClrLst/>
  </dgm:styleLbl>
  <dgm:styleLbl name="trBgShp">
    <dgm:fillClrLst meth="repeat">
      <a:schemeClr val="accent5">
        <a:tint val="50000"/>
        <a:alpha val="40000"/>
      </a:schemeClr>
    </dgm:fillClrLst>
    <dgm:linClrLst meth="repeat">
      <a:schemeClr val="accent5"/>
    </dgm:linClrLst>
    <dgm:effectClrLst/>
    <dgm:txLinClrLst/>
    <dgm:txFillClrLst meth="repeat">
      <a:schemeClr val="lt1"/>
    </dgm:txFillClrLst>
    <dgm:txEffectClrLst/>
  </dgm:styleLbl>
  <dgm:styleLbl name="fgShp">
    <dgm:fillClrLst meth="repeat">
      <a:schemeClr val="accent5">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accent5_2">
  <dgm:title val=""/>
  <dgm:desc val=""/>
  <dgm:catLst>
    <dgm:cat type="accent5" pri="11200"/>
  </dgm:catLst>
  <dgm:styleLbl name="node0">
    <dgm:fillClrLst meth="repeat">
      <a:schemeClr val="accent5"/>
    </dgm:fillClrLst>
    <dgm:linClrLst meth="repeat">
      <a:schemeClr val="lt1"/>
    </dgm:linClrLst>
    <dgm:effectClrLst/>
    <dgm:txLinClrLst/>
    <dgm:txFillClrLst/>
    <dgm:txEffectClrLst/>
  </dgm:styleLbl>
  <dgm:styleLbl name="node1">
    <dgm:fillClrLst meth="repeat">
      <a:schemeClr val="accent5"/>
    </dgm:fillClrLst>
    <dgm:linClrLst meth="repeat">
      <a:schemeClr val="lt1"/>
    </dgm:linClrLst>
    <dgm:effectClrLst/>
    <dgm:txLinClrLst/>
    <dgm:txFillClrLst/>
    <dgm:txEffectClrLst/>
  </dgm:styleLbl>
  <dgm:styleLbl name="alignNode1">
    <dgm:fillClrLst meth="repeat">
      <a:schemeClr val="accent5"/>
    </dgm:fillClrLst>
    <dgm:linClrLst meth="repeat">
      <a:schemeClr val="accent5"/>
    </dgm:linClrLst>
    <dgm:effectClrLst/>
    <dgm:txLinClrLst/>
    <dgm:txFillClrLst/>
    <dgm:txEffectClrLst/>
  </dgm:styleLbl>
  <dgm:styleLbl name="lnNode1">
    <dgm:fillClrLst meth="repeat">
      <a:schemeClr val="accent5"/>
    </dgm:fillClrLst>
    <dgm:linClrLst meth="repeat">
      <a:schemeClr val="lt1"/>
    </dgm:linClrLst>
    <dgm:effectClrLst/>
    <dgm:txLinClrLst/>
    <dgm:txFillClrLst/>
    <dgm:txEffectClrLst/>
  </dgm:styleLbl>
  <dgm:styleLbl name="vennNode1">
    <dgm:fillClrLst meth="repeat">
      <a:schemeClr val="accent5">
        <a:alpha val="50000"/>
      </a:schemeClr>
    </dgm:fillClrLst>
    <dgm:linClrLst meth="repeat">
      <a:schemeClr val="lt1"/>
    </dgm:linClrLst>
    <dgm:effectClrLst/>
    <dgm:txLinClrLst/>
    <dgm:txFillClrLst/>
    <dgm:txEffectClrLst/>
  </dgm:styleLbl>
  <dgm:styleLbl name="node2">
    <dgm:fillClrLst meth="repeat">
      <a:schemeClr val="accent5"/>
    </dgm:fillClrLst>
    <dgm:linClrLst meth="repeat">
      <a:schemeClr val="lt1"/>
    </dgm:linClrLst>
    <dgm:effectClrLst/>
    <dgm:txLinClrLst/>
    <dgm:txFillClrLst/>
    <dgm:txEffectClrLst/>
  </dgm:styleLbl>
  <dgm:styleLbl name="node3">
    <dgm:fillClrLst meth="repeat">
      <a:schemeClr val="accent5"/>
    </dgm:fillClrLst>
    <dgm:linClrLst meth="repeat">
      <a:schemeClr val="lt1"/>
    </dgm:linClrLst>
    <dgm:effectClrLst/>
    <dgm:txLinClrLst/>
    <dgm:txFillClrLst/>
    <dgm:txEffectClrLst/>
  </dgm:styleLbl>
  <dgm:styleLbl name="node4">
    <dgm:fillClrLst meth="repeat">
      <a:schemeClr val="accent5"/>
    </dgm:fillClrLst>
    <dgm:linClrLst meth="repeat">
      <a:schemeClr val="lt1"/>
    </dgm:linClrLst>
    <dgm:effectClrLst/>
    <dgm:txLinClrLst/>
    <dgm:txFillClrLst/>
    <dgm:txEffectClrLst/>
  </dgm:styleLbl>
  <dgm:styleLbl name="fgImgPlace1">
    <dgm:fillClrLst meth="repeat">
      <a:schemeClr val="accent5">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5">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5">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5">
        <a:tint val="60000"/>
      </a:schemeClr>
    </dgm:fillClrLst>
    <dgm:linClrLst meth="repeat">
      <a:schemeClr val="accent5">
        <a:tint val="60000"/>
      </a:schemeClr>
    </dgm:linClrLst>
    <dgm:effectClrLst/>
    <dgm:txLinClrLst/>
    <dgm:txFillClrLst/>
    <dgm:txEffectClrLst/>
  </dgm:styleLbl>
  <dgm:styleLbl name="fgSibTrans2D1">
    <dgm:fillClrLst meth="repeat">
      <a:schemeClr val="accent5">
        <a:tint val="60000"/>
      </a:schemeClr>
    </dgm:fillClrLst>
    <dgm:linClrLst meth="repeat">
      <a:schemeClr val="accent5">
        <a:tint val="60000"/>
      </a:schemeClr>
    </dgm:linClrLst>
    <dgm:effectClrLst/>
    <dgm:txLinClrLst/>
    <dgm:txFillClrLst/>
    <dgm:txEffectClrLst/>
  </dgm:styleLbl>
  <dgm:styleLbl name="bgSibTrans2D1">
    <dgm:fillClrLst meth="repeat">
      <a:schemeClr val="accent5">
        <a:tint val="60000"/>
      </a:schemeClr>
    </dgm:fillClrLst>
    <dgm:linClrLst meth="repeat">
      <a:schemeClr val="accent5">
        <a:tint val="60000"/>
      </a:schemeClr>
    </dgm:linClrLst>
    <dgm:effectClrLst/>
    <dgm:txLinClrLst/>
    <dgm:txFillClrLst/>
    <dgm:txEffectClrLst/>
  </dgm:styleLbl>
  <dgm:styleLbl name="sibTrans1D1">
    <dgm:fillClrLst meth="repeat">
      <a:schemeClr val="accent5"/>
    </dgm:fillClrLst>
    <dgm:linClrLst meth="repeat">
      <a:schemeClr val="accent5"/>
    </dgm:linClrLst>
    <dgm:effectClrLst/>
    <dgm:txLinClrLst/>
    <dgm:txFillClrLst meth="repeat">
      <a:schemeClr val="tx1"/>
    </dgm:txFillClrLst>
    <dgm:txEffectClrLst/>
  </dgm:styleLbl>
  <dgm:styleLbl name="callout">
    <dgm:fillClrLst meth="repeat">
      <a:schemeClr val="accent5"/>
    </dgm:fillClrLst>
    <dgm:linClrLst meth="repeat">
      <a:schemeClr val="accent5">
        <a:tint val="50000"/>
      </a:schemeClr>
    </dgm:linClrLst>
    <dgm:effectClrLst/>
    <dgm:txLinClrLst/>
    <dgm:txFillClrLst meth="repeat">
      <a:schemeClr val="tx1"/>
    </dgm:txFillClrLst>
    <dgm:txEffectClrLst/>
  </dgm:styleLbl>
  <dgm:styleLbl name="asst0">
    <dgm:fillClrLst meth="repeat">
      <a:schemeClr val="accent5"/>
    </dgm:fillClrLst>
    <dgm:linClrLst meth="repeat">
      <a:schemeClr val="lt1"/>
    </dgm:linClrLst>
    <dgm:effectClrLst/>
    <dgm:txLinClrLst/>
    <dgm:txFillClrLst/>
    <dgm:txEffectClrLst/>
  </dgm:styleLbl>
  <dgm:styleLbl name="asst1">
    <dgm:fillClrLst meth="repeat">
      <a:schemeClr val="accent5"/>
    </dgm:fillClrLst>
    <dgm:linClrLst meth="repeat">
      <a:schemeClr val="lt1"/>
    </dgm:linClrLst>
    <dgm:effectClrLst/>
    <dgm:txLinClrLst/>
    <dgm:txFillClrLst/>
    <dgm:txEffectClrLst/>
  </dgm:styleLbl>
  <dgm:styleLbl name="asst2">
    <dgm:fillClrLst meth="repeat">
      <a:schemeClr val="accent5"/>
    </dgm:fillClrLst>
    <dgm:linClrLst meth="repeat">
      <a:schemeClr val="lt1"/>
    </dgm:linClrLst>
    <dgm:effectClrLst/>
    <dgm:txLinClrLst/>
    <dgm:txFillClrLst/>
    <dgm:txEffectClrLst/>
  </dgm:styleLbl>
  <dgm:styleLbl name="asst3">
    <dgm:fillClrLst meth="repeat">
      <a:schemeClr val="accent5"/>
    </dgm:fillClrLst>
    <dgm:linClrLst meth="repeat">
      <a:schemeClr val="lt1"/>
    </dgm:linClrLst>
    <dgm:effectClrLst/>
    <dgm:txLinClrLst/>
    <dgm:txFillClrLst/>
    <dgm:txEffectClrLst/>
  </dgm:styleLbl>
  <dgm:styleLbl name="asst4">
    <dgm:fillClrLst meth="repeat">
      <a:schemeClr val="accent5"/>
    </dgm:fillClrLst>
    <dgm:linClrLst meth="repeat">
      <a:schemeClr val="lt1"/>
    </dgm:linClrLst>
    <dgm:effectClrLst/>
    <dgm:txLinClrLst/>
    <dgm:txFillClrLst/>
    <dgm:txEffectClrLst/>
  </dgm:styleLbl>
  <dgm:styleLbl name="parChTrans2D1">
    <dgm:fillClrLst meth="repeat">
      <a:schemeClr val="accent5">
        <a:tint val="60000"/>
      </a:schemeClr>
    </dgm:fillClrLst>
    <dgm:linClrLst meth="repeat">
      <a:schemeClr val="accent5">
        <a:tint val="60000"/>
      </a:schemeClr>
    </dgm:linClrLst>
    <dgm:effectClrLst/>
    <dgm:txLinClrLst/>
    <dgm:txFillClrLst meth="repeat">
      <a:schemeClr val="lt1"/>
    </dgm:txFillClrLst>
    <dgm:txEffectClrLst/>
  </dgm:styleLbl>
  <dgm:styleLbl name="parChTrans2D2">
    <dgm:fillClrLst meth="repeat">
      <a:schemeClr val="accent5"/>
    </dgm:fillClrLst>
    <dgm:linClrLst meth="repeat">
      <a:schemeClr val="accent5"/>
    </dgm:linClrLst>
    <dgm:effectClrLst/>
    <dgm:txLinClrLst/>
    <dgm:txFillClrLst meth="repeat">
      <a:schemeClr val="lt1"/>
    </dgm:txFillClrLst>
    <dgm:txEffectClrLst/>
  </dgm:styleLbl>
  <dgm:styleLbl name="parChTrans2D3">
    <dgm:fillClrLst meth="repeat">
      <a:schemeClr val="accent5"/>
    </dgm:fillClrLst>
    <dgm:linClrLst meth="repeat">
      <a:schemeClr val="accent5"/>
    </dgm:linClrLst>
    <dgm:effectClrLst/>
    <dgm:txLinClrLst/>
    <dgm:txFillClrLst meth="repeat">
      <a:schemeClr val="lt1"/>
    </dgm:txFillClrLst>
    <dgm:txEffectClrLst/>
  </dgm:styleLbl>
  <dgm:styleLbl name="parChTrans2D4">
    <dgm:fillClrLst meth="repeat">
      <a:schemeClr val="accent5"/>
    </dgm:fillClrLst>
    <dgm:linClrLst meth="repeat">
      <a:schemeClr val="accent5"/>
    </dgm:linClrLst>
    <dgm:effectClrLst/>
    <dgm:txLinClrLst/>
    <dgm:txFillClrLst meth="repeat">
      <a:schemeClr val="lt1"/>
    </dgm:txFillClrLst>
    <dgm:txEffectClrLst/>
  </dgm:styleLbl>
  <dgm:styleLbl name="parChTrans1D1">
    <dgm:fillClrLst meth="repeat">
      <a:schemeClr val="accent5"/>
    </dgm:fillClrLst>
    <dgm:linClrLst meth="repeat">
      <a:schemeClr val="accent5">
        <a:shade val="60000"/>
      </a:schemeClr>
    </dgm:linClrLst>
    <dgm:effectClrLst/>
    <dgm:txLinClrLst/>
    <dgm:txFillClrLst meth="repeat">
      <a:schemeClr val="tx1"/>
    </dgm:txFillClrLst>
    <dgm:txEffectClrLst/>
  </dgm:styleLbl>
  <dgm:styleLbl name="parChTrans1D2">
    <dgm:fillClrLst meth="repeat">
      <a:schemeClr val="accent5"/>
    </dgm:fillClrLst>
    <dgm:linClrLst meth="repeat">
      <a:schemeClr val="accent5">
        <a:shade val="60000"/>
      </a:schemeClr>
    </dgm:linClrLst>
    <dgm:effectClrLst/>
    <dgm:txLinClrLst/>
    <dgm:txFillClrLst meth="repeat">
      <a:schemeClr val="tx1"/>
    </dgm:txFillClrLst>
    <dgm:txEffectClrLst/>
  </dgm:styleLbl>
  <dgm:styleLbl name="parChTrans1D3">
    <dgm:fillClrLst meth="repeat">
      <a:schemeClr val="accent5"/>
    </dgm:fillClrLst>
    <dgm:linClrLst meth="repeat">
      <a:schemeClr val="accent5">
        <a:shade val="80000"/>
      </a:schemeClr>
    </dgm:linClrLst>
    <dgm:effectClrLst/>
    <dgm:txLinClrLst/>
    <dgm:txFillClrLst meth="repeat">
      <a:schemeClr val="tx1"/>
    </dgm:txFillClrLst>
    <dgm:txEffectClrLst/>
  </dgm:styleLbl>
  <dgm:styleLbl name="parChTrans1D4">
    <dgm:fillClrLst meth="repeat">
      <a:schemeClr val="accent5"/>
    </dgm:fillClrLst>
    <dgm:linClrLst meth="repeat">
      <a:schemeClr val="accent5">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5"/>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5"/>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5"/>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5"/>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5"/>
    </dgm:linClrLst>
    <dgm:effectClrLst/>
    <dgm:txLinClrLst/>
    <dgm:txFillClrLst meth="repeat">
      <a:schemeClr val="dk1"/>
    </dgm:txFillClrLst>
    <dgm:txEffectClrLst/>
  </dgm:styleLbl>
  <dgm:styleLbl name="solidFgAcc1">
    <dgm:fillClrLst meth="repeat">
      <a:schemeClr val="lt1"/>
    </dgm:fillClrLst>
    <dgm:linClrLst meth="repeat">
      <a:schemeClr val="accent5"/>
    </dgm:linClrLst>
    <dgm:effectClrLst/>
    <dgm:txLinClrLst/>
    <dgm:txFillClrLst meth="repeat">
      <a:schemeClr val="dk1"/>
    </dgm:txFillClrLst>
    <dgm:txEffectClrLst/>
  </dgm:styleLbl>
  <dgm:styleLbl name="solidAlignAcc1">
    <dgm:fillClrLst meth="repeat">
      <a:schemeClr val="lt1"/>
    </dgm:fillClrLst>
    <dgm:linClrLst meth="repeat">
      <a:schemeClr val="accent5"/>
    </dgm:linClrLst>
    <dgm:effectClrLst/>
    <dgm:txLinClrLst/>
    <dgm:txFillClrLst meth="repeat">
      <a:schemeClr val="dk1"/>
    </dgm:txFillClrLst>
    <dgm:txEffectClrLst/>
  </dgm:styleLbl>
  <dgm:styleLbl name="solidBgAcc1">
    <dgm:fillClrLst meth="repeat">
      <a:schemeClr val="lt1"/>
    </dgm:fillClrLst>
    <dgm:linClrLst meth="repeat">
      <a:schemeClr val="accent5"/>
    </dgm:linClrLst>
    <dgm:effectClrLst/>
    <dgm:txLinClrLst/>
    <dgm:txFillClrLst meth="repeat">
      <a:schemeClr val="dk1"/>
    </dgm:txFillClrLst>
    <dgm:txEffectClrLst/>
  </dgm:styleLbl>
  <dgm:styleLbl name="fgAccFollowNode1">
    <dgm:fillClrLst meth="repeat">
      <a:schemeClr val="accent5">
        <a:alpha val="90000"/>
        <a:tint val="40000"/>
      </a:schemeClr>
    </dgm:fillClrLst>
    <dgm:linClrLst meth="repeat">
      <a:schemeClr val="accent5">
        <a:alpha val="90000"/>
        <a:tint val="40000"/>
      </a:schemeClr>
    </dgm:linClrLst>
    <dgm:effectClrLst/>
    <dgm:txLinClrLst/>
    <dgm:txFillClrLst meth="repeat">
      <a:schemeClr val="dk1"/>
    </dgm:txFillClrLst>
    <dgm:txEffectClrLst/>
  </dgm:styleLbl>
  <dgm:styleLbl name="alignAccFollowNode1">
    <dgm:fillClrLst meth="repeat">
      <a:schemeClr val="accent5">
        <a:alpha val="90000"/>
        <a:tint val="40000"/>
      </a:schemeClr>
    </dgm:fillClrLst>
    <dgm:linClrLst meth="repeat">
      <a:schemeClr val="accent5">
        <a:alpha val="90000"/>
        <a:tint val="40000"/>
      </a:schemeClr>
    </dgm:linClrLst>
    <dgm:effectClrLst/>
    <dgm:txLinClrLst/>
    <dgm:txFillClrLst meth="repeat">
      <a:schemeClr val="dk1"/>
    </dgm:txFillClrLst>
    <dgm:txEffectClrLst/>
  </dgm:styleLbl>
  <dgm:styleLbl name="bgAccFollowNode1">
    <dgm:fillClrLst meth="repeat">
      <a:schemeClr val="accent5">
        <a:alpha val="90000"/>
        <a:tint val="40000"/>
      </a:schemeClr>
    </dgm:fillClrLst>
    <dgm:linClrLst meth="repeat">
      <a:schemeClr val="accent5">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5"/>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5"/>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5"/>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5"/>
    </dgm:linClrLst>
    <dgm:effectClrLst/>
    <dgm:txLinClrLst/>
    <dgm:txFillClrLst meth="repeat">
      <a:schemeClr val="dk1"/>
    </dgm:txFillClrLst>
    <dgm:txEffectClrLst/>
  </dgm:styleLbl>
  <dgm:styleLbl name="bgShp">
    <dgm:fillClrLst meth="repeat">
      <a:schemeClr val="accent5">
        <a:tint val="40000"/>
      </a:schemeClr>
    </dgm:fillClrLst>
    <dgm:linClrLst meth="repeat">
      <a:schemeClr val="accent5"/>
    </dgm:linClrLst>
    <dgm:effectClrLst/>
    <dgm:txLinClrLst/>
    <dgm:txFillClrLst meth="repeat">
      <a:schemeClr val="dk1"/>
    </dgm:txFillClrLst>
    <dgm:txEffectClrLst/>
  </dgm:styleLbl>
  <dgm:styleLbl name="dkBgShp">
    <dgm:fillClrLst meth="repeat">
      <a:schemeClr val="accent5">
        <a:shade val="80000"/>
      </a:schemeClr>
    </dgm:fillClrLst>
    <dgm:linClrLst meth="repeat">
      <a:schemeClr val="accent5"/>
    </dgm:linClrLst>
    <dgm:effectClrLst/>
    <dgm:txLinClrLst/>
    <dgm:txFillClrLst meth="repeat">
      <a:schemeClr val="lt1"/>
    </dgm:txFillClrLst>
    <dgm:txEffectClrLst/>
  </dgm:styleLbl>
  <dgm:styleLbl name="trBgShp">
    <dgm:fillClrLst meth="repeat">
      <a:schemeClr val="accent5">
        <a:tint val="50000"/>
        <a:alpha val="40000"/>
      </a:schemeClr>
    </dgm:fillClrLst>
    <dgm:linClrLst meth="repeat">
      <a:schemeClr val="accent5"/>
    </dgm:linClrLst>
    <dgm:effectClrLst/>
    <dgm:txLinClrLst/>
    <dgm:txFillClrLst meth="repeat">
      <a:schemeClr val="lt1"/>
    </dgm:txFillClrLst>
    <dgm:txEffectClrLst/>
  </dgm:styleLbl>
  <dgm:styleLbl name="fgShp">
    <dgm:fillClrLst meth="repeat">
      <a:schemeClr val="accent5">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05/8/colors/accent0_3">
  <dgm:title val=""/>
  <dgm:desc val=""/>
  <dgm:catLst>
    <dgm:cat type="mainScheme" pri="10300"/>
  </dgm:catLst>
  <dgm:styleLbl name="node0">
    <dgm:fillClrLst meth="repeat">
      <a:schemeClr val="dk2"/>
    </dgm:fillClrLst>
    <dgm:linClrLst meth="repeat">
      <a:schemeClr val="lt2"/>
    </dgm:linClrLst>
    <dgm:effectClrLst/>
    <dgm:txLinClrLst/>
    <dgm:txFillClrLst/>
    <dgm:txEffectClrLst/>
  </dgm:styleLbl>
  <dgm:styleLbl name="alignNode1">
    <dgm:fillClrLst meth="repeat">
      <a:schemeClr val="dk2"/>
    </dgm:fillClrLst>
    <dgm:linClrLst meth="repeat">
      <a:schemeClr val="dk2"/>
    </dgm:linClrLst>
    <dgm:effectClrLst/>
    <dgm:txLinClrLst/>
    <dgm:txFillClrLst/>
    <dgm:txEffectClrLst/>
  </dgm:styleLbl>
  <dgm:styleLbl name="node1">
    <dgm:fillClrLst meth="repeat">
      <a:schemeClr val="dk2"/>
    </dgm:fillClrLst>
    <dgm:linClrLst meth="repeat">
      <a:schemeClr val="lt2"/>
    </dgm:linClrLst>
    <dgm:effectClrLst/>
    <dgm:txLinClrLst/>
    <dgm:txFillClrLst/>
    <dgm:txEffectClrLst/>
  </dgm:styleLbl>
  <dgm:styleLbl name="lnNode1">
    <dgm:fillClrLst meth="repeat">
      <a:schemeClr val="dk2"/>
    </dgm:fillClrLst>
    <dgm:linClrLst meth="repeat">
      <a:schemeClr val="lt2"/>
    </dgm:linClrLst>
    <dgm:effectClrLst/>
    <dgm:txLinClrLst/>
    <dgm:txFillClrLst/>
    <dgm:txEffectClrLst/>
  </dgm:styleLbl>
  <dgm:styleLbl name="vennNode1">
    <dgm:fillClrLst meth="repeat">
      <a:schemeClr val="dk2">
        <a:alpha val="50000"/>
      </a:schemeClr>
    </dgm:fillClrLst>
    <dgm:linClrLst meth="repeat">
      <a:schemeClr val="lt2"/>
    </dgm:linClrLst>
    <dgm:effectClrLst/>
    <dgm:txLinClrLst/>
    <dgm:txFillClrLst/>
    <dgm:txEffectClrLst/>
  </dgm:styleLbl>
  <dgm:styleLbl name="node2">
    <dgm:fillClrLst meth="repeat">
      <a:schemeClr val="dk2"/>
    </dgm:fillClrLst>
    <dgm:linClrLst meth="repeat">
      <a:schemeClr val="lt2"/>
    </dgm:linClrLst>
    <dgm:effectClrLst/>
    <dgm:txLinClrLst/>
    <dgm:txFillClrLst/>
    <dgm:txEffectClrLst/>
  </dgm:styleLbl>
  <dgm:styleLbl name="node3">
    <dgm:fillClrLst meth="repeat">
      <a:schemeClr val="dk2"/>
    </dgm:fillClrLst>
    <dgm:linClrLst meth="repeat">
      <a:schemeClr val="lt2"/>
    </dgm:linClrLst>
    <dgm:effectClrLst/>
    <dgm:txLinClrLst/>
    <dgm:txFillClrLst/>
    <dgm:txEffectClrLst/>
  </dgm:styleLbl>
  <dgm:styleLbl name="node4">
    <dgm:fillClrLst meth="repeat">
      <a:schemeClr val="dk2"/>
    </dgm:fillClrLst>
    <dgm:linClrLst meth="repeat">
      <a:schemeClr val="lt2"/>
    </dgm:linClrLst>
    <dgm:effectClrLst/>
    <dgm:txLinClrLst/>
    <dgm:txFillClrLst/>
    <dgm:txEffectClrLst/>
  </dgm:styleLbl>
  <dgm:styleLbl name="fgImgPlace1">
    <dgm:fillClrLst meth="repeat">
      <a:schemeClr val="dk2">
        <a:tint val="50000"/>
      </a:schemeClr>
    </dgm:fillClrLst>
    <dgm:linClrLst meth="repeat">
      <a:schemeClr val="lt2"/>
    </dgm:linClrLst>
    <dgm:effectClrLst/>
    <dgm:txLinClrLst/>
    <dgm:txFillClrLst meth="repeat">
      <a:schemeClr val="lt2"/>
    </dgm:txFillClrLst>
    <dgm:txEffectClrLst/>
  </dgm:styleLbl>
  <dgm:styleLbl name="alignImgPlace1">
    <dgm:fillClrLst meth="repeat">
      <a:schemeClr val="dk2">
        <a:tint val="50000"/>
      </a:schemeClr>
    </dgm:fillClrLst>
    <dgm:linClrLst meth="repeat">
      <a:schemeClr val="dk2">
        <a:shade val="80000"/>
      </a:schemeClr>
    </dgm:linClrLst>
    <dgm:effectClrLst/>
    <dgm:txLinClrLst/>
    <dgm:txFillClrLst meth="repeat">
      <a:schemeClr val="lt2"/>
    </dgm:txFillClrLst>
    <dgm:txEffectClrLst/>
  </dgm:styleLbl>
  <dgm:styleLbl name="bgImgPlace1">
    <dgm:fillClrLst meth="repeat">
      <a:schemeClr val="dk2">
        <a:tint val="50000"/>
      </a:schemeClr>
    </dgm:fillClrLst>
    <dgm:linClrLst meth="repeat">
      <a:schemeClr val="dk2">
        <a:shade val="80000"/>
      </a:schemeClr>
    </dgm:linClrLst>
    <dgm:effectClrLst/>
    <dgm:txLinClrLst/>
    <dgm:txFillClrLst meth="repeat">
      <a:schemeClr val="lt2"/>
    </dgm:txFillClrLst>
    <dgm:txEffectClrLst/>
  </dgm:styleLbl>
  <dgm:styleLbl name="sibTrans2D1">
    <dgm:fillClrLst meth="repeat">
      <a:schemeClr val="dk2">
        <a:tint val="60000"/>
      </a:schemeClr>
    </dgm:fillClrLst>
    <dgm:linClrLst meth="repeat">
      <a:schemeClr val="dk2">
        <a:tint val="60000"/>
      </a:schemeClr>
    </dgm:linClrLst>
    <dgm:effectClrLst/>
    <dgm:txLinClrLst/>
    <dgm:txFillClrLst/>
    <dgm:txEffectClrLst/>
  </dgm:styleLbl>
  <dgm:styleLbl name="fgSibTrans2D1">
    <dgm:fillClrLst meth="repeat">
      <a:schemeClr val="dk2">
        <a:tint val="60000"/>
      </a:schemeClr>
    </dgm:fillClrLst>
    <dgm:linClrLst meth="repeat">
      <a:schemeClr val="dk2">
        <a:tint val="60000"/>
      </a:schemeClr>
    </dgm:linClrLst>
    <dgm:effectClrLst/>
    <dgm:txLinClrLst/>
    <dgm:txFillClrLst/>
    <dgm:txEffectClrLst/>
  </dgm:styleLbl>
  <dgm:styleLbl name="bgSibTrans2D1">
    <dgm:fillClrLst meth="repeat">
      <a:schemeClr val="dk2">
        <a:tint val="60000"/>
      </a:schemeClr>
    </dgm:fillClrLst>
    <dgm:linClrLst meth="repeat">
      <a:schemeClr val="dk2">
        <a:tint val="60000"/>
      </a:schemeClr>
    </dgm:linClrLst>
    <dgm:effectClrLst/>
    <dgm:txLinClrLst/>
    <dgm:txFillClrLst/>
    <dgm:txEffectClrLst/>
  </dgm:styleLbl>
  <dgm:styleLbl name="sibTrans1D1">
    <dgm:fillClrLst meth="repeat">
      <a:schemeClr val="dk2"/>
    </dgm:fillClrLst>
    <dgm:linClrLst meth="repeat">
      <a:schemeClr val="dk2"/>
    </dgm:linClrLst>
    <dgm:effectClrLst/>
    <dgm:txLinClrLst/>
    <dgm:txFillClrLst meth="repeat">
      <a:schemeClr val="lt2"/>
    </dgm:txFillClrLst>
    <dgm:txEffectClrLst/>
  </dgm:styleLbl>
  <dgm:styleLbl name="callout">
    <dgm:fillClrLst meth="repeat">
      <a:schemeClr val="dk2"/>
    </dgm:fillClrLst>
    <dgm:linClrLst meth="repeat">
      <a:schemeClr val="dk2">
        <a:tint val="50000"/>
      </a:schemeClr>
    </dgm:linClrLst>
    <dgm:effectClrLst/>
    <dgm:txLinClrLst/>
    <dgm:txFillClrLst meth="repeat">
      <a:schemeClr val="lt2"/>
    </dgm:txFillClrLst>
    <dgm:txEffectClrLst/>
  </dgm:styleLbl>
  <dgm:styleLbl name="asst0">
    <dgm:fillClrLst meth="repeat">
      <a:schemeClr val="dk2"/>
    </dgm:fillClrLst>
    <dgm:linClrLst meth="repeat">
      <a:schemeClr val="lt2"/>
    </dgm:linClrLst>
    <dgm:effectClrLst/>
    <dgm:txLinClrLst/>
    <dgm:txFillClrLst/>
    <dgm:txEffectClrLst/>
  </dgm:styleLbl>
  <dgm:styleLbl name="asst1">
    <dgm:fillClrLst meth="repeat">
      <a:schemeClr val="dk2"/>
    </dgm:fillClrLst>
    <dgm:linClrLst meth="repeat">
      <a:schemeClr val="lt2"/>
    </dgm:linClrLst>
    <dgm:effectClrLst/>
    <dgm:txLinClrLst/>
    <dgm:txFillClrLst/>
    <dgm:txEffectClrLst/>
  </dgm:styleLbl>
  <dgm:styleLbl name="asst2">
    <dgm:fillClrLst meth="repeat">
      <a:schemeClr val="dk2"/>
    </dgm:fillClrLst>
    <dgm:linClrLst meth="repeat">
      <a:schemeClr val="lt2"/>
    </dgm:linClrLst>
    <dgm:effectClrLst/>
    <dgm:txLinClrLst/>
    <dgm:txFillClrLst/>
    <dgm:txEffectClrLst/>
  </dgm:styleLbl>
  <dgm:styleLbl name="asst3">
    <dgm:fillClrLst meth="repeat">
      <a:schemeClr val="dk2"/>
    </dgm:fillClrLst>
    <dgm:linClrLst meth="repeat">
      <a:schemeClr val="lt2"/>
    </dgm:linClrLst>
    <dgm:effectClrLst/>
    <dgm:txLinClrLst/>
    <dgm:txFillClrLst/>
    <dgm:txEffectClrLst/>
  </dgm:styleLbl>
  <dgm:styleLbl name="asst4">
    <dgm:fillClrLst meth="repeat">
      <a:schemeClr val="dk2"/>
    </dgm:fillClrLst>
    <dgm:linClrLst meth="repeat">
      <a:schemeClr val="lt2"/>
    </dgm:linClrLst>
    <dgm:effectClrLst/>
    <dgm:txLinClrLst/>
    <dgm:txFillClrLst/>
    <dgm:txEffectClrLst/>
  </dgm:styleLbl>
  <dgm:styleLbl name="parChTrans2D1">
    <dgm:fillClrLst meth="repeat">
      <a:schemeClr val="dk2">
        <a:tint val="60000"/>
      </a:schemeClr>
    </dgm:fillClrLst>
    <dgm:linClrLst meth="repeat">
      <a:schemeClr val="dk2">
        <a:tint val="60000"/>
      </a:schemeClr>
    </dgm:linClrLst>
    <dgm:effectClrLst/>
    <dgm:txLinClrLst/>
    <dgm:txFillClrLst meth="repeat">
      <a:schemeClr val="lt2"/>
    </dgm:txFillClrLst>
    <dgm:txEffectClrLst/>
  </dgm:styleLbl>
  <dgm:styleLbl name="parChTrans2D2">
    <dgm:fillClrLst meth="repeat">
      <a:schemeClr val="dk2"/>
    </dgm:fillClrLst>
    <dgm:linClrLst meth="repeat">
      <a:schemeClr val="dk2"/>
    </dgm:linClrLst>
    <dgm:effectClrLst/>
    <dgm:txLinClrLst/>
    <dgm:txFillClrLst meth="repeat">
      <a:schemeClr val="lt2"/>
    </dgm:txFillClrLst>
    <dgm:txEffectClrLst/>
  </dgm:styleLbl>
  <dgm:styleLbl name="parChTrans2D3">
    <dgm:fillClrLst meth="repeat">
      <a:schemeClr val="dk2"/>
    </dgm:fillClrLst>
    <dgm:linClrLst meth="repeat">
      <a:schemeClr val="dk2"/>
    </dgm:linClrLst>
    <dgm:effectClrLst/>
    <dgm:txLinClrLst/>
    <dgm:txFillClrLst meth="repeat">
      <a:schemeClr val="lt2"/>
    </dgm:txFillClrLst>
    <dgm:txEffectClrLst/>
  </dgm:styleLbl>
  <dgm:styleLbl name="parChTrans2D4">
    <dgm:fillClrLst meth="repeat">
      <a:schemeClr val="dk2"/>
    </dgm:fillClrLst>
    <dgm:linClrLst meth="repeat">
      <a:schemeClr val="dk2"/>
    </dgm:linClrLst>
    <dgm:effectClrLst/>
    <dgm:txLinClrLst/>
    <dgm:txFillClrLst meth="repeat">
      <a:schemeClr val="lt2"/>
    </dgm:txFillClrLst>
    <dgm:txEffectClrLst/>
  </dgm:styleLbl>
  <dgm:styleLbl name="parChTrans1D1">
    <dgm:fillClrLst meth="repeat">
      <a:schemeClr val="dk2"/>
    </dgm:fillClrLst>
    <dgm:linClrLst meth="repeat">
      <a:schemeClr val="dk2">
        <a:shade val="60000"/>
      </a:schemeClr>
    </dgm:linClrLst>
    <dgm:effectClrLst/>
    <dgm:txLinClrLst/>
    <dgm:txFillClrLst meth="repeat">
      <a:schemeClr val="tx1"/>
    </dgm:txFillClrLst>
    <dgm:txEffectClrLst/>
  </dgm:styleLbl>
  <dgm:styleLbl name="parChTrans1D2">
    <dgm:fillClrLst meth="repeat">
      <a:schemeClr val="dk2"/>
    </dgm:fillClrLst>
    <dgm:linClrLst meth="repeat">
      <a:schemeClr val="dk2">
        <a:shade val="60000"/>
      </a:schemeClr>
    </dgm:linClrLst>
    <dgm:effectClrLst/>
    <dgm:txLinClrLst/>
    <dgm:txFillClrLst meth="repeat">
      <a:schemeClr val="tx1"/>
    </dgm:txFillClrLst>
    <dgm:txEffectClrLst/>
  </dgm:styleLbl>
  <dgm:styleLbl name="parChTrans1D3">
    <dgm:fillClrLst meth="repeat">
      <a:schemeClr val="dk2"/>
    </dgm:fillClrLst>
    <dgm:linClrLst meth="repeat">
      <a:schemeClr val="dk2">
        <a:shade val="80000"/>
      </a:schemeClr>
    </dgm:linClrLst>
    <dgm:effectClrLst/>
    <dgm:txLinClrLst/>
    <dgm:txFillClrLst meth="repeat">
      <a:schemeClr val="tx1"/>
    </dgm:txFillClrLst>
    <dgm:txEffectClrLst/>
  </dgm:styleLbl>
  <dgm:styleLbl name="parChTrans1D4">
    <dgm:fillClrLst meth="repeat">
      <a:schemeClr val="dk2"/>
    </dgm:fillClrLst>
    <dgm:linClrLst meth="repeat">
      <a:schemeClr val="dk2">
        <a:shade val="80000"/>
      </a:schemeClr>
    </dgm:linClrLst>
    <dgm:effectClrLst/>
    <dgm:txLinClrLst/>
    <dgm:txFillClrLst meth="repeat">
      <a:schemeClr val="tx1"/>
    </dgm:txFillClrLst>
    <dgm:txEffectClrLst/>
  </dgm:styleLbl>
  <dgm:styleLbl name="fg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conFg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align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trAlignAcc1">
    <dgm:fillClrLst meth="repeat">
      <a:schemeClr val="lt2">
        <a:alpha val="40000"/>
      </a:schemeClr>
    </dgm:fillClrLst>
    <dgm:linClrLst meth="repeat">
      <a:schemeClr val="dk2"/>
    </dgm:linClrLst>
    <dgm:effectClrLst/>
    <dgm:txLinClrLst/>
    <dgm:txFillClrLst meth="repeat">
      <a:schemeClr val="dk1"/>
    </dgm:txFillClrLst>
    <dgm:txEffectClrLst/>
  </dgm:styleLbl>
  <dgm:styleLbl name="bg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solidFgAcc1">
    <dgm:fillClrLst meth="repeat">
      <a:schemeClr val="lt2"/>
    </dgm:fillClrLst>
    <dgm:linClrLst meth="repeat">
      <a:schemeClr val="dk2"/>
    </dgm:linClrLst>
    <dgm:effectClrLst/>
    <dgm:txLinClrLst/>
    <dgm:txFillClrLst meth="repeat">
      <a:schemeClr val="dk1"/>
    </dgm:txFillClrLst>
    <dgm:txEffectClrLst/>
  </dgm:styleLbl>
  <dgm:styleLbl name="solidAlignAcc1">
    <dgm:fillClrLst meth="repeat">
      <a:schemeClr val="lt2"/>
    </dgm:fillClrLst>
    <dgm:linClrLst meth="repeat">
      <a:schemeClr val="dk2"/>
    </dgm:linClrLst>
    <dgm:effectClrLst/>
    <dgm:txLinClrLst/>
    <dgm:txFillClrLst meth="repeat">
      <a:schemeClr val="dk1"/>
    </dgm:txFillClrLst>
    <dgm:txEffectClrLst/>
  </dgm:styleLbl>
  <dgm:styleLbl name="solidBgAcc1">
    <dgm:fillClrLst meth="repeat">
      <a:schemeClr val="lt2"/>
    </dgm:fillClrLst>
    <dgm:linClrLst meth="repeat">
      <a:schemeClr val="dk2"/>
    </dgm:linClrLst>
    <dgm:effectClrLst/>
    <dgm:txLinClrLst/>
    <dgm:txFillClrLst meth="repeat">
      <a:schemeClr val="dk1"/>
    </dgm:txFillClrLst>
    <dgm:txEffectClrLst/>
  </dgm:styleLbl>
  <dgm:styleLbl name="fgAccFollowNode1">
    <dgm:fillClrLst meth="repeat">
      <a:schemeClr val="dk2">
        <a:alpha val="90000"/>
        <a:tint val="40000"/>
      </a:schemeClr>
    </dgm:fillClrLst>
    <dgm:linClrLst meth="repeat">
      <a:schemeClr val="dk2">
        <a:alpha val="90000"/>
        <a:tint val="40000"/>
      </a:schemeClr>
    </dgm:linClrLst>
    <dgm:effectClrLst/>
    <dgm:txLinClrLst/>
    <dgm:txFillClrLst meth="repeat">
      <a:schemeClr val="dk1"/>
    </dgm:txFillClrLst>
    <dgm:txEffectClrLst/>
  </dgm:styleLbl>
  <dgm:styleLbl name="alignAccFollowNode1">
    <dgm:fillClrLst meth="repeat">
      <a:schemeClr val="dk2">
        <a:alpha val="90000"/>
        <a:tint val="40000"/>
      </a:schemeClr>
    </dgm:fillClrLst>
    <dgm:linClrLst meth="repeat">
      <a:schemeClr val="dk2">
        <a:alpha val="90000"/>
        <a:tint val="40000"/>
      </a:schemeClr>
    </dgm:linClrLst>
    <dgm:effectClrLst/>
    <dgm:txLinClrLst/>
    <dgm:txFillClrLst meth="repeat">
      <a:schemeClr val="dk1"/>
    </dgm:txFillClrLst>
    <dgm:txEffectClrLst/>
  </dgm:styleLbl>
  <dgm:styleLbl name="bgAccFollowNode1">
    <dgm:fillClrLst meth="repeat">
      <a:schemeClr val="dk2">
        <a:alpha val="90000"/>
        <a:tint val="40000"/>
      </a:schemeClr>
    </dgm:fillClrLst>
    <dgm:linClrLst meth="repeat">
      <a:schemeClr val="dk2">
        <a:alpha val="90000"/>
        <a:tint val="40000"/>
      </a:schemeClr>
    </dgm:linClrLst>
    <dgm:effectClrLst/>
    <dgm:txLinClrLst/>
    <dgm:txFillClrLst meth="repeat">
      <a:schemeClr val="dk1"/>
    </dgm:txFillClrLst>
    <dgm:txEffectClrLst/>
  </dgm:styleLbl>
  <dgm:styleLbl name="fgAcc0">
    <dgm:fillClrLst meth="repeat">
      <a:schemeClr val="lt2">
        <a:alpha val="90000"/>
      </a:schemeClr>
    </dgm:fillClrLst>
    <dgm:linClrLst meth="repeat">
      <a:schemeClr val="dk2"/>
    </dgm:linClrLst>
    <dgm:effectClrLst/>
    <dgm:txLinClrLst/>
    <dgm:txFillClrLst meth="repeat">
      <a:schemeClr val="dk1"/>
    </dgm:txFillClrLst>
    <dgm:txEffectClrLst/>
  </dgm:styleLbl>
  <dgm:styleLbl name="fgAcc2">
    <dgm:fillClrLst meth="repeat">
      <a:schemeClr val="lt2">
        <a:alpha val="90000"/>
      </a:schemeClr>
    </dgm:fillClrLst>
    <dgm:linClrLst meth="repeat">
      <a:schemeClr val="dk2"/>
    </dgm:linClrLst>
    <dgm:effectClrLst/>
    <dgm:txLinClrLst/>
    <dgm:txFillClrLst meth="repeat">
      <a:schemeClr val="dk1"/>
    </dgm:txFillClrLst>
    <dgm:txEffectClrLst/>
  </dgm:styleLbl>
  <dgm:styleLbl name="fgAcc3">
    <dgm:fillClrLst meth="repeat">
      <a:schemeClr val="lt2">
        <a:alpha val="90000"/>
      </a:schemeClr>
    </dgm:fillClrLst>
    <dgm:linClrLst meth="repeat">
      <a:schemeClr val="dk2"/>
    </dgm:linClrLst>
    <dgm:effectClrLst/>
    <dgm:txLinClrLst/>
    <dgm:txFillClrLst meth="repeat">
      <a:schemeClr val="dk1"/>
    </dgm:txFillClrLst>
    <dgm:txEffectClrLst/>
  </dgm:styleLbl>
  <dgm:styleLbl name="fgAcc4">
    <dgm:fillClrLst meth="repeat">
      <a:schemeClr val="lt2">
        <a:alpha val="90000"/>
      </a:schemeClr>
    </dgm:fillClrLst>
    <dgm:linClrLst meth="repeat">
      <a:schemeClr val="dk2"/>
    </dgm:linClrLst>
    <dgm:effectClrLst/>
    <dgm:txLinClrLst/>
    <dgm:txFillClrLst meth="repeat">
      <a:schemeClr val="dk1"/>
    </dgm:txFillClrLst>
    <dgm:txEffectClrLst/>
  </dgm:styleLbl>
  <dgm:styleLbl name="bgShp">
    <dgm:fillClrLst meth="repeat">
      <a:schemeClr val="dk2">
        <a:tint val="40000"/>
      </a:schemeClr>
    </dgm:fillClrLst>
    <dgm:linClrLst meth="repeat">
      <a:schemeClr val="dk2"/>
    </dgm:linClrLst>
    <dgm:effectClrLst/>
    <dgm:txLinClrLst/>
    <dgm:txFillClrLst meth="repeat">
      <a:schemeClr val="dk1"/>
    </dgm:txFillClrLst>
    <dgm:txEffectClrLst/>
  </dgm:styleLbl>
  <dgm:styleLbl name="dkBgShp">
    <dgm:fillClrLst meth="repeat">
      <a:schemeClr val="dk2">
        <a:shade val="80000"/>
      </a:schemeClr>
    </dgm:fillClrLst>
    <dgm:linClrLst meth="repeat">
      <a:schemeClr val="dk2"/>
    </dgm:linClrLst>
    <dgm:effectClrLst/>
    <dgm:txLinClrLst/>
    <dgm:txFillClrLst meth="repeat">
      <a:schemeClr val="lt1"/>
    </dgm:txFillClrLst>
    <dgm:txEffectClrLst/>
  </dgm:styleLbl>
  <dgm:styleLbl name="trBgShp">
    <dgm:fillClrLst meth="repeat">
      <a:schemeClr val="dk2">
        <a:tint val="50000"/>
        <a:alpha val="40000"/>
      </a:schemeClr>
    </dgm:fillClrLst>
    <dgm:linClrLst meth="repeat">
      <a:schemeClr val="dk2"/>
    </dgm:linClrLst>
    <dgm:effectClrLst/>
    <dgm:txLinClrLst/>
    <dgm:txFillClrLst meth="repeat">
      <a:schemeClr val="lt1"/>
    </dgm:txFillClrLst>
    <dgm:txEffectClrLst/>
  </dgm:styleLbl>
  <dgm:styleLbl name="fgShp">
    <dgm:fillClrLst meth="repeat">
      <a:schemeClr val="dk2">
        <a:tint val="60000"/>
      </a:schemeClr>
    </dgm:fillClrLst>
    <dgm:linClrLst meth="repeat">
      <a:schemeClr val="lt2"/>
    </dgm:linClrLst>
    <dgm:effectClrLst/>
    <dgm:txLinClrLst/>
    <dgm:txFillClrLst meth="repeat">
      <a:schemeClr val="dk1"/>
    </dgm:txFillClrLst>
    <dgm:txEffectClrLst/>
  </dgm:styleLbl>
  <dgm:styleLbl name="revTx">
    <dgm:fillClrLst meth="repeat">
      <a:schemeClr val="lt2">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4.xml><?xml version="1.0" encoding="utf-8"?>
<dgm:colorsDef xmlns:dgm="http://schemas.openxmlformats.org/drawingml/2006/diagram" xmlns:a="http://schemas.openxmlformats.org/drawingml/2006/main" uniqueId="urn:microsoft.com/office/officeart/2005/8/colors/accent0_2">
  <dgm:title val=""/>
  <dgm:desc val=""/>
  <dgm:catLst>
    <dgm:cat type="mainScheme" pri="10200"/>
  </dgm:catLst>
  <dgm:styleLbl name="node0">
    <dgm:fillClrLst meth="repeat">
      <a:schemeClr val="lt1"/>
    </dgm:fillClrLst>
    <dgm:linClrLst meth="repeat">
      <a:schemeClr val="dk2">
        <a:shade val="80000"/>
      </a:schemeClr>
    </dgm:linClrLst>
    <dgm:effectClrLst/>
    <dgm:txLinClrLst/>
    <dgm:txFillClrLst meth="repeat">
      <a:schemeClr val="dk2"/>
    </dgm:txFillClrLst>
    <dgm:txEffectClrLst/>
  </dgm:styleLbl>
  <dgm:styleLbl name="node1">
    <dgm:fillClrLst meth="repeat">
      <a:schemeClr val="lt1"/>
    </dgm:fillClrLst>
    <dgm:linClrLst meth="repeat">
      <a:schemeClr val="dk2">
        <a:shade val="80000"/>
      </a:schemeClr>
    </dgm:linClrLst>
    <dgm:effectClrLst/>
    <dgm:txLinClrLst/>
    <dgm:txFillClrLst meth="repeat">
      <a:schemeClr val="dk2"/>
    </dgm:txFillClrLst>
    <dgm:txEffectClrLst/>
  </dgm:styleLbl>
  <dgm:styleLbl name="alignNode1">
    <dgm:fillClrLst meth="repeat">
      <a:schemeClr val="lt1"/>
    </dgm:fillClrLst>
    <dgm:linClrLst meth="repeat">
      <a:schemeClr val="dk2">
        <a:shade val="80000"/>
      </a:schemeClr>
    </dgm:linClrLst>
    <dgm:effectClrLst/>
    <dgm:txLinClrLst/>
    <dgm:txFillClrLst meth="repeat">
      <a:schemeClr val="dk2"/>
    </dgm:txFillClrLst>
    <dgm:txEffectClrLst/>
  </dgm:styleLbl>
  <dgm:styleLbl name="lnNode1">
    <dgm:fillClrLst meth="repeat">
      <a:schemeClr val="lt1"/>
    </dgm:fillClrLst>
    <dgm:linClrLst meth="repeat">
      <a:schemeClr val="dk2">
        <a:shade val="80000"/>
      </a:schemeClr>
    </dgm:linClrLst>
    <dgm:effectClrLst/>
    <dgm:txLinClrLst/>
    <dgm:txFillClrLst meth="repeat">
      <a:schemeClr val="dk2"/>
    </dgm:txFillClrLst>
    <dgm:txEffectClrLst/>
  </dgm:styleLbl>
  <dgm:styleLbl name="vennNode1">
    <dgm:fillClrLst meth="repeat">
      <a:schemeClr val="lt1">
        <a:alpha val="50000"/>
      </a:schemeClr>
    </dgm:fillClrLst>
    <dgm:linClrLst meth="repeat">
      <a:schemeClr val="dk2">
        <a:shade val="80000"/>
      </a:schemeClr>
    </dgm:linClrLst>
    <dgm:effectClrLst/>
    <dgm:txLinClrLst/>
    <dgm:txFillClrLst/>
    <dgm:txEffectClrLst/>
  </dgm:styleLbl>
  <dgm:styleLbl name="node2">
    <dgm:fillClrLst meth="repeat">
      <a:schemeClr val="lt1"/>
    </dgm:fillClrLst>
    <dgm:linClrLst meth="repeat">
      <a:schemeClr val="dk2">
        <a:shade val="80000"/>
      </a:schemeClr>
    </dgm:linClrLst>
    <dgm:effectClrLst/>
    <dgm:txLinClrLst/>
    <dgm:txFillClrLst meth="repeat">
      <a:schemeClr val="dk2"/>
    </dgm:txFillClrLst>
    <dgm:txEffectClrLst/>
  </dgm:styleLbl>
  <dgm:styleLbl name="node3">
    <dgm:fillClrLst meth="repeat">
      <a:schemeClr val="lt1"/>
    </dgm:fillClrLst>
    <dgm:linClrLst meth="repeat">
      <a:schemeClr val="dk2">
        <a:shade val="80000"/>
      </a:schemeClr>
    </dgm:linClrLst>
    <dgm:effectClrLst/>
    <dgm:txLinClrLst/>
    <dgm:txFillClrLst meth="repeat">
      <a:schemeClr val="dk2"/>
    </dgm:txFillClrLst>
    <dgm:txEffectClrLst/>
  </dgm:styleLbl>
  <dgm:styleLbl name="node4">
    <dgm:fillClrLst meth="repeat">
      <a:schemeClr val="lt1"/>
    </dgm:fillClrLst>
    <dgm:linClrLst meth="repeat">
      <a:schemeClr val="dk2">
        <a:shade val="80000"/>
      </a:schemeClr>
    </dgm:linClrLst>
    <dgm:effectClrLst/>
    <dgm:txLinClrLst/>
    <dgm:txFillClrLst meth="repeat">
      <a:schemeClr val="dk2"/>
    </dgm:txFillClrLst>
    <dgm:txEffectClrLst/>
  </dgm:styleLbl>
  <dgm:styleLbl name="fgImgPlace1">
    <dgm:fillClrLst meth="repeat">
      <a:schemeClr val="dk2">
        <a:tint val="40000"/>
      </a:schemeClr>
    </dgm:fillClrLst>
    <dgm:linClrLst meth="repeat">
      <a:schemeClr val="dk2">
        <a:shade val="80000"/>
      </a:schemeClr>
    </dgm:linClrLst>
    <dgm:effectClrLst/>
    <dgm:txLinClrLst/>
    <dgm:txFillClrLst meth="repeat">
      <a:schemeClr val="lt1"/>
    </dgm:txFillClrLst>
    <dgm:txEffectClrLst/>
  </dgm:styleLbl>
  <dgm:styleLbl name="alignImgPlace1">
    <dgm:fillClrLst meth="repeat">
      <a:schemeClr val="dk2">
        <a:tint val="40000"/>
      </a:schemeClr>
    </dgm:fillClrLst>
    <dgm:linClrLst meth="repeat">
      <a:schemeClr val="dk2">
        <a:shade val="80000"/>
      </a:schemeClr>
    </dgm:linClrLst>
    <dgm:effectClrLst/>
    <dgm:txLinClrLst/>
    <dgm:txFillClrLst meth="repeat">
      <a:schemeClr val="lt1"/>
    </dgm:txFillClrLst>
    <dgm:txEffectClrLst/>
  </dgm:styleLbl>
  <dgm:styleLbl name="bgImgPlace1">
    <dgm:fillClrLst meth="repeat">
      <a:schemeClr val="dk2">
        <a:tint val="40000"/>
      </a:schemeClr>
    </dgm:fillClrLst>
    <dgm:linClrLst meth="repeat">
      <a:schemeClr val="dk2">
        <a:shade val="80000"/>
      </a:schemeClr>
    </dgm:linClrLst>
    <dgm:effectClrLst/>
    <dgm:txLinClrLst/>
    <dgm:txFillClrLst meth="repeat">
      <a:schemeClr val="lt1"/>
    </dgm:txFillClrLst>
    <dgm:txEffectClrLst/>
  </dgm:styleLbl>
  <dgm:styleLbl name="sibTrans2D1">
    <dgm:fillClrLst meth="repeat">
      <a:schemeClr val="dk2">
        <a:tint val="60000"/>
      </a:schemeClr>
    </dgm:fillClrLst>
    <dgm:linClrLst meth="repeat">
      <a:schemeClr val="dk2">
        <a:tint val="60000"/>
      </a:schemeClr>
    </dgm:linClrLst>
    <dgm:effectClrLst/>
    <dgm:txLinClrLst/>
    <dgm:txFillClrLst meth="repeat">
      <a:schemeClr val="dk2"/>
    </dgm:txFillClrLst>
    <dgm:txEffectClrLst/>
  </dgm:styleLbl>
  <dgm:styleLbl name="fgSibTrans2D1">
    <dgm:fillClrLst meth="repeat">
      <a:schemeClr val="dk2">
        <a:tint val="60000"/>
      </a:schemeClr>
    </dgm:fillClrLst>
    <dgm:linClrLst meth="repeat">
      <a:schemeClr val="dk2">
        <a:tint val="60000"/>
      </a:schemeClr>
    </dgm:linClrLst>
    <dgm:effectClrLst/>
    <dgm:txLinClrLst/>
    <dgm:txFillClrLst meth="repeat">
      <a:schemeClr val="dk2"/>
    </dgm:txFillClrLst>
    <dgm:txEffectClrLst/>
  </dgm:styleLbl>
  <dgm:styleLbl name="bgSibTrans2D1">
    <dgm:fillClrLst meth="repeat">
      <a:schemeClr val="dk2">
        <a:tint val="60000"/>
      </a:schemeClr>
    </dgm:fillClrLst>
    <dgm:linClrLst meth="repeat">
      <a:schemeClr val="dk2">
        <a:tint val="60000"/>
      </a:schemeClr>
    </dgm:linClrLst>
    <dgm:effectClrLst/>
    <dgm:txLinClrLst/>
    <dgm:txFillClrLst meth="repeat">
      <a:schemeClr val="dk2"/>
    </dgm:txFillClrLst>
    <dgm:txEffectClrLst/>
  </dgm:styleLbl>
  <dgm:styleLbl name="sibTrans1D1">
    <dgm:fillClrLst meth="repeat">
      <a:schemeClr val="dk2"/>
    </dgm:fillClrLst>
    <dgm:linClrLst meth="repeat">
      <a:schemeClr val="dk2"/>
    </dgm:linClrLst>
    <dgm:effectClrLst/>
    <dgm:txLinClrLst/>
    <dgm:txFillClrLst meth="repeat">
      <a:schemeClr val="tx1"/>
    </dgm:txFillClrLst>
    <dgm:txEffectClrLst/>
  </dgm:styleLbl>
  <dgm:styleLbl name="callout">
    <dgm:fillClrLst meth="repeat">
      <a:schemeClr val="dk2"/>
    </dgm:fillClrLst>
    <dgm:linClrLst meth="repeat">
      <a:schemeClr val="dk2"/>
    </dgm:linClrLst>
    <dgm:effectClrLst/>
    <dgm:txLinClrLst/>
    <dgm:txFillClrLst meth="repeat">
      <a:schemeClr val="tx1"/>
    </dgm:txFillClrLst>
    <dgm:txEffectClrLst/>
  </dgm:styleLbl>
  <dgm:styleLbl name="asst0">
    <dgm:fillClrLst meth="repeat">
      <a:schemeClr val="lt1"/>
    </dgm:fillClrLst>
    <dgm:linClrLst meth="repeat">
      <a:schemeClr val="dk2">
        <a:shade val="80000"/>
      </a:schemeClr>
    </dgm:linClrLst>
    <dgm:effectClrLst/>
    <dgm:txLinClrLst/>
    <dgm:txFillClrLst meth="repeat">
      <a:schemeClr val="dk2"/>
    </dgm:txFillClrLst>
    <dgm:txEffectClrLst/>
  </dgm:styleLbl>
  <dgm:styleLbl name="asst1">
    <dgm:fillClrLst meth="repeat">
      <a:schemeClr val="lt1"/>
    </dgm:fillClrLst>
    <dgm:linClrLst meth="repeat">
      <a:schemeClr val="dk2">
        <a:shade val="80000"/>
      </a:schemeClr>
    </dgm:linClrLst>
    <dgm:effectClrLst/>
    <dgm:txLinClrLst/>
    <dgm:txFillClrLst meth="repeat">
      <a:schemeClr val="dk2"/>
    </dgm:txFillClrLst>
    <dgm:txEffectClrLst/>
  </dgm:styleLbl>
  <dgm:styleLbl name="asst2">
    <dgm:fillClrLst meth="repeat">
      <a:schemeClr val="lt1"/>
    </dgm:fillClrLst>
    <dgm:linClrLst meth="repeat">
      <a:schemeClr val="dk2">
        <a:shade val="80000"/>
      </a:schemeClr>
    </dgm:linClrLst>
    <dgm:effectClrLst/>
    <dgm:txLinClrLst/>
    <dgm:txFillClrLst meth="repeat">
      <a:schemeClr val="dk2"/>
    </dgm:txFillClrLst>
    <dgm:txEffectClrLst/>
  </dgm:styleLbl>
  <dgm:styleLbl name="asst3">
    <dgm:fillClrLst meth="repeat">
      <a:schemeClr val="lt1"/>
    </dgm:fillClrLst>
    <dgm:linClrLst meth="repeat">
      <a:schemeClr val="dk2">
        <a:shade val="80000"/>
      </a:schemeClr>
    </dgm:linClrLst>
    <dgm:effectClrLst/>
    <dgm:txLinClrLst/>
    <dgm:txFillClrLst meth="repeat">
      <a:schemeClr val="dk2"/>
    </dgm:txFillClrLst>
    <dgm:txEffectClrLst/>
  </dgm:styleLbl>
  <dgm:styleLbl name="asst4">
    <dgm:fillClrLst meth="repeat">
      <a:schemeClr val="lt1"/>
    </dgm:fillClrLst>
    <dgm:linClrLst meth="repeat">
      <a:schemeClr val="dk2">
        <a:shade val="80000"/>
      </a:schemeClr>
    </dgm:linClrLst>
    <dgm:effectClrLst/>
    <dgm:txLinClrLst/>
    <dgm:txFillClrLst meth="repeat">
      <a:schemeClr val="dk2"/>
    </dgm:txFillClrLst>
    <dgm:txEffectClrLst/>
  </dgm:styleLbl>
  <dgm:styleLbl name="parChTrans2D1">
    <dgm:fillClrLst meth="repeat">
      <a:schemeClr val="dk2">
        <a:tint val="60000"/>
      </a:schemeClr>
    </dgm:fillClrLst>
    <dgm:linClrLst meth="repeat">
      <a:schemeClr val="dk2">
        <a:tint val="60000"/>
      </a:schemeClr>
    </dgm:linClrLst>
    <dgm:effectClrLst/>
    <dgm:txLinClrLst/>
    <dgm:txFillClrLst/>
    <dgm:txEffectClrLst/>
  </dgm:styleLbl>
  <dgm:styleLbl name="parChTrans2D2">
    <dgm:fillClrLst meth="repeat">
      <a:schemeClr val="dk2"/>
    </dgm:fillClrLst>
    <dgm:linClrLst meth="repeat">
      <a:schemeClr val="dk2"/>
    </dgm:linClrLst>
    <dgm:effectClrLst/>
    <dgm:txLinClrLst/>
    <dgm:txFillClrLst/>
    <dgm:txEffectClrLst/>
  </dgm:styleLbl>
  <dgm:styleLbl name="parChTrans2D3">
    <dgm:fillClrLst meth="repeat">
      <a:schemeClr val="dk2"/>
    </dgm:fillClrLst>
    <dgm:linClrLst meth="repeat">
      <a:schemeClr val="dk2"/>
    </dgm:linClrLst>
    <dgm:effectClrLst/>
    <dgm:txLinClrLst/>
    <dgm:txFillClrLst/>
    <dgm:txEffectClrLst/>
  </dgm:styleLbl>
  <dgm:styleLbl name="parChTrans2D4">
    <dgm:fillClrLst meth="repeat">
      <a:schemeClr val="dk2"/>
    </dgm:fillClrLst>
    <dgm:linClrLst meth="repeat">
      <a:schemeClr val="dk2"/>
    </dgm:linClrLst>
    <dgm:effectClrLst/>
    <dgm:txLinClrLst/>
    <dgm:txFillClrLst meth="repeat">
      <a:schemeClr val="lt1"/>
    </dgm:txFillClrLst>
    <dgm:txEffectClrLst/>
  </dgm:styleLbl>
  <dgm:styleLbl name="parChTrans1D1">
    <dgm:fillClrLst meth="repeat">
      <a:schemeClr val="dk2"/>
    </dgm:fillClrLst>
    <dgm:linClrLst meth="repeat">
      <a:schemeClr val="dk2">
        <a:shade val="60000"/>
      </a:schemeClr>
    </dgm:linClrLst>
    <dgm:effectClrLst/>
    <dgm:txLinClrLst/>
    <dgm:txFillClrLst meth="repeat">
      <a:schemeClr val="tx1"/>
    </dgm:txFillClrLst>
    <dgm:txEffectClrLst/>
  </dgm:styleLbl>
  <dgm:styleLbl name="parChTrans1D2">
    <dgm:fillClrLst meth="repeat">
      <a:schemeClr val="dk2"/>
    </dgm:fillClrLst>
    <dgm:linClrLst meth="repeat">
      <a:schemeClr val="dk2">
        <a:shade val="60000"/>
      </a:schemeClr>
    </dgm:linClrLst>
    <dgm:effectClrLst/>
    <dgm:txLinClrLst/>
    <dgm:txFillClrLst meth="repeat">
      <a:schemeClr val="tx1"/>
    </dgm:txFillClrLst>
    <dgm:txEffectClrLst/>
  </dgm:styleLbl>
  <dgm:styleLbl name="parChTrans1D3">
    <dgm:fillClrLst meth="repeat">
      <a:schemeClr val="dk2"/>
    </dgm:fillClrLst>
    <dgm:linClrLst meth="repeat">
      <a:schemeClr val="dk2">
        <a:shade val="80000"/>
      </a:schemeClr>
    </dgm:linClrLst>
    <dgm:effectClrLst/>
    <dgm:txLinClrLst/>
    <dgm:txFillClrLst meth="repeat">
      <a:schemeClr val="tx1"/>
    </dgm:txFillClrLst>
    <dgm:txEffectClrLst/>
  </dgm:styleLbl>
  <dgm:styleLbl name="parChTrans1D4">
    <dgm:fillClrLst meth="repeat">
      <a:schemeClr val="dk2"/>
    </dgm:fillClrLst>
    <dgm:linClrLst meth="repeat">
      <a:schemeClr val="dk2">
        <a:shade val="80000"/>
      </a:schemeClr>
    </dgm:linClrLst>
    <dgm:effectClrLst/>
    <dgm:txLinClrLst/>
    <dgm:txFillClrLst meth="repeat">
      <a:schemeClr val="tx1"/>
    </dgm:txFillClrLst>
    <dgm:txEffectClrLst/>
  </dgm:styleLbl>
  <dgm:styleLbl name="fgAcc1">
    <dgm:fillClrLst meth="repeat">
      <a:schemeClr val="dk2">
        <a:alpha val="90000"/>
        <a:tint val="40000"/>
      </a:schemeClr>
    </dgm:fillClrLst>
    <dgm:linClrLst meth="repeat">
      <a:schemeClr val="dk2"/>
    </dgm:linClrLst>
    <dgm:effectClrLst/>
    <dgm:txLinClrLst/>
    <dgm:txFillClrLst meth="repeat">
      <a:schemeClr val="dk2"/>
    </dgm:txFillClrLst>
    <dgm:txEffectClrLst/>
  </dgm:styleLbl>
  <dgm:styleLbl name="conFgAcc1">
    <dgm:fillClrLst meth="repeat">
      <a:schemeClr val="dk2">
        <a:alpha val="90000"/>
        <a:tint val="40000"/>
      </a:schemeClr>
    </dgm:fillClrLst>
    <dgm:linClrLst meth="repeat">
      <a:schemeClr val="dk2"/>
    </dgm:linClrLst>
    <dgm:effectClrLst/>
    <dgm:txLinClrLst/>
    <dgm:txFillClrLst meth="repeat">
      <a:schemeClr val="dk2"/>
    </dgm:txFillClrLst>
    <dgm:txEffectClrLst/>
  </dgm:styleLbl>
  <dgm:styleLbl name="alignAcc1">
    <dgm:fillClrLst meth="repeat">
      <a:schemeClr val="dk2">
        <a:alpha val="90000"/>
        <a:tint val="40000"/>
      </a:schemeClr>
    </dgm:fillClrLst>
    <dgm:linClrLst meth="repeat">
      <a:schemeClr val="dk2"/>
    </dgm:linClrLst>
    <dgm:effectClrLst/>
    <dgm:txLinClrLst/>
    <dgm:txFillClrLst meth="repeat">
      <a:schemeClr val="dk2"/>
    </dgm:txFillClrLst>
    <dgm:txEffectClrLst/>
  </dgm:styleLbl>
  <dgm:styleLbl name="trAlignAcc1">
    <dgm:fillClrLst meth="repeat">
      <a:schemeClr val="dk2">
        <a:alpha val="40000"/>
        <a:tint val="40000"/>
      </a:schemeClr>
    </dgm:fillClrLst>
    <dgm:linClrLst meth="repeat">
      <a:schemeClr val="dk2"/>
    </dgm:linClrLst>
    <dgm:effectClrLst/>
    <dgm:txLinClrLst/>
    <dgm:txFillClrLst meth="repeat">
      <a:schemeClr val="dk2"/>
    </dgm:txFillClrLst>
    <dgm:txEffectClrLst/>
  </dgm:styleLbl>
  <dgm:styleLbl name="bgAcc1">
    <dgm:fillClrLst meth="repeat">
      <a:schemeClr val="dk2">
        <a:alpha val="90000"/>
        <a:tint val="40000"/>
      </a:schemeClr>
    </dgm:fillClrLst>
    <dgm:linClrLst meth="repeat">
      <a:schemeClr val="dk2"/>
    </dgm:linClrLst>
    <dgm:effectClrLst/>
    <dgm:txLinClrLst/>
    <dgm:txFillClrLst meth="repeat">
      <a:schemeClr val="dk2"/>
    </dgm:txFillClrLst>
    <dgm:txEffectClrLst/>
  </dgm:styleLbl>
  <dgm:styleLbl name="solidFgAcc1">
    <dgm:fillClrLst meth="repeat">
      <a:schemeClr val="lt1"/>
    </dgm:fillClrLst>
    <dgm:linClrLst meth="repeat">
      <a:schemeClr val="dk2"/>
    </dgm:linClrLst>
    <dgm:effectClrLst/>
    <dgm:txLinClrLst/>
    <dgm:txFillClrLst meth="repeat">
      <a:schemeClr val="dk2"/>
    </dgm:txFillClrLst>
    <dgm:txEffectClrLst/>
  </dgm:styleLbl>
  <dgm:styleLbl name="solidAlignAcc1">
    <dgm:fillClrLst meth="repeat">
      <a:schemeClr val="lt1"/>
    </dgm:fillClrLst>
    <dgm:linClrLst meth="repeat">
      <a:schemeClr val="dk2"/>
    </dgm:linClrLst>
    <dgm:effectClrLst/>
    <dgm:txLinClrLst/>
    <dgm:txFillClrLst meth="repeat">
      <a:schemeClr val="dk2"/>
    </dgm:txFillClrLst>
    <dgm:txEffectClrLst/>
  </dgm:styleLbl>
  <dgm:styleLbl name="solidBgAcc1">
    <dgm:fillClrLst meth="repeat">
      <a:schemeClr val="lt1"/>
    </dgm:fillClrLst>
    <dgm:linClrLst meth="repeat">
      <a:schemeClr val="dk2"/>
    </dgm:linClrLst>
    <dgm:effectClrLst/>
    <dgm:txLinClrLst/>
    <dgm:txFillClrLst meth="repeat">
      <a:schemeClr val="dk2"/>
    </dgm:txFillClrLst>
    <dgm:txEffectClrLst/>
  </dgm:styleLbl>
  <dgm:styleLbl name="fgAccFollowNode1">
    <dgm:fillClrLst meth="repeat">
      <a:schemeClr val="lt1">
        <a:alpha val="90000"/>
        <a:tint val="40000"/>
      </a:schemeClr>
    </dgm:fillClrLst>
    <dgm:linClrLst meth="repeat">
      <a:schemeClr val="dk2">
        <a:alpha val="90000"/>
      </a:schemeClr>
    </dgm:linClrLst>
    <dgm:effectClrLst/>
    <dgm:txLinClrLst/>
    <dgm:txFillClrLst meth="repeat">
      <a:schemeClr val="dk2"/>
    </dgm:txFillClrLst>
    <dgm:txEffectClrLst/>
  </dgm:styleLbl>
  <dgm:styleLbl name="alignAccFollowNode1">
    <dgm:fillClrLst meth="repeat">
      <a:schemeClr val="lt1">
        <a:alpha val="90000"/>
        <a:tint val="40000"/>
      </a:schemeClr>
    </dgm:fillClrLst>
    <dgm:linClrLst meth="repeat">
      <a:schemeClr val="dk2">
        <a:alpha val="90000"/>
      </a:schemeClr>
    </dgm:linClrLst>
    <dgm:effectClrLst/>
    <dgm:txLinClrLst/>
    <dgm:txFillClrLst meth="repeat">
      <a:schemeClr val="dk2"/>
    </dgm:txFillClrLst>
    <dgm:txEffectClrLst/>
  </dgm:styleLbl>
  <dgm:styleLbl name="bgAccFollowNode1">
    <dgm:fillClrLst meth="repeat">
      <a:schemeClr val="lt1">
        <a:alpha val="90000"/>
        <a:tint val="40000"/>
      </a:schemeClr>
    </dgm:fillClrLst>
    <dgm:linClrLst meth="repeat">
      <a:schemeClr val="dk2">
        <a:alpha val="90000"/>
      </a:schemeClr>
    </dgm:linClrLst>
    <dgm:effectClrLst/>
    <dgm:txLinClrLst/>
    <dgm:txFillClrLst meth="repeat">
      <a:schemeClr val="dk2"/>
    </dgm:txFillClrLst>
    <dgm:txEffectClrLst/>
  </dgm:styleLbl>
  <dgm:styleLbl name="fgAcc0">
    <dgm:fillClrLst meth="repeat">
      <a:schemeClr val="dk2">
        <a:alpha val="90000"/>
        <a:tint val="40000"/>
      </a:schemeClr>
    </dgm:fillClrLst>
    <dgm:linClrLst meth="repeat">
      <a:schemeClr val="dk2"/>
    </dgm:linClrLst>
    <dgm:effectClrLst/>
    <dgm:txLinClrLst/>
    <dgm:txFillClrLst meth="repeat">
      <a:schemeClr val="dk2"/>
    </dgm:txFillClrLst>
    <dgm:txEffectClrLst/>
  </dgm:styleLbl>
  <dgm:styleLbl name="fgAcc2">
    <dgm:fillClrLst meth="repeat">
      <a:schemeClr val="dk2">
        <a:alpha val="90000"/>
        <a:tint val="40000"/>
      </a:schemeClr>
    </dgm:fillClrLst>
    <dgm:linClrLst meth="repeat">
      <a:schemeClr val="dk2"/>
    </dgm:linClrLst>
    <dgm:effectClrLst/>
    <dgm:txLinClrLst/>
    <dgm:txFillClrLst meth="repeat">
      <a:schemeClr val="dk2"/>
    </dgm:txFillClrLst>
    <dgm:txEffectClrLst/>
  </dgm:styleLbl>
  <dgm:styleLbl name="fgAcc3">
    <dgm:fillClrLst meth="repeat">
      <a:schemeClr val="dk2">
        <a:alpha val="90000"/>
        <a:tint val="40000"/>
      </a:schemeClr>
    </dgm:fillClrLst>
    <dgm:linClrLst meth="repeat">
      <a:schemeClr val="dk2"/>
    </dgm:linClrLst>
    <dgm:effectClrLst/>
    <dgm:txLinClrLst/>
    <dgm:txFillClrLst meth="repeat">
      <a:schemeClr val="dk2"/>
    </dgm:txFillClrLst>
    <dgm:txEffectClrLst/>
  </dgm:styleLbl>
  <dgm:styleLbl name="fgAcc4">
    <dgm:fillClrLst meth="repeat">
      <a:schemeClr val="dk2">
        <a:alpha val="90000"/>
        <a:tint val="40000"/>
      </a:schemeClr>
    </dgm:fillClrLst>
    <dgm:linClrLst meth="repeat">
      <a:schemeClr val="dk2"/>
    </dgm:linClrLst>
    <dgm:effectClrLst/>
    <dgm:txLinClrLst/>
    <dgm:txFillClrLst meth="repeat">
      <a:schemeClr val="dk2"/>
    </dgm:txFillClrLst>
    <dgm:txEffectClrLst/>
  </dgm:styleLbl>
  <dgm:styleLbl name="bgShp">
    <dgm:fillClrLst meth="repeat">
      <a:schemeClr val="dk2">
        <a:tint val="40000"/>
      </a:schemeClr>
    </dgm:fillClrLst>
    <dgm:linClrLst meth="repeat">
      <a:schemeClr val="dk2"/>
    </dgm:linClrLst>
    <dgm:effectClrLst/>
    <dgm:txLinClrLst/>
    <dgm:txFillClrLst meth="repeat">
      <a:schemeClr val="dk1"/>
    </dgm:txFillClrLst>
    <dgm:txEffectClrLst/>
  </dgm:styleLbl>
  <dgm:styleLbl name="dkBgShp">
    <dgm:fillClrLst meth="repeat">
      <a:schemeClr val="dk2">
        <a:shade val="80000"/>
      </a:schemeClr>
    </dgm:fillClrLst>
    <dgm:linClrLst meth="repeat">
      <a:schemeClr val="dk2"/>
    </dgm:linClrLst>
    <dgm:effectClrLst/>
    <dgm:txLinClrLst/>
    <dgm:txFillClrLst meth="repeat">
      <a:schemeClr val="lt2"/>
    </dgm:txFillClrLst>
    <dgm:txEffectClrLst/>
  </dgm:styleLbl>
  <dgm:styleLbl name="trBgShp">
    <dgm:fillClrLst meth="repeat">
      <a:schemeClr val="dk2">
        <a:tint val="50000"/>
        <a:alpha val="40000"/>
      </a:schemeClr>
    </dgm:fillClrLst>
    <dgm:linClrLst meth="repeat">
      <a:schemeClr val="dk2"/>
    </dgm:linClrLst>
    <dgm:effectClrLst/>
    <dgm:txLinClrLst/>
    <dgm:txFillClrLst meth="repeat">
      <a:schemeClr val="lt2"/>
    </dgm:txFillClrLst>
    <dgm:txEffectClrLst/>
  </dgm:styleLbl>
  <dgm:styleLbl name="fgShp">
    <dgm:fillClrLst meth="repeat">
      <a:schemeClr val="dk2">
        <a:tint val="60000"/>
      </a:schemeClr>
    </dgm:fillClrLst>
    <dgm:linClrLst meth="repeat">
      <a:schemeClr val="lt1"/>
    </dgm:linClrLst>
    <dgm:effectClrLst/>
    <dgm:txLinClrLst/>
    <dgm:txFillClrLst meth="repeat">
      <a:schemeClr val="dk2"/>
    </dgm:txFillClrLst>
    <dgm:txEffectClrLst/>
  </dgm:styleLbl>
  <dgm:styleLbl name="revTx">
    <dgm:fillClrLst meth="repeat">
      <a:schemeClr val="lt1">
        <a:alpha val="0"/>
      </a:schemeClr>
    </dgm:fillClrLst>
    <dgm:linClrLst meth="repeat">
      <a:schemeClr val="dk2">
        <a:alpha val="0"/>
      </a:schemeClr>
    </dgm:linClrLst>
    <dgm:effectClrLst/>
    <dgm:txLinClrLst/>
    <dgm:txFillClrLst meth="repeat">
      <a:schemeClr val="tx1"/>
    </dgm:txFillClrLst>
    <dgm:txEffectClrLst/>
  </dgm:styleLbl>
</dgm:colorsDef>
</file>

<file path=ppt/diagrams/colors5.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6.xml><?xml version="1.0" encoding="utf-8"?>
<dgm:colorsDef xmlns:dgm="http://schemas.openxmlformats.org/drawingml/2006/diagram" xmlns:a="http://schemas.openxmlformats.org/drawingml/2006/main" uniqueId="urn:microsoft.com/office/officeart/2005/8/colors/accent0_3">
  <dgm:title val=""/>
  <dgm:desc val=""/>
  <dgm:catLst>
    <dgm:cat type="mainScheme" pri="10300"/>
  </dgm:catLst>
  <dgm:styleLbl name="node0">
    <dgm:fillClrLst meth="repeat">
      <a:schemeClr val="dk2"/>
    </dgm:fillClrLst>
    <dgm:linClrLst meth="repeat">
      <a:schemeClr val="lt2"/>
    </dgm:linClrLst>
    <dgm:effectClrLst/>
    <dgm:txLinClrLst/>
    <dgm:txFillClrLst/>
    <dgm:txEffectClrLst/>
  </dgm:styleLbl>
  <dgm:styleLbl name="alignNode1">
    <dgm:fillClrLst meth="repeat">
      <a:schemeClr val="dk2"/>
    </dgm:fillClrLst>
    <dgm:linClrLst meth="repeat">
      <a:schemeClr val="dk2"/>
    </dgm:linClrLst>
    <dgm:effectClrLst/>
    <dgm:txLinClrLst/>
    <dgm:txFillClrLst/>
    <dgm:txEffectClrLst/>
  </dgm:styleLbl>
  <dgm:styleLbl name="node1">
    <dgm:fillClrLst meth="repeat">
      <a:schemeClr val="dk2"/>
    </dgm:fillClrLst>
    <dgm:linClrLst meth="repeat">
      <a:schemeClr val="lt2"/>
    </dgm:linClrLst>
    <dgm:effectClrLst/>
    <dgm:txLinClrLst/>
    <dgm:txFillClrLst/>
    <dgm:txEffectClrLst/>
  </dgm:styleLbl>
  <dgm:styleLbl name="lnNode1">
    <dgm:fillClrLst meth="repeat">
      <a:schemeClr val="dk2"/>
    </dgm:fillClrLst>
    <dgm:linClrLst meth="repeat">
      <a:schemeClr val="lt2"/>
    </dgm:linClrLst>
    <dgm:effectClrLst/>
    <dgm:txLinClrLst/>
    <dgm:txFillClrLst/>
    <dgm:txEffectClrLst/>
  </dgm:styleLbl>
  <dgm:styleLbl name="vennNode1">
    <dgm:fillClrLst meth="repeat">
      <a:schemeClr val="dk2">
        <a:alpha val="50000"/>
      </a:schemeClr>
    </dgm:fillClrLst>
    <dgm:linClrLst meth="repeat">
      <a:schemeClr val="lt2"/>
    </dgm:linClrLst>
    <dgm:effectClrLst/>
    <dgm:txLinClrLst/>
    <dgm:txFillClrLst/>
    <dgm:txEffectClrLst/>
  </dgm:styleLbl>
  <dgm:styleLbl name="node2">
    <dgm:fillClrLst meth="repeat">
      <a:schemeClr val="dk2"/>
    </dgm:fillClrLst>
    <dgm:linClrLst meth="repeat">
      <a:schemeClr val="lt2"/>
    </dgm:linClrLst>
    <dgm:effectClrLst/>
    <dgm:txLinClrLst/>
    <dgm:txFillClrLst/>
    <dgm:txEffectClrLst/>
  </dgm:styleLbl>
  <dgm:styleLbl name="node3">
    <dgm:fillClrLst meth="repeat">
      <a:schemeClr val="dk2"/>
    </dgm:fillClrLst>
    <dgm:linClrLst meth="repeat">
      <a:schemeClr val="lt2"/>
    </dgm:linClrLst>
    <dgm:effectClrLst/>
    <dgm:txLinClrLst/>
    <dgm:txFillClrLst/>
    <dgm:txEffectClrLst/>
  </dgm:styleLbl>
  <dgm:styleLbl name="node4">
    <dgm:fillClrLst meth="repeat">
      <a:schemeClr val="dk2"/>
    </dgm:fillClrLst>
    <dgm:linClrLst meth="repeat">
      <a:schemeClr val="lt2"/>
    </dgm:linClrLst>
    <dgm:effectClrLst/>
    <dgm:txLinClrLst/>
    <dgm:txFillClrLst/>
    <dgm:txEffectClrLst/>
  </dgm:styleLbl>
  <dgm:styleLbl name="fgImgPlace1">
    <dgm:fillClrLst meth="repeat">
      <a:schemeClr val="dk2">
        <a:tint val="50000"/>
      </a:schemeClr>
    </dgm:fillClrLst>
    <dgm:linClrLst meth="repeat">
      <a:schemeClr val="lt2"/>
    </dgm:linClrLst>
    <dgm:effectClrLst/>
    <dgm:txLinClrLst/>
    <dgm:txFillClrLst meth="repeat">
      <a:schemeClr val="lt2"/>
    </dgm:txFillClrLst>
    <dgm:txEffectClrLst/>
  </dgm:styleLbl>
  <dgm:styleLbl name="alignImgPlace1">
    <dgm:fillClrLst meth="repeat">
      <a:schemeClr val="dk2">
        <a:tint val="50000"/>
      </a:schemeClr>
    </dgm:fillClrLst>
    <dgm:linClrLst meth="repeat">
      <a:schemeClr val="dk2">
        <a:shade val="80000"/>
      </a:schemeClr>
    </dgm:linClrLst>
    <dgm:effectClrLst/>
    <dgm:txLinClrLst/>
    <dgm:txFillClrLst meth="repeat">
      <a:schemeClr val="lt2"/>
    </dgm:txFillClrLst>
    <dgm:txEffectClrLst/>
  </dgm:styleLbl>
  <dgm:styleLbl name="bgImgPlace1">
    <dgm:fillClrLst meth="repeat">
      <a:schemeClr val="dk2">
        <a:tint val="50000"/>
      </a:schemeClr>
    </dgm:fillClrLst>
    <dgm:linClrLst meth="repeat">
      <a:schemeClr val="dk2">
        <a:shade val="80000"/>
      </a:schemeClr>
    </dgm:linClrLst>
    <dgm:effectClrLst/>
    <dgm:txLinClrLst/>
    <dgm:txFillClrLst meth="repeat">
      <a:schemeClr val="lt2"/>
    </dgm:txFillClrLst>
    <dgm:txEffectClrLst/>
  </dgm:styleLbl>
  <dgm:styleLbl name="sibTrans2D1">
    <dgm:fillClrLst meth="repeat">
      <a:schemeClr val="dk2">
        <a:tint val="60000"/>
      </a:schemeClr>
    </dgm:fillClrLst>
    <dgm:linClrLst meth="repeat">
      <a:schemeClr val="dk2">
        <a:tint val="60000"/>
      </a:schemeClr>
    </dgm:linClrLst>
    <dgm:effectClrLst/>
    <dgm:txLinClrLst/>
    <dgm:txFillClrLst/>
    <dgm:txEffectClrLst/>
  </dgm:styleLbl>
  <dgm:styleLbl name="fgSibTrans2D1">
    <dgm:fillClrLst meth="repeat">
      <a:schemeClr val="dk2">
        <a:tint val="60000"/>
      </a:schemeClr>
    </dgm:fillClrLst>
    <dgm:linClrLst meth="repeat">
      <a:schemeClr val="dk2">
        <a:tint val="60000"/>
      </a:schemeClr>
    </dgm:linClrLst>
    <dgm:effectClrLst/>
    <dgm:txLinClrLst/>
    <dgm:txFillClrLst/>
    <dgm:txEffectClrLst/>
  </dgm:styleLbl>
  <dgm:styleLbl name="bgSibTrans2D1">
    <dgm:fillClrLst meth="repeat">
      <a:schemeClr val="dk2">
        <a:tint val="60000"/>
      </a:schemeClr>
    </dgm:fillClrLst>
    <dgm:linClrLst meth="repeat">
      <a:schemeClr val="dk2">
        <a:tint val="60000"/>
      </a:schemeClr>
    </dgm:linClrLst>
    <dgm:effectClrLst/>
    <dgm:txLinClrLst/>
    <dgm:txFillClrLst/>
    <dgm:txEffectClrLst/>
  </dgm:styleLbl>
  <dgm:styleLbl name="sibTrans1D1">
    <dgm:fillClrLst meth="repeat">
      <a:schemeClr val="dk2"/>
    </dgm:fillClrLst>
    <dgm:linClrLst meth="repeat">
      <a:schemeClr val="dk2"/>
    </dgm:linClrLst>
    <dgm:effectClrLst/>
    <dgm:txLinClrLst/>
    <dgm:txFillClrLst meth="repeat">
      <a:schemeClr val="lt2"/>
    </dgm:txFillClrLst>
    <dgm:txEffectClrLst/>
  </dgm:styleLbl>
  <dgm:styleLbl name="callout">
    <dgm:fillClrLst meth="repeat">
      <a:schemeClr val="dk2"/>
    </dgm:fillClrLst>
    <dgm:linClrLst meth="repeat">
      <a:schemeClr val="dk2">
        <a:tint val="50000"/>
      </a:schemeClr>
    </dgm:linClrLst>
    <dgm:effectClrLst/>
    <dgm:txLinClrLst/>
    <dgm:txFillClrLst meth="repeat">
      <a:schemeClr val="lt2"/>
    </dgm:txFillClrLst>
    <dgm:txEffectClrLst/>
  </dgm:styleLbl>
  <dgm:styleLbl name="asst0">
    <dgm:fillClrLst meth="repeat">
      <a:schemeClr val="dk2"/>
    </dgm:fillClrLst>
    <dgm:linClrLst meth="repeat">
      <a:schemeClr val="lt2"/>
    </dgm:linClrLst>
    <dgm:effectClrLst/>
    <dgm:txLinClrLst/>
    <dgm:txFillClrLst/>
    <dgm:txEffectClrLst/>
  </dgm:styleLbl>
  <dgm:styleLbl name="asst1">
    <dgm:fillClrLst meth="repeat">
      <a:schemeClr val="dk2"/>
    </dgm:fillClrLst>
    <dgm:linClrLst meth="repeat">
      <a:schemeClr val="lt2"/>
    </dgm:linClrLst>
    <dgm:effectClrLst/>
    <dgm:txLinClrLst/>
    <dgm:txFillClrLst/>
    <dgm:txEffectClrLst/>
  </dgm:styleLbl>
  <dgm:styleLbl name="asst2">
    <dgm:fillClrLst meth="repeat">
      <a:schemeClr val="dk2"/>
    </dgm:fillClrLst>
    <dgm:linClrLst meth="repeat">
      <a:schemeClr val="lt2"/>
    </dgm:linClrLst>
    <dgm:effectClrLst/>
    <dgm:txLinClrLst/>
    <dgm:txFillClrLst/>
    <dgm:txEffectClrLst/>
  </dgm:styleLbl>
  <dgm:styleLbl name="asst3">
    <dgm:fillClrLst meth="repeat">
      <a:schemeClr val="dk2"/>
    </dgm:fillClrLst>
    <dgm:linClrLst meth="repeat">
      <a:schemeClr val="lt2"/>
    </dgm:linClrLst>
    <dgm:effectClrLst/>
    <dgm:txLinClrLst/>
    <dgm:txFillClrLst/>
    <dgm:txEffectClrLst/>
  </dgm:styleLbl>
  <dgm:styleLbl name="asst4">
    <dgm:fillClrLst meth="repeat">
      <a:schemeClr val="dk2"/>
    </dgm:fillClrLst>
    <dgm:linClrLst meth="repeat">
      <a:schemeClr val="lt2"/>
    </dgm:linClrLst>
    <dgm:effectClrLst/>
    <dgm:txLinClrLst/>
    <dgm:txFillClrLst/>
    <dgm:txEffectClrLst/>
  </dgm:styleLbl>
  <dgm:styleLbl name="parChTrans2D1">
    <dgm:fillClrLst meth="repeat">
      <a:schemeClr val="dk2">
        <a:tint val="60000"/>
      </a:schemeClr>
    </dgm:fillClrLst>
    <dgm:linClrLst meth="repeat">
      <a:schemeClr val="dk2">
        <a:tint val="60000"/>
      </a:schemeClr>
    </dgm:linClrLst>
    <dgm:effectClrLst/>
    <dgm:txLinClrLst/>
    <dgm:txFillClrLst meth="repeat">
      <a:schemeClr val="lt2"/>
    </dgm:txFillClrLst>
    <dgm:txEffectClrLst/>
  </dgm:styleLbl>
  <dgm:styleLbl name="parChTrans2D2">
    <dgm:fillClrLst meth="repeat">
      <a:schemeClr val="dk2"/>
    </dgm:fillClrLst>
    <dgm:linClrLst meth="repeat">
      <a:schemeClr val="dk2"/>
    </dgm:linClrLst>
    <dgm:effectClrLst/>
    <dgm:txLinClrLst/>
    <dgm:txFillClrLst meth="repeat">
      <a:schemeClr val="lt2"/>
    </dgm:txFillClrLst>
    <dgm:txEffectClrLst/>
  </dgm:styleLbl>
  <dgm:styleLbl name="parChTrans2D3">
    <dgm:fillClrLst meth="repeat">
      <a:schemeClr val="dk2"/>
    </dgm:fillClrLst>
    <dgm:linClrLst meth="repeat">
      <a:schemeClr val="dk2"/>
    </dgm:linClrLst>
    <dgm:effectClrLst/>
    <dgm:txLinClrLst/>
    <dgm:txFillClrLst meth="repeat">
      <a:schemeClr val="lt2"/>
    </dgm:txFillClrLst>
    <dgm:txEffectClrLst/>
  </dgm:styleLbl>
  <dgm:styleLbl name="parChTrans2D4">
    <dgm:fillClrLst meth="repeat">
      <a:schemeClr val="dk2"/>
    </dgm:fillClrLst>
    <dgm:linClrLst meth="repeat">
      <a:schemeClr val="dk2"/>
    </dgm:linClrLst>
    <dgm:effectClrLst/>
    <dgm:txLinClrLst/>
    <dgm:txFillClrLst meth="repeat">
      <a:schemeClr val="lt2"/>
    </dgm:txFillClrLst>
    <dgm:txEffectClrLst/>
  </dgm:styleLbl>
  <dgm:styleLbl name="parChTrans1D1">
    <dgm:fillClrLst meth="repeat">
      <a:schemeClr val="dk2"/>
    </dgm:fillClrLst>
    <dgm:linClrLst meth="repeat">
      <a:schemeClr val="dk2">
        <a:shade val="60000"/>
      </a:schemeClr>
    </dgm:linClrLst>
    <dgm:effectClrLst/>
    <dgm:txLinClrLst/>
    <dgm:txFillClrLst meth="repeat">
      <a:schemeClr val="tx1"/>
    </dgm:txFillClrLst>
    <dgm:txEffectClrLst/>
  </dgm:styleLbl>
  <dgm:styleLbl name="parChTrans1D2">
    <dgm:fillClrLst meth="repeat">
      <a:schemeClr val="dk2"/>
    </dgm:fillClrLst>
    <dgm:linClrLst meth="repeat">
      <a:schemeClr val="dk2">
        <a:shade val="60000"/>
      </a:schemeClr>
    </dgm:linClrLst>
    <dgm:effectClrLst/>
    <dgm:txLinClrLst/>
    <dgm:txFillClrLst meth="repeat">
      <a:schemeClr val="tx1"/>
    </dgm:txFillClrLst>
    <dgm:txEffectClrLst/>
  </dgm:styleLbl>
  <dgm:styleLbl name="parChTrans1D3">
    <dgm:fillClrLst meth="repeat">
      <a:schemeClr val="dk2"/>
    </dgm:fillClrLst>
    <dgm:linClrLst meth="repeat">
      <a:schemeClr val="dk2">
        <a:shade val="80000"/>
      </a:schemeClr>
    </dgm:linClrLst>
    <dgm:effectClrLst/>
    <dgm:txLinClrLst/>
    <dgm:txFillClrLst meth="repeat">
      <a:schemeClr val="tx1"/>
    </dgm:txFillClrLst>
    <dgm:txEffectClrLst/>
  </dgm:styleLbl>
  <dgm:styleLbl name="parChTrans1D4">
    <dgm:fillClrLst meth="repeat">
      <a:schemeClr val="dk2"/>
    </dgm:fillClrLst>
    <dgm:linClrLst meth="repeat">
      <a:schemeClr val="dk2">
        <a:shade val="80000"/>
      </a:schemeClr>
    </dgm:linClrLst>
    <dgm:effectClrLst/>
    <dgm:txLinClrLst/>
    <dgm:txFillClrLst meth="repeat">
      <a:schemeClr val="tx1"/>
    </dgm:txFillClrLst>
    <dgm:txEffectClrLst/>
  </dgm:styleLbl>
  <dgm:styleLbl name="fg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conFg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align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trAlignAcc1">
    <dgm:fillClrLst meth="repeat">
      <a:schemeClr val="lt2">
        <a:alpha val="40000"/>
      </a:schemeClr>
    </dgm:fillClrLst>
    <dgm:linClrLst meth="repeat">
      <a:schemeClr val="dk2"/>
    </dgm:linClrLst>
    <dgm:effectClrLst/>
    <dgm:txLinClrLst/>
    <dgm:txFillClrLst meth="repeat">
      <a:schemeClr val="dk1"/>
    </dgm:txFillClrLst>
    <dgm:txEffectClrLst/>
  </dgm:styleLbl>
  <dgm:styleLbl name="bg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solidFgAcc1">
    <dgm:fillClrLst meth="repeat">
      <a:schemeClr val="lt2"/>
    </dgm:fillClrLst>
    <dgm:linClrLst meth="repeat">
      <a:schemeClr val="dk2"/>
    </dgm:linClrLst>
    <dgm:effectClrLst/>
    <dgm:txLinClrLst/>
    <dgm:txFillClrLst meth="repeat">
      <a:schemeClr val="dk1"/>
    </dgm:txFillClrLst>
    <dgm:txEffectClrLst/>
  </dgm:styleLbl>
  <dgm:styleLbl name="solidAlignAcc1">
    <dgm:fillClrLst meth="repeat">
      <a:schemeClr val="lt2"/>
    </dgm:fillClrLst>
    <dgm:linClrLst meth="repeat">
      <a:schemeClr val="dk2"/>
    </dgm:linClrLst>
    <dgm:effectClrLst/>
    <dgm:txLinClrLst/>
    <dgm:txFillClrLst meth="repeat">
      <a:schemeClr val="dk1"/>
    </dgm:txFillClrLst>
    <dgm:txEffectClrLst/>
  </dgm:styleLbl>
  <dgm:styleLbl name="solidBgAcc1">
    <dgm:fillClrLst meth="repeat">
      <a:schemeClr val="lt2"/>
    </dgm:fillClrLst>
    <dgm:linClrLst meth="repeat">
      <a:schemeClr val="dk2"/>
    </dgm:linClrLst>
    <dgm:effectClrLst/>
    <dgm:txLinClrLst/>
    <dgm:txFillClrLst meth="repeat">
      <a:schemeClr val="dk1"/>
    </dgm:txFillClrLst>
    <dgm:txEffectClrLst/>
  </dgm:styleLbl>
  <dgm:styleLbl name="fgAccFollowNode1">
    <dgm:fillClrLst meth="repeat">
      <a:schemeClr val="dk2">
        <a:alpha val="90000"/>
        <a:tint val="40000"/>
      </a:schemeClr>
    </dgm:fillClrLst>
    <dgm:linClrLst meth="repeat">
      <a:schemeClr val="dk2">
        <a:alpha val="90000"/>
        <a:tint val="40000"/>
      </a:schemeClr>
    </dgm:linClrLst>
    <dgm:effectClrLst/>
    <dgm:txLinClrLst/>
    <dgm:txFillClrLst meth="repeat">
      <a:schemeClr val="dk1"/>
    </dgm:txFillClrLst>
    <dgm:txEffectClrLst/>
  </dgm:styleLbl>
  <dgm:styleLbl name="alignAccFollowNode1">
    <dgm:fillClrLst meth="repeat">
      <a:schemeClr val="dk2">
        <a:alpha val="90000"/>
        <a:tint val="40000"/>
      </a:schemeClr>
    </dgm:fillClrLst>
    <dgm:linClrLst meth="repeat">
      <a:schemeClr val="dk2">
        <a:alpha val="90000"/>
        <a:tint val="40000"/>
      </a:schemeClr>
    </dgm:linClrLst>
    <dgm:effectClrLst/>
    <dgm:txLinClrLst/>
    <dgm:txFillClrLst meth="repeat">
      <a:schemeClr val="dk1"/>
    </dgm:txFillClrLst>
    <dgm:txEffectClrLst/>
  </dgm:styleLbl>
  <dgm:styleLbl name="bgAccFollowNode1">
    <dgm:fillClrLst meth="repeat">
      <a:schemeClr val="dk2">
        <a:alpha val="90000"/>
        <a:tint val="40000"/>
      </a:schemeClr>
    </dgm:fillClrLst>
    <dgm:linClrLst meth="repeat">
      <a:schemeClr val="dk2">
        <a:alpha val="90000"/>
        <a:tint val="40000"/>
      </a:schemeClr>
    </dgm:linClrLst>
    <dgm:effectClrLst/>
    <dgm:txLinClrLst/>
    <dgm:txFillClrLst meth="repeat">
      <a:schemeClr val="dk1"/>
    </dgm:txFillClrLst>
    <dgm:txEffectClrLst/>
  </dgm:styleLbl>
  <dgm:styleLbl name="fgAcc0">
    <dgm:fillClrLst meth="repeat">
      <a:schemeClr val="lt2">
        <a:alpha val="90000"/>
      </a:schemeClr>
    </dgm:fillClrLst>
    <dgm:linClrLst meth="repeat">
      <a:schemeClr val="dk2"/>
    </dgm:linClrLst>
    <dgm:effectClrLst/>
    <dgm:txLinClrLst/>
    <dgm:txFillClrLst meth="repeat">
      <a:schemeClr val="dk1"/>
    </dgm:txFillClrLst>
    <dgm:txEffectClrLst/>
  </dgm:styleLbl>
  <dgm:styleLbl name="fgAcc2">
    <dgm:fillClrLst meth="repeat">
      <a:schemeClr val="lt2">
        <a:alpha val="90000"/>
      </a:schemeClr>
    </dgm:fillClrLst>
    <dgm:linClrLst meth="repeat">
      <a:schemeClr val="dk2"/>
    </dgm:linClrLst>
    <dgm:effectClrLst/>
    <dgm:txLinClrLst/>
    <dgm:txFillClrLst meth="repeat">
      <a:schemeClr val="dk1"/>
    </dgm:txFillClrLst>
    <dgm:txEffectClrLst/>
  </dgm:styleLbl>
  <dgm:styleLbl name="fgAcc3">
    <dgm:fillClrLst meth="repeat">
      <a:schemeClr val="lt2">
        <a:alpha val="90000"/>
      </a:schemeClr>
    </dgm:fillClrLst>
    <dgm:linClrLst meth="repeat">
      <a:schemeClr val="dk2"/>
    </dgm:linClrLst>
    <dgm:effectClrLst/>
    <dgm:txLinClrLst/>
    <dgm:txFillClrLst meth="repeat">
      <a:schemeClr val="dk1"/>
    </dgm:txFillClrLst>
    <dgm:txEffectClrLst/>
  </dgm:styleLbl>
  <dgm:styleLbl name="fgAcc4">
    <dgm:fillClrLst meth="repeat">
      <a:schemeClr val="lt2">
        <a:alpha val="90000"/>
      </a:schemeClr>
    </dgm:fillClrLst>
    <dgm:linClrLst meth="repeat">
      <a:schemeClr val="dk2"/>
    </dgm:linClrLst>
    <dgm:effectClrLst/>
    <dgm:txLinClrLst/>
    <dgm:txFillClrLst meth="repeat">
      <a:schemeClr val="dk1"/>
    </dgm:txFillClrLst>
    <dgm:txEffectClrLst/>
  </dgm:styleLbl>
  <dgm:styleLbl name="bgShp">
    <dgm:fillClrLst meth="repeat">
      <a:schemeClr val="dk2">
        <a:tint val="40000"/>
      </a:schemeClr>
    </dgm:fillClrLst>
    <dgm:linClrLst meth="repeat">
      <a:schemeClr val="dk2"/>
    </dgm:linClrLst>
    <dgm:effectClrLst/>
    <dgm:txLinClrLst/>
    <dgm:txFillClrLst meth="repeat">
      <a:schemeClr val="dk1"/>
    </dgm:txFillClrLst>
    <dgm:txEffectClrLst/>
  </dgm:styleLbl>
  <dgm:styleLbl name="dkBgShp">
    <dgm:fillClrLst meth="repeat">
      <a:schemeClr val="dk2">
        <a:shade val="80000"/>
      </a:schemeClr>
    </dgm:fillClrLst>
    <dgm:linClrLst meth="repeat">
      <a:schemeClr val="dk2"/>
    </dgm:linClrLst>
    <dgm:effectClrLst/>
    <dgm:txLinClrLst/>
    <dgm:txFillClrLst meth="repeat">
      <a:schemeClr val="lt1"/>
    </dgm:txFillClrLst>
    <dgm:txEffectClrLst/>
  </dgm:styleLbl>
  <dgm:styleLbl name="trBgShp">
    <dgm:fillClrLst meth="repeat">
      <a:schemeClr val="dk2">
        <a:tint val="50000"/>
        <a:alpha val="40000"/>
      </a:schemeClr>
    </dgm:fillClrLst>
    <dgm:linClrLst meth="repeat">
      <a:schemeClr val="dk2"/>
    </dgm:linClrLst>
    <dgm:effectClrLst/>
    <dgm:txLinClrLst/>
    <dgm:txFillClrLst meth="repeat">
      <a:schemeClr val="lt1"/>
    </dgm:txFillClrLst>
    <dgm:txEffectClrLst/>
  </dgm:styleLbl>
  <dgm:styleLbl name="fgShp">
    <dgm:fillClrLst meth="repeat">
      <a:schemeClr val="dk2">
        <a:tint val="60000"/>
      </a:schemeClr>
    </dgm:fillClrLst>
    <dgm:linClrLst meth="repeat">
      <a:schemeClr val="lt2"/>
    </dgm:linClrLst>
    <dgm:effectClrLst/>
    <dgm:txLinClrLst/>
    <dgm:txFillClrLst meth="repeat">
      <a:schemeClr val="dk1"/>
    </dgm:txFillClrLst>
    <dgm:txEffectClrLst/>
  </dgm:styleLbl>
  <dgm:styleLbl name="revTx">
    <dgm:fillClrLst meth="repeat">
      <a:schemeClr val="lt2">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7.xml><?xml version="1.0" encoding="utf-8"?>
<dgm:colorsDef xmlns:dgm="http://schemas.openxmlformats.org/drawingml/2006/diagram" xmlns:a="http://schemas.openxmlformats.org/drawingml/2006/main" uniqueId="urn:microsoft.com/office/officeart/2005/8/colors/accent0_3">
  <dgm:title val=""/>
  <dgm:desc val=""/>
  <dgm:catLst>
    <dgm:cat type="mainScheme" pri="10300"/>
  </dgm:catLst>
  <dgm:styleLbl name="node0">
    <dgm:fillClrLst meth="repeat">
      <a:schemeClr val="dk2"/>
    </dgm:fillClrLst>
    <dgm:linClrLst meth="repeat">
      <a:schemeClr val="lt2"/>
    </dgm:linClrLst>
    <dgm:effectClrLst/>
    <dgm:txLinClrLst/>
    <dgm:txFillClrLst/>
    <dgm:txEffectClrLst/>
  </dgm:styleLbl>
  <dgm:styleLbl name="alignNode1">
    <dgm:fillClrLst meth="repeat">
      <a:schemeClr val="dk2"/>
    </dgm:fillClrLst>
    <dgm:linClrLst meth="repeat">
      <a:schemeClr val="dk2"/>
    </dgm:linClrLst>
    <dgm:effectClrLst/>
    <dgm:txLinClrLst/>
    <dgm:txFillClrLst/>
    <dgm:txEffectClrLst/>
  </dgm:styleLbl>
  <dgm:styleLbl name="node1">
    <dgm:fillClrLst meth="repeat">
      <a:schemeClr val="dk2"/>
    </dgm:fillClrLst>
    <dgm:linClrLst meth="repeat">
      <a:schemeClr val="lt2"/>
    </dgm:linClrLst>
    <dgm:effectClrLst/>
    <dgm:txLinClrLst/>
    <dgm:txFillClrLst/>
    <dgm:txEffectClrLst/>
  </dgm:styleLbl>
  <dgm:styleLbl name="lnNode1">
    <dgm:fillClrLst meth="repeat">
      <a:schemeClr val="dk2"/>
    </dgm:fillClrLst>
    <dgm:linClrLst meth="repeat">
      <a:schemeClr val="lt2"/>
    </dgm:linClrLst>
    <dgm:effectClrLst/>
    <dgm:txLinClrLst/>
    <dgm:txFillClrLst/>
    <dgm:txEffectClrLst/>
  </dgm:styleLbl>
  <dgm:styleLbl name="vennNode1">
    <dgm:fillClrLst meth="repeat">
      <a:schemeClr val="dk2">
        <a:alpha val="50000"/>
      </a:schemeClr>
    </dgm:fillClrLst>
    <dgm:linClrLst meth="repeat">
      <a:schemeClr val="lt2"/>
    </dgm:linClrLst>
    <dgm:effectClrLst/>
    <dgm:txLinClrLst/>
    <dgm:txFillClrLst/>
    <dgm:txEffectClrLst/>
  </dgm:styleLbl>
  <dgm:styleLbl name="node2">
    <dgm:fillClrLst meth="repeat">
      <a:schemeClr val="dk2"/>
    </dgm:fillClrLst>
    <dgm:linClrLst meth="repeat">
      <a:schemeClr val="lt2"/>
    </dgm:linClrLst>
    <dgm:effectClrLst/>
    <dgm:txLinClrLst/>
    <dgm:txFillClrLst/>
    <dgm:txEffectClrLst/>
  </dgm:styleLbl>
  <dgm:styleLbl name="node3">
    <dgm:fillClrLst meth="repeat">
      <a:schemeClr val="dk2"/>
    </dgm:fillClrLst>
    <dgm:linClrLst meth="repeat">
      <a:schemeClr val="lt2"/>
    </dgm:linClrLst>
    <dgm:effectClrLst/>
    <dgm:txLinClrLst/>
    <dgm:txFillClrLst/>
    <dgm:txEffectClrLst/>
  </dgm:styleLbl>
  <dgm:styleLbl name="node4">
    <dgm:fillClrLst meth="repeat">
      <a:schemeClr val="dk2"/>
    </dgm:fillClrLst>
    <dgm:linClrLst meth="repeat">
      <a:schemeClr val="lt2"/>
    </dgm:linClrLst>
    <dgm:effectClrLst/>
    <dgm:txLinClrLst/>
    <dgm:txFillClrLst/>
    <dgm:txEffectClrLst/>
  </dgm:styleLbl>
  <dgm:styleLbl name="fgImgPlace1">
    <dgm:fillClrLst meth="repeat">
      <a:schemeClr val="dk2">
        <a:tint val="50000"/>
      </a:schemeClr>
    </dgm:fillClrLst>
    <dgm:linClrLst meth="repeat">
      <a:schemeClr val="lt2"/>
    </dgm:linClrLst>
    <dgm:effectClrLst/>
    <dgm:txLinClrLst/>
    <dgm:txFillClrLst meth="repeat">
      <a:schemeClr val="lt2"/>
    </dgm:txFillClrLst>
    <dgm:txEffectClrLst/>
  </dgm:styleLbl>
  <dgm:styleLbl name="alignImgPlace1">
    <dgm:fillClrLst meth="repeat">
      <a:schemeClr val="dk2">
        <a:tint val="50000"/>
      </a:schemeClr>
    </dgm:fillClrLst>
    <dgm:linClrLst meth="repeat">
      <a:schemeClr val="dk2">
        <a:shade val="80000"/>
      </a:schemeClr>
    </dgm:linClrLst>
    <dgm:effectClrLst/>
    <dgm:txLinClrLst/>
    <dgm:txFillClrLst meth="repeat">
      <a:schemeClr val="lt2"/>
    </dgm:txFillClrLst>
    <dgm:txEffectClrLst/>
  </dgm:styleLbl>
  <dgm:styleLbl name="bgImgPlace1">
    <dgm:fillClrLst meth="repeat">
      <a:schemeClr val="dk2">
        <a:tint val="50000"/>
      </a:schemeClr>
    </dgm:fillClrLst>
    <dgm:linClrLst meth="repeat">
      <a:schemeClr val="dk2">
        <a:shade val="80000"/>
      </a:schemeClr>
    </dgm:linClrLst>
    <dgm:effectClrLst/>
    <dgm:txLinClrLst/>
    <dgm:txFillClrLst meth="repeat">
      <a:schemeClr val="lt2"/>
    </dgm:txFillClrLst>
    <dgm:txEffectClrLst/>
  </dgm:styleLbl>
  <dgm:styleLbl name="sibTrans2D1">
    <dgm:fillClrLst meth="repeat">
      <a:schemeClr val="dk2">
        <a:tint val="60000"/>
      </a:schemeClr>
    </dgm:fillClrLst>
    <dgm:linClrLst meth="repeat">
      <a:schemeClr val="dk2">
        <a:tint val="60000"/>
      </a:schemeClr>
    </dgm:linClrLst>
    <dgm:effectClrLst/>
    <dgm:txLinClrLst/>
    <dgm:txFillClrLst/>
    <dgm:txEffectClrLst/>
  </dgm:styleLbl>
  <dgm:styleLbl name="fgSibTrans2D1">
    <dgm:fillClrLst meth="repeat">
      <a:schemeClr val="dk2">
        <a:tint val="60000"/>
      </a:schemeClr>
    </dgm:fillClrLst>
    <dgm:linClrLst meth="repeat">
      <a:schemeClr val="dk2">
        <a:tint val="60000"/>
      </a:schemeClr>
    </dgm:linClrLst>
    <dgm:effectClrLst/>
    <dgm:txLinClrLst/>
    <dgm:txFillClrLst/>
    <dgm:txEffectClrLst/>
  </dgm:styleLbl>
  <dgm:styleLbl name="bgSibTrans2D1">
    <dgm:fillClrLst meth="repeat">
      <a:schemeClr val="dk2">
        <a:tint val="60000"/>
      </a:schemeClr>
    </dgm:fillClrLst>
    <dgm:linClrLst meth="repeat">
      <a:schemeClr val="dk2">
        <a:tint val="60000"/>
      </a:schemeClr>
    </dgm:linClrLst>
    <dgm:effectClrLst/>
    <dgm:txLinClrLst/>
    <dgm:txFillClrLst/>
    <dgm:txEffectClrLst/>
  </dgm:styleLbl>
  <dgm:styleLbl name="sibTrans1D1">
    <dgm:fillClrLst meth="repeat">
      <a:schemeClr val="dk2"/>
    </dgm:fillClrLst>
    <dgm:linClrLst meth="repeat">
      <a:schemeClr val="dk2"/>
    </dgm:linClrLst>
    <dgm:effectClrLst/>
    <dgm:txLinClrLst/>
    <dgm:txFillClrLst meth="repeat">
      <a:schemeClr val="lt2"/>
    </dgm:txFillClrLst>
    <dgm:txEffectClrLst/>
  </dgm:styleLbl>
  <dgm:styleLbl name="callout">
    <dgm:fillClrLst meth="repeat">
      <a:schemeClr val="dk2"/>
    </dgm:fillClrLst>
    <dgm:linClrLst meth="repeat">
      <a:schemeClr val="dk2">
        <a:tint val="50000"/>
      </a:schemeClr>
    </dgm:linClrLst>
    <dgm:effectClrLst/>
    <dgm:txLinClrLst/>
    <dgm:txFillClrLst meth="repeat">
      <a:schemeClr val="lt2"/>
    </dgm:txFillClrLst>
    <dgm:txEffectClrLst/>
  </dgm:styleLbl>
  <dgm:styleLbl name="asst0">
    <dgm:fillClrLst meth="repeat">
      <a:schemeClr val="dk2"/>
    </dgm:fillClrLst>
    <dgm:linClrLst meth="repeat">
      <a:schemeClr val="lt2"/>
    </dgm:linClrLst>
    <dgm:effectClrLst/>
    <dgm:txLinClrLst/>
    <dgm:txFillClrLst/>
    <dgm:txEffectClrLst/>
  </dgm:styleLbl>
  <dgm:styleLbl name="asst1">
    <dgm:fillClrLst meth="repeat">
      <a:schemeClr val="dk2"/>
    </dgm:fillClrLst>
    <dgm:linClrLst meth="repeat">
      <a:schemeClr val="lt2"/>
    </dgm:linClrLst>
    <dgm:effectClrLst/>
    <dgm:txLinClrLst/>
    <dgm:txFillClrLst/>
    <dgm:txEffectClrLst/>
  </dgm:styleLbl>
  <dgm:styleLbl name="asst2">
    <dgm:fillClrLst meth="repeat">
      <a:schemeClr val="dk2"/>
    </dgm:fillClrLst>
    <dgm:linClrLst meth="repeat">
      <a:schemeClr val="lt2"/>
    </dgm:linClrLst>
    <dgm:effectClrLst/>
    <dgm:txLinClrLst/>
    <dgm:txFillClrLst/>
    <dgm:txEffectClrLst/>
  </dgm:styleLbl>
  <dgm:styleLbl name="asst3">
    <dgm:fillClrLst meth="repeat">
      <a:schemeClr val="dk2"/>
    </dgm:fillClrLst>
    <dgm:linClrLst meth="repeat">
      <a:schemeClr val="lt2"/>
    </dgm:linClrLst>
    <dgm:effectClrLst/>
    <dgm:txLinClrLst/>
    <dgm:txFillClrLst/>
    <dgm:txEffectClrLst/>
  </dgm:styleLbl>
  <dgm:styleLbl name="asst4">
    <dgm:fillClrLst meth="repeat">
      <a:schemeClr val="dk2"/>
    </dgm:fillClrLst>
    <dgm:linClrLst meth="repeat">
      <a:schemeClr val="lt2"/>
    </dgm:linClrLst>
    <dgm:effectClrLst/>
    <dgm:txLinClrLst/>
    <dgm:txFillClrLst/>
    <dgm:txEffectClrLst/>
  </dgm:styleLbl>
  <dgm:styleLbl name="parChTrans2D1">
    <dgm:fillClrLst meth="repeat">
      <a:schemeClr val="dk2">
        <a:tint val="60000"/>
      </a:schemeClr>
    </dgm:fillClrLst>
    <dgm:linClrLst meth="repeat">
      <a:schemeClr val="dk2">
        <a:tint val="60000"/>
      </a:schemeClr>
    </dgm:linClrLst>
    <dgm:effectClrLst/>
    <dgm:txLinClrLst/>
    <dgm:txFillClrLst meth="repeat">
      <a:schemeClr val="lt2"/>
    </dgm:txFillClrLst>
    <dgm:txEffectClrLst/>
  </dgm:styleLbl>
  <dgm:styleLbl name="parChTrans2D2">
    <dgm:fillClrLst meth="repeat">
      <a:schemeClr val="dk2"/>
    </dgm:fillClrLst>
    <dgm:linClrLst meth="repeat">
      <a:schemeClr val="dk2"/>
    </dgm:linClrLst>
    <dgm:effectClrLst/>
    <dgm:txLinClrLst/>
    <dgm:txFillClrLst meth="repeat">
      <a:schemeClr val="lt2"/>
    </dgm:txFillClrLst>
    <dgm:txEffectClrLst/>
  </dgm:styleLbl>
  <dgm:styleLbl name="parChTrans2D3">
    <dgm:fillClrLst meth="repeat">
      <a:schemeClr val="dk2"/>
    </dgm:fillClrLst>
    <dgm:linClrLst meth="repeat">
      <a:schemeClr val="dk2"/>
    </dgm:linClrLst>
    <dgm:effectClrLst/>
    <dgm:txLinClrLst/>
    <dgm:txFillClrLst meth="repeat">
      <a:schemeClr val="lt2"/>
    </dgm:txFillClrLst>
    <dgm:txEffectClrLst/>
  </dgm:styleLbl>
  <dgm:styleLbl name="parChTrans2D4">
    <dgm:fillClrLst meth="repeat">
      <a:schemeClr val="dk2"/>
    </dgm:fillClrLst>
    <dgm:linClrLst meth="repeat">
      <a:schemeClr val="dk2"/>
    </dgm:linClrLst>
    <dgm:effectClrLst/>
    <dgm:txLinClrLst/>
    <dgm:txFillClrLst meth="repeat">
      <a:schemeClr val="lt2"/>
    </dgm:txFillClrLst>
    <dgm:txEffectClrLst/>
  </dgm:styleLbl>
  <dgm:styleLbl name="parChTrans1D1">
    <dgm:fillClrLst meth="repeat">
      <a:schemeClr val="dk2"/>
    </dgm:fillClrLst>
    <dgm:linClrLst meth="repeat">
      <a:schemeClr val="dk2">
        <a:shade val="60000"/>
      </a:schemeClr>
    </dgm:linClrLst>
    <dgm:effectClrLst/>
    <dgm:txLinClrLst/>
    <dgm:txFillClrLst meth="repeat">
      <a:schemeClr val="tx1"/>
    </dgm:txFillClrLst>
    <dgm:txEffectClrLst/>
  </dgm:styleLbl>
  <dgm:styleLbl name="parChTrans1D2">
    <dgm:fillClrLst meth="repeat">
      <a:schemeClr val="dk2"/>
    </dgm:fillClrLst>
    <dgm:linClrLst meth="repeat">
      <a:schemeClr val="dk2">
        <a:shade val="60000"/>
      </a:schemeClr>
    </dgm:linClrLst>
    <dgm:effectClrLst/>
    <dgm:txLinClrLst/>
    <dgm:txFillClrLst meth="repeat">
      <a:schemeClr val="tx1"/>
    </dgm:txFillClrLst>
    <dgm:txEffectClrLst/>
  </dgm:styleLbl>
  <dgm:styleLbl name="parChTrans1D3">
    <dgm:fillClrLst meth="repeat">
      <a:schemeClr val="dk2"/>
    </dgm:fillClrLst>
    <dgm:linClrLst meth="repeat">
      <a:schemeClr val="dk2">
        <a:shade val="80000"/>
      </a:schemeClr>
    </dgm:linClrLst>
    <dgm:effectClrLst/>
    <dgm:txLinClrLst/>
    <dgm:txFillClrLst meth="repeat">
      <a:schemeClr val="tx1"/>
    </dgm:txFillClrLst>
    <dgm:txEffectClrLst/>
  </dgm:styleLbl>
  <dgm:styleLbl name="parChTrans1D4">
    <dgm:fillClrLst meth="repeat">
      <a:schemeClr val="dk2"/>
    </dgm:fillClrLst>
    <dgm:linClrLst meth="repeat">
      <a:schemeClr val="dk2">
        <a:shade val="80000"/>
      </a:schemeClr>
    </dgm:linClrLst>
    <dgm:effectClrLst/>
    <dgm:txLinClrLst/>
    <dgm:txFillClrLst meth="repeat">
      <a:schemeClr val="tx1"/>
    </dgm:txFillClrLst>
    <dgm:txEffectClrLst/>
  </dgm:styleLbl>
  <dgm:styleLbl name="fg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conFg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align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trAlignAcc1">
    <dgm:fillClrLst meth="repeat">
      <a:schemeClr val="lt2">
        <a:alpha val="40000"/>
      </a:schemeClr>
    </dgm:fillClrLst>
    <dgm:linClrLst meth="repeat">
      <a:schemeClr val="dk2"/>
    </dgm:linClrLst>
    <dgm:effectClrLst/>
    <dgm:txLinClrLst/>
    <dgm:txFillClrLst meth="repeat">
      <a:schemeClr val="dk1"/>
    </dgm:txFillClrLst>
    <dgm:txEffectClrLst/>
  </dgm:styleLbl>
  <dgm:styleLbl name="bg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solidFgAcc1">
    <dgm:fillClrLst meth="repeat">
      <a:schemeClr val="lt2"/>
    </dgm:fillClrLst>
    <dgm:linClrLst meth="repeat">
      <a:schemeClr val="dk2"/>
    </dgm:linClrLst>
    <dgm:effectClrLst/>
    <dgm:txLinClrLst/>
    <dgm:txFillClrLst meth="repeat">
      <a:schemeClr val="dk1"/>
    </dgm:txFillClrLst>
    <dgm:txEffectClrLst/>
  </dgm:styleLbl>
  <dgm:styleLbl name="solidAlignAcc1">
    <dgm:fillClrLst meth="repeat">
      <a:schemeClr val="lt2"/>
    </dgm:fillClrLst>
    <dgm:linClrLst meth="repeat">
      <a:schemeClr val="dk2"/>
    </dgm:linClrLst>
    <dgm:effectClrLst/>
    <dgm:txLinClrLst/>
    <dgm:txFillClrLst meth="repeat">
      <a:schemeClr val="dk1"/>
    </dgm:txFillClrLst>
    <dgm:txEffectClrLst/>
  </dgm:styleLbl>
  <dgm:styleLbl name="solidBgAcc1">
    <dgm:fillClrLst meth="repeat">
      <a:schemeClr val="lt2"/>
    </dgm:fillClrLst>
    <dgm:linClrLst meth="repeat">
      <a:schemeClr val="dk2"/>
    </dgm:linClrLst>
    <dgm:effectClrLst/>
    <dgm:txLinClrLst/>
    <dgm:txFillClrLst meth="repeat">
      <a:schemeClr val="dk1"/>
    </dgm:txFillClrLst>
    <dgm:txEffectClrLst/>
  </dgm:styleLbl>
  <dgm:styleLbl name="fgAccFollowNode1">
    <dgm:fillClrLst meth="repeat">
      <a:schemeClr val="dk2">
        <a:alpha val="90000"/>
        <a:tint val="40000"/>
      </a:schemeClr>
    </dgm:fillClrLst>
    <dgm:linClrLst meth="repeat">
      <a:schemeClr val="dk2">
        <a:alpha val="90000"/>
        <a:tint val="40000"/>
      </a:schemeClr>
    </dgm:linClrLst>
    <dgm:effectClrLst/>
    <dgm:txLinClrLst/>
    <dgm:txFillClrLst meth="repeat">
      <a:schemeClr val="dk1"/>
    </dgm:txFillClrLst>
    <dgm:txEffectClrLst/>
  </dgm:styleLbl>
  <dgm:styleLbl name="alignAccFollowNode1">
    <dgm:fillClrLst meth="repeat">
      <a:schemeClr val="dk2">
        <a:alpha val="90000"/>
        <a:tint val="40000"/>
      </a:schemeClr>
    </dgm:fillClrLst>
    <dgm:linClrLst meth="repeat">
      <a:schemeClr val="dk2">
        <a:alpha val="90000"/>
        <a:tint val="40000"/>
      </a:schemeClr>
    </dgm:linClrLst>
    <dgm:effectClrLst/>
    <dgm:txLinClrLst/>
    <dgm:txFillClrLst meth="repeat">
      <a:schemeClr val="dk1"/>
    </dgm:txFillClrLst>
    <dgm:txEffectClrLst/>
  </dgm:styleLbl>
  <dgm:styleLbl name="bgAccFollowNode1">
    <dgm:fillClrLst meth="repeat">
      <a:schemeClr val="dk2">
        <a:alpha val="90000"/>
        <a:tint val="40000"/>
      </a:schemeClr>
    </dgm:fillClrLst>
    <dgm:linClrLst meth="repeat">
      <a:schemeClr val="dk2">
        <a:alpha val="90000"/>
        <a:tint val="40000"/>
      </a:schemeClr>
    </dgm:linClrLst>
    <dgm:effectClrLst/>
    <dgm:txLinClrLst/>
    <dgm:txFillClrLst meth="repeat">
      <a:schemeClr val="dk1"/>
    </dgm:txFillClrLst>
    <dgm:txEffectClrLst/>
  </dgm:styleLbl>
  <dgm:styleLbl name="fgAcc0">
    <dgm:fillClrLst meth="repeat">
      <a:schemeClr val="lt2">
        <a:alpha val="90000"/>
      </a:schemeClr>
    </dgm:fillClrLst>
    <dgm:linClrLst meth="repeat">
      <a:schemeClr val="dk2"/>
    </dgm:linClrLst>
    <dgm:effectClrLst/>
    <dgm:txLinClrLst/>
    <dgm:txFillClrLst meth="repeat">
      <a:schemeClr val="dk1"/>
    </dgm:txFillClrLst>
    <dgm:txEffectClrLst/>
  </dgm:styleLbl>
  <dgm:styleLbl name="fgAcc2">
    <dgm:fillClrLst meth="repeat">
      <a:schemeClr val="lt2">
        <a:alpha val="90000"/>
      </a:schemeClr>
    </dgm:fillClrLst>
    <dgm:linClrLst meth="repeat">
      <a:schemeClr val="dk2"/>
    </dgm:linClrLst>
    <dgm:effectClrLst/>
    <dgm:txLinClrLst/>
    <dgm:txFillClrLst meth="repeat">
      <a:schemeClr val="dk1"/>
    </dgm:txFillClrLst>
    <dgm:txEffectClrLst/>
  </dgm:styleLbl>
  <dgm:styleLbl name="fgAcc3">
    <dgm:fillClrLst meth="repeat">
      <a:schemeClr val="lt2">
        <a:alpha val="90000"/>
      </a:schemeClr>
    </dgm:fillClrLst>
    <dgm:linClrLst meth="repeat">
      <a:schemeClr val="dk2"/>
    </dgm:linClrLst>
    <dgm:effectClrLst/>
    <dgm:txLinClrLst/>
    <dgm:txFillClrLst meth="repeat">
      <a:schemeClr val="dk1"/>
    </dgm:txFillClrLst>
    <dgm:txEffectClrLst/>
  </dgm:styleLbl>
  <dgm:styleLbl name="fgAcc4">
    <dgm:fillClrLst meth="repeat">
      <a:schemeClr val="lt2">
        <a:alpha val="90000"/>
      </a:schemeClr>
    </dgm:fillClrLst>
    <dgm:linClrLst meth="repeat">
      <a:schemeClr val="dk2"/>
    </dgm:linClrLst>
    <dgm:effectClrLst/>
    <dgm:txLinClrLst/>
    <dgm:txFillClrLst meth="repeat">
      <a:schemeClr val="dk1"/>
    </dgm:txFillClrLst>
    <dgm:txEffectClrLst/>
  </dgm:styleLbl>
  <dgm:styleLbl name="bgShp">
    <dgm:fillClrLst meth="repeat">
      <a:schemeClr val="dk2">
        <a:tint val="40000"/>
      </a:schemeClr>
    </dgm:fillClrLst>
    <dgm:linClrLst meth="repeat">
      <a:schemeClr val="dk2"/>
    </dgm:linClrLst>
    <dgm:effectClrLst/>
    <dgm:txLinClrLst/>
    <dgm:txFillClrLst meth="repeat">
      <a:schemeClr val="dk1"/>
    </dgm:txFillClrLst>
    <dgm:txEffectClrLst/>
  </dgm:styleLbl>
  <dgm:styleLbl name="dkBgShp">
    <dgm:fillClrLst meth="repeat">
      <a:schemeClr val="dk2">
        <a:shade val="80000"/>
      </a:schemeClr>
    </dgm:fillClrLst>
    <dgm:linClrLst meth="repeat">
      <a:schemeClr val="dk2"/>
    </dgm:linClrLst>
    <dgm:effectClrLst/>
    <dgm:txLinClrLst/>
    <dgm:txFillClrLst meth="repeat">
      <a:schemeClr val="lt1"/>
    </dgm:txFillClrLst>
    <dgm:txEffectClrLst/>
  </dgm:styleLbl>
  <dgm:styleLbl name="trBgShp">
    <dgm:fillClrLst meth="repeat">
      <a:schemeClr val="dk2">
        <a:tint val="50000"/>
        <a:alpha val="40000"/>
      </a:schemeClr>
    </dgm:fillClrLst>
    <dgm:linClrLst meth="repeat">
      <a:schemeClr val="dk2"/>
    </dgm:linClrLst>
    <dgm:effectClrLst/>
    <dgm:txLinClrLst/>
    <dgm:txFillClrLst meth="repeat">
      <a:schemeClr val="lt1"/>
    </dgm:txFillClrLst>
    <dgm:txEffectClrLst/>
  </dgm:styleLbl>
  <dgm:styleLbl name="fgShp">
    <dgm:fillClrLst meth="repeat">
      <a:schemeClr val="dk2">
        <a:tint val="60000"/>
      </a:schemeClr>
    </dgm:fillClrLst>
    <dgm:linClrLst meth="repeat">
      <a:schemeClr val="lt2"/>
    </dgm:linClrLst>
    <dgm:effectClrLst/>
    <dgm:txLinClrLst/>
    <dgm:txFillClrLst meth="repeat">
      <a:schemeClr val="dk1"/>
    </dgm:txFillClrLst>
    <dgm:txEffectClrLst/>
  </dgm:styleLbl>
  <dgm:styleLbl name="revTx">
    <dgm:fillClrLst meth="repeat">
      <a:schemeClr val="lt2">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8.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4AA33012-EA67-42FA-B3D9-E55C7326737A}" type="doc">
      <dgm:prSet loTypeId="urn:microsoft.com/office/officeart/2008/layout/LinedList" loCatId="list" qsTypeId="urn:microsoft.com/office/officeart/2005/8/quickstyle/simple1" qsCatId="simple" csTypeId="urn:microsoft.com/office/officeart/2005/8/colors/accent5_2" csCatId="accent5"/>
      <dgm:spPr/>
      <dgm:t>
        <a:bodyPr/>
        <a:lstStyle/>
        <a:p>
          <a:endParaRPr lang="en-US"/>
        </a:p>
      </dgm:t>
    </dgm:pt>
    <dgm:pt modelId="{F88F6384-06E4-4A7E-B9A1-76E2AC8DA015}">
      <dgm:prSet/>
      <dgm:spPr/>
      <dgm:t>
        <a:bodyPr/>
        <a:lstStyle/>
        <a:p>
          <a:r>
            <a:rPr lang="en-US" b="1" dirty="0">
              <a:latin typeface="Abadi" panose="020B0604020104020204" pitchFamily="34" charset="0"/>
            </a:rPr>
            <a:t>Git</a:t>
          </a:r>
          <a:r>
            <a:rPr lang="en-US" dirty="0">
              <a:latin typeface="Abadi" panose="020B0604020104020204" pitchFamily="34" charset="0"/>
            </a:rPr>
            <a:t> is the most commonly used version control system.</a:t>
          </a:r>
        </a:p>
      </dgm:t>
    </dgm:pt>
    <dgm:pt modelId="{C68EFEE5-BEB0-433C-A383-DF9A2A49ECB6}" type="parTrans" cxnId="{FBFE3F77-471A-468C-BBA7-5569024250F2}">
      <dgm:prSet/>
      <dgm:spPr/>
      <dgm:t>
        <a:bodyPr/>
        <a:lstStyle/>
        <a:p>
          <a:endParaRPr lang="en-US"/>
        </a:p>
      </dgm:t>
    </dgm:pt>
    <dgm:pt modelId="{71AB4878-F7F0-4D41-92DA-AACA71C1FE8B}" type="sibTrans" cxnId="{FBFE3F77-471A-468C-BBA7-5569024250F2}">
      <dgm:prSet/>
      <dgm:spPr/>
      <dgm:t>
        <a:bodyPr/>
        <a:lstStyle/>
        <a:p>
          <a:endParaRPr lang="en-US"/>
        </a:p>
      </dgm:t>
    </dgm:pt>
    <dgm:pt modelId="{DA9AD51C-43C9-4C2E-A1A7-A00871BF549F}">
      <dgm:prSet/>
      <dgm:spPr/>
      <dgm:t>
        <a:bodyPr/>
        <a:lstStyle/>
        <a:p>
          <a:r>
            <a:rPr lang="en-US" b="1" dirty="0">
              <a:latin typeface="Abadi" panose="020B0604020104020204" pitchFamily="34" charset="0"/>
            </a:rPr>
            <a:t>GitHub</a:t>
          </a:r>
          <a:r>
            <a:rPr lang="en-US" dirty="0">
              <a:latin typeface="Abadi" panose="020B0604020104020204" pitchFamily="34" charset="0"/>
            </a:rPr>
            <a:t> is one of the most popular Remote Repository services based on the Git platform.</a:t>
          </a:r>
        </a:p>
      </dgm:t>
    </dgm:pt>
    <dgm:pt modelId="{148977F7-6115-4A6E-9D93-C32AEA422AA2}" type="parTrans" cxnId="{0DA4ACA8-AA64-4B8F-8345-3D25706C9164}">
      <dgm:prSet/>
      <dgm:spPr/>
      <dgm:t>
        <a:bodyPr/>
        <a:lstStyle/>
        <a:p>
          <a:endParaRPr lang="en-US"/>
        </a:p>
      </dgm:t>
    </dgm:pt>
    <dgm:pt modelId="{4B2E95C0-8D12-4516-8873-28967D7996FC}" type="sibTrans" cxnId="{0DA4ACA8-AA64-4B8F-8345-3D25706C9164}">
      <dgm:prSet/>
      <dgm:spPr/>
      <dgm:t>
        <a:bodyPr/>
        <a:lstStyle/>
        <a:p>
          <a:endParaRPr lang="en-US"/>
        </a:p>
      </dgm:t>
    </dgm:pt>
    <dgm:pt modelId="{0EDB41C7-291E-4496-B7FC-D738F87707BB}" type="pres">
      <dgm:prSet presAssocID="{4AA33012-EA67-42FA-B3D9-E55C7326737A}" presName="vert0" presStyleCnt="0">
        <dgm:presLayoutVars>
          <dgm:dir/>
          <dgm:animOne val="branch"/>
          <dgm:animLvl val="lvl"/>
        </dgm:presLayoutVars>
      </dgm:prSet>
      <dgm:spPr/>
    </dgm:pt>
    <dgm:pt modelId="{C740E877-719B-493B-9E86-6A447E43E756}" type="pres">
      <dgm:prSet presAssocID="{F88F6384-06E4-4A7E-B9A1-76E2AC8DA015}" presName="thickLine" presStyleLbl="alignNode1" presStyleIdx="0" presStyleCnt="2"/>
      <dgm:spPr/>
    </dgm:pt>
    <dgm:pt modelId="{57A8B9D4-4C6B-43E8-99A0-5402277A95AD}" type="pres">
      <dgm:prSet presAssocID="{F88F6384-06E4-4A7E-B9A1-76E2AC8DA015}" presName="horz1" presStyleCnt="0"/>
      <dgm:spPr/>
    </dgm:pt>
    <dgm:pt modelId="{CFF595C5-2210-41A0-8A7C-1F38BD17F453}" type="pres">
      <dgm:prSet presAssocID="{F88F6384-06E4-4A7E-B9A1-76E2AC8DA015}" presName="tx1" presStyleLbl="revTx" presStyleIdx="0" presStyleCnt="2"/>
      <dgm:spPr/>
    </dgm:pt>
    <dgm:pt modelId="{F0C5F2D5-61B5-465E-948A-19EE6ACA1EFD}" type="pres">
      <dgm:prSet presAssocID="{F88F6384-06E4-4A7E-B9A1-76E2AC8DA015}" presName="vert1" presStyleCnt="0"/>
      <dgm:spPr/>
    </dgm:pt>
    <dgm:pt modelId="{9B28CFDB-9297-4AE0-992A-9EFF3C14AADE}" type="pres">
      <dgm:prSet presAssocID="{DA9AD51C-43C9-4C2E-A1A7-A00871BF549F}" presName="thickLine" presStyleLbl="alignNode1" presStyleIdx="1" presStyleCnt="2"/>
      <dgm:spPr/>
    </dgm:pt>
    <dgm:pt modelId="{1E0DC069-AFCF-4030-92E2-FBF16FE361DA}" type="pres">
      <dgm:prSet presAssocID="{DA9AD51C-43C9-4C2E-A1A7-A00871BF549F}" presName="horz1" presStyleCnt="0"/>
      <dgm:spPr/>
    </dgm:pt>
    <dgm:pt modelId="{8958C108-BD65-46B4-8D0B-AC09FFBEC8B1}" type="pres">
      <dgm:prSet presAssocID="{DA9AD51C-43C9-4C2E-A1A7-A00871BF549F}" presName="tx1" presStyleLbl="revTx" presStyleIdx="1" presStyleCnt="2"/>
      <dgm:spPr/>
    </dgm:pt>
    <dgm:pt modelId="{EAF15B7B-398A-4A1B-BB83-0E162B17BE73}" type="pres">
      <dgm:prSet presAssocID="{DA9AD51C-43C9-4C2E-A1A7-A00871BF549F}" presName="vert1" presStyleCnt="0"/>
      <dgm:spPr/>
    </dgm:pt>
  </dgm:ptLst>
  <dgm:cxnLst>
    <dgm:cxn modelId="{F5C4BC15-B32B-49D3-99BA-119B3B6C6B4B}" type="presOf" srcId="{F88F6384-06E4-4A7E-B9A1-76E2AC8DA015}" destId="{CFF595C5-2210-41A0-8A7C-1F38BD17F453}" srcOrd="0" destOrd="0" presId="urn:microsoft.com/office/officeart/2008/layout/LinedList"/>
    <dgm:cxn modelId="{AD4E7176-1B86-4F3C-9C26-BF20D82B6970}" type="presOf" srcId="{4AA33012-EA67-42FA-B3D9-E55C7326737A}" destId="{0EDB41C7-291E-4496-B7FC-D738F87707BB}" srcOrd="0" destOrd="0" presId="urn:microsoft.com/office/officeart/2008/layout/LinedList"/>
    <dgm:cxn modelId="{FBFE3F77-471A-468C-BBA7-5569024250F2}" srcId="{4AA33012-EA67-42FA-B3D9-E55C7326737A}" destId="{F88F6384-06E4-4A7E-B9A1-76E2AC8DA015}" srcOrd="0" destOrd="0" parTransId="{C68EFEE5-BEB0-433C-A383-DF9A2A49ECB6}" sibTransId="{71AB4878-F7F0-4D41-92DA-AACA71C1FE8B}"/>
    <dgm:cxn modelId="{0DA4ACA8-AA64-4B8F-8345-3D25706C9164}" srcId="{4AA33012-EA67-42FA-B3D9-E55C7326737A}" destId="{DA9AD51C-43C9-4C2E-A1A7-A00871BF549F}" srcOrd="1" destOrd="0" parTransId="{148977F7-6115-4A6E-9D93-C32AEA422AA2}" sibTransId="{4B2E95C0-8D12-4516-8873-28967D7996FC}"/>
    <dgm:cxn modelId="{FB26ABAA-8831-4FB6-A609-ED3BABFE3461}" type="presOf" srcId="{DA9AD51C-43C9-4C2E-A1A7-A00871BF549F}" destId="{8958C108-BD65-46B4-8D0B-AC09FFBEC8B1}" srcOrd="0" destOrd="0" presId="urn:microsoft.com/office/officeart/2008/layout/LinedList"/>
    <dgm:cxn modelId="{3C669F4E-A585-46BE-9990-D1F7ACBA5BCE}" type="presParOf" srcId="{0EDB41C7-291E-4496-B7FC-D738F87707BB}" destId="{C740E877-719B-493B-9E86-6A447E43E756}" srcOrd="0" destOrd="0" presId="urn:microsoft.com/office/officeart/2008/layout/LinedList"/>
    <dgm:cxn modelId="{E5D26A77-7ED1-4F2E-8680-0B4C4375612E}" type="presParOf" srcId="{0EDB41C7-291E-4496-B7FC-D738F87707BB}" destId="{57A8B9D4-4C6B-43E8-99A0-5402277A95AD}" srcOrd="1" destOrd="0" presId="urn:microsoft.com/office/officeart/2008/layout/LinedList"/>
    <dgm:cxn modelId="{E01823DA-0E29-4E7C-8D35-763C910022CB}" type="presParOf" srcId="{57A8B9D4-4C6B-43E8-99A0-5402277A95AD}" destId="{CFF595C5-2210-41A0-8A7C-1F38BD17F453}" srcOrd="0" destOrd="0" presId="urn:microsoft.com/office/officeart/2008/layout/LinedList"/>
    <dgm:cxn modelId="{D0DE7090-39EA-4671-91AB-E6B5FD1C718C}" type="presParOf" srcId="{57A8B9D4-4C6B-43E8-99A0-5402277A95AD}" destId="{F0C5F2D5-61B5-465E-948A-19EE6ACA1EFD}" srcOrd="1" destOrd="0" presId="urn:microsoft.com/office/officeart/2008/layout/LinedList"/>
    <dgm:cxn modelId="{AAFA2921-33CE-4E04-865F-984585EE5A0A}" type="presParOf" srcId="{0EDB41C7-291E-4496-B7FC-D738F87707BB}" destId="{9B28CFDB-9297-4AE0-992A-9EFF3C14AADE}" srcOrd="2" destOrd="0" presId="urn:microsoft.com/office/officeart/2008/layout/LinedList"/>
    <dgm:cxn modelId="{D227C8A4-ACF2-439C-B829-B117D6CAC1B7}" type="presParOf" srcId="{0EDB41C7-291E-4496-B7FC-D738F87707BB}" destId="{1E0DC069-AFCF-4030-92E2-FBF16FE361DA}" srcOrd="3" destOrd="0" presId="urn:microsoft.com/office/officeart/2008/layout/LinedList"/>
    <dgm:cxn modelId="{A58EDD4C-4435-4BA6-BD21-F83E247D07E8}" type="presParOf" srcId="{1E0DC069-AFCF-4030-92E2-FBF16FE361DA}" destId="{8958C108-BD65-46B4-8D0B-AC09FFBEC8B1}" srcOrd="0" destOrd="0" presId="urn:microsoft.com/office/officeart/2008/layout/LinedList"/>
    <dgm:cxn modelId="{F0252383-DB08-4B30-B45B-2E4163EDEEF4}" type="presParOf" srcId="{1E0DC069-AFCF-4030-92E2-FBF16FE361DA}" destId="{EAF15B7B-398A-4A1B-BB83-0E162B17BE73}" srcOrd="1" destOrd="0" presId="urn:microsoft.com/office/officeart/2008/layout/Lined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B01D6B50-3700-4EF4-A90D-F448ADA80D48}" type="doc">
      <dgm:prSet loTypeId="urn:microsoft.com/office/officeart/2008/layout/LinedList" loCatId="hierarchy" qsTypeId="urn:microsoft.com/office/officeart/2005/8/quickstyle/simple1" qsCatId="simple" csTypeId="urn:microsoft.com/office/officeart/2005/8/colors/accent5_2" csCatId="accent5"/>
      <dgm:spPr/>
      <dgm:t>
        <a:bodyPr/>
        <a:lstStyle/>
        <a:p>
          <a:endParaRPr lang="en-US"/>
        </a:p>
      </dgm:t>
    </dgm:pt>
    <dgm:pt modelId="{FE8AC188-CF9A-4E9C-9DB5-2F9D7CE84EF0}">
      <dgm:prSet custT="1"/>
      <dgm:spPr/>
      <dgm:t>
        <a:bodyPr/>
        <a:lstStyle/>
        <a:p>
          <a:r>
            <a:rPr lang="en-IN" sz="3600" b="1" dirty="0"/>
            <a:t>Git</a:t>
          </a:r>
          <a:r>
            <a:rPr lang="en-IN" sz="3600" dirty="0"/>
            <a:t> is a free and open-source distributed version control system.</a:t>
          </a:r>
          <a:endParaRPr lang="en-US" sz="3600" dirty="0"/>
        </a:p>
      </dgm:t>
    </dgm:pt>
    <dgm:pt modelId="{84A91F26-CDF0-4F2C-AFE9-9570813D4B92}" type="parTrans" cxnId="{B8080C5A-5845-4A54-A730-BA32EA67636B}">
      <dgm:prSet/>
      <dgm:spPr/>
      <dgm:t>
        <a:bodyPr/>
        <a:lstStyle/>
        <a:p>
          <a:endParaRPr lang="en-US"/>
        </a:p>
      </dgm:t>
    </dgm:pt>
    <dgm:pt modelId="{0B4E30D5-9D6B-4AA5-BA95-E8DBCB270C74}" type="sibTrans" cxnId="{B8080C5A-5845-4A54-A730-BA32EA67636B}">
      <dgm:prSet/>
      <dgm:spPr/>
      <dgm:t>
        <a:bodyPr/>
        <a:lstStyle/>
        <a:p>
          <a:endParaRPr lang="en-US"/>
        </a:p>
      </dgm:t>
    </dgm:pt>
    <dgm:pt modelId="{5B32FC50-E172-4EB1-8864-BA68971C3355}">
      <dgm:prSet custT="1"/>
      <dgm:spPr/>
      <dgm:t>
        <a:bodyPr/>
        <a:lstStyle/>
        <a:p>
          <a:r>
            <a:rPr lang="en-IN" sz="3600" dirty="0"/>
            <a:t>Git is often used with </a:t>
          </a:r>
          <a:r>
            <a:rPr lang="en-IN" sz="3600" i="1" dirty="0"/>
            <a:t>remote repository services</a:t>
          </a:r>
          <a:r>
            <a:rPr lang="en-IN" sz="3600" dirty="0"/>
            <a:t> such as </a:t>
          </a:r>
          <a:r>
            <a:rPr lang="en-IN" sz="3600" b="1" dirty="0"/>
            <a:t>GitHub</a:t>
          </a:r>
          <a:r>
            <a:rPr lang="en-IN" sz="3600" dirty="0"/>
            <a:t>, </a:t>
          </a:r>
          <a:r>
            <a:rPr lang="en-IN" sz="3600" b="1" dirty="0"/>
            <a:t>GitLab</a:t>
          </a:r>
          <a:r>
            <a:rPr lang="en-IN" sz="3600" dirty="0"/>
            <a:t>, and </a:t>
          </a:r>
          <a:r>
            <a:rPr lang="en-IN" sz="3600" b="1" dirty="0"/>
            <a:t>Bitbucket</a:t>
          </a:r>
          <a:r>
            <a:rPr lang="en-IN" sz="3600" dirty="0"/>
            <a:t>.</a:t>
          </a:r>
          <a:endParaRPr lang="en-US" sz="3600" dirty="0"/>
        </a:p>
      </dgm:t>
    </dgm:pt>
    <dgm:pt modelId="{DBDE2C6F-1B93-4EF7-AE67-0F49659AC4AA}" type="parTrans" cxnId="{68EADE7E-550F-4FED-914D-A84AD0A2CF13}">
      <dgm:prSet/>
      <dgm:spPr/>
      <dgm:t>
        <a:bodyPr/>
        <a:lstStyle/>
        <a:p>
          <a:endParaRPr lang="en-US"/>
        </a:p>
      </dgm:t>
    </dgm:pt>
    <dgm:pt modelId="{4CB7A6E7-4059-4D09-B9B8-B6E55937405B}" type="sibTrans" cxnId="{68EADE7E-550F-4FED-914D-A84AD0A2CF13}">
      <dgm:prSet/>
      <dgm:spPr/>
      <dgm:t>
        <a:bodyPr/>
        <a:lstStyle/>
        <a:p>
          <a:endParaRPr lang="en-US"/>
        </a:p>
      </dgm:t>
    </dgm:pt>
    <dgm:pt modelId="{A73BBC50-5ACD-484C-A444-B15AE0DD46FE}" type="pres">
      <dgm:prSet presAssocID="{B01D6B50-3700-4EF4-A90D-F448ADA80D48}" presName="vert0" presStyleCnt="0">
        <dgm:presLayoutVars>
          <dgm:dir/>
          <dgm:animOne val="branch"/>
          <dgm:animLvl val="lvl"/>
        </dgm:presLayoutVars>
      </dgm:prSet>
      <dgm:spPr/>
    </dgm:pt>
    <dgm:pt modelId="{60DBB460-FACB-47B7-9578-DF3F9C7814A9}" type="pres">
      <dgm:prSet presAssocID="{FE8AC188-CF9A-4E9C-9DB5-2F9D7CE84EF0}" presName="thickLine" presStyleLbl="alignNode1" presStyleIdx="0" presStyleCnt="2"/>
      <dgm:spPr/>
    </dgm:pt>
    <dgm:pt modelId="{F87FEC26-045E-4D16-B93E-B0B51B201D19}" type="pres">
      <dgm:prSet presAssocID="{FE8AC188-CF9A-4E9C-9DB5-2F9D7CE84EF0}" presName="horz1" presStyleCnt="0"/>
      <dgm:spPr/>
    </dgm:pt>
    <dgm:pt modelId="{7AAB0FDD-C9B8-4C97-B8B8-4F289C63F7D3}" type="pres">
      <dgm:prSet presAssocID="{FE8AC188-CF9A-4E9C-9DB5-2F9D7CE84EF0}" presName="tx1" presStyleLbl="revTx" presStyleIdx="0" presStyleCnt="2"/>
      <dgm:spPr/>
    </dgm:pt>
    <dgm:pt modelId="{6222ADA7-B8F9-46DC-B367-977749935902}" type="pres">
      <dgm:prSet presAssocID="{FE8AC188-CF9A-4E9C-9DB5-2F9D7CE84EF0}" presName="vert1" presStyleCnt="0"/>
      <dgm:spPr/>
    </dgm:pt>
    <dgm:pt modelId="{DA0BA674-8860-4E4A-AD59-F131ED49854A}" type="pres">
      <dgm:prSet presAssocID="{5B32FC50-E172-4EB1-8864-BA68971C3355}" presName="thickLine" presStyleLbl="alignNode1" presStyleIdx="1" presStyleCnt="2"/>
      <dgm:spPr/>
    </dgm:pt>
    <dgm:pt modelId="{0381EA78-0965-48AB-8068-BDBAFD517B73}" type="pres">
      <dgm:prSet presAssocID="{5B32FC50-E172-4EB1-8864-BA68971C3355}" presName="horz1" presStyleCnt="0"/>
      <dgm:spPr/>
    </dgm:pt>
    <dgm:pt modelId="{4115C34A-BBB7-4E76-BEAB-38262DEAAB01}" type="pres">
      <dgm:prSet presAssocID="{5B32FC50-E172-4EB1-8864-BA68971C3355}" presName="tx1" presStyleLbl="revTx" presStyleIdx="1" presStyleCnt="2"/>
      <dgm:spPr/>
    </dgm:pt>
    <dgm:pt modelId="{B88696D8-BD29-4C76-80E6-4D324444146C}" type="pres">
      <dgm:prSet presAssocID="{5B32FC50-E172-4EB1-8864-BA68971C3355}" presName="vert1" presStyleCnt="0"/>
      <dgm:spPr/>
    </dgm:pt>
  </dgm:ptLst>
  <dgm:cxnLst>
    <dgm:cxn modelId="{706C506A-744D-41BF-B94E-281EC29B8D42}" type="presOf" srcId="{FE8AC188-CF9A-4E9C-9DB5-2F9D7CE84EF0}" destId="{7AAB0FDD-C9B8-4C97-B8B8-4F289C63F7D3}" srcOrd="0" destOrd="0" presId="urn:microsoft.com/office/officeart/2008/layout/LinedList"/>
    <dgm:cxn modelId="{B8080C5A-5845-4A54-A730-BA32EA67636B}" srcId="{B01D6B50-3700-4EF4-A90D-F448ADA80D48}" destId="{FE8AC188-CF9A-4E9C-9DB5-2F9D7CE84EF0}" srcOrd="0" destOrd="0" parTransId="{84A91F26-CDF0-4F2C-AFE9-9570813D4B92}" sibTransId="{0B4E30D5-9D6B-4AA5-BA95-E8DBCB270C74}"/>
    <dgm:cxn modelId="{68EADE7E-550F-4FED-914D-A84AD0A2CF13}" srcId="{B01D6B50-3700-4EF4-A90D-F448ADA80D48}" destId="{5B32FC50-E172-4EB1-8864-BA68971C3355}" srcOrd="1" destOrd="0" parTransId="{DBDE2C6F-1B93-4EF7-AE67-0F49659AC4AA}" sibTransId="{4CB7A6E7-4059-4D09-B9B8-B6E55937405B}"/>
    <dgm:cxn modelId="{9E9F83C5-72D3-487A-AE57-DDD3E8D333C9}" type="presOf" srcId="{5B32FC50-E172-4EB1-8864-BA68971C3355}" destId="{4115C34A-BBB7-4E76-BEAB-38262DEAAB01}" srcOrd="0" destOrd="0" presId="urn:microsoft.com/office/officeart/2008/layout/LinedList"/>
    <dgm:cxn modelId="{57323DCB-986B-4372-BDB2-52ED5897D0D7}" type="presOf" srcId="{B01D6B50-3700-4EF4-A90D-F448ADA80D48}" destId="{A73BBC50-5ACD-484C-A444-B15AE0DD46FE}" srcOrd="0" destOrd="0" presId="urn:microsoft.com/office/officeart/2008/layout/LinedList"/>
    <dgm:cxn modelId="{B177B2A9-9E52-4338-AB2F-660855AC243A}" type="presParOf" srcId="{A73BBC50-5ACD-484C-A444-B15AE0DD46FE}" destId="{60DBB460-FACB-47B7-9578-DF3F9C7814A9}" srcOrd="0" destOrd="0" presId="urn:microsoft.com/office/officeart/2008/layout/LinedList"/>
    <dgm:cxn modelId="{E224AD30-6D74-4D72-802A-99D080856A62}" type="presParOf" srcId="{A73BBC50-5ACD-484C-A444-B15AE0DD46FE}" destId="{F87FEC26-045E-4D16-B93E-B0B51B201D19}" srcOrd="1" destOrd="0" presId="urn:microsoft.com/office/officeart/2008/layout/LinedList"/>
    <dgm:cxn modelId="{9FD83D3F-047B-42D7-8375-3DD249372FA8}" type="presParOf" srcId="{F87FEC26-045E-4D16-B93E-B0B51B201D19}" destId="{7AAB0FDD-C9B8-4C97-B8B8-4F289C63F7D3}" srcOrd="0" destOrd="0" presId="urn:microsoft.com/office/officeart/2008/layout/LinedList"/>
    <dgm:cxn modelId="{4A9797A6-7FE4-48C9-BBB8-19DABBB69596}" type="presParOf" srcId="{F87FEC26-045E-4D16-B93E-B0B51B201D19}" destId="{6222ADA7-B8F9-46DC-B367-977749935902}" srcOrd="1" destOrd="0" presId="urn:microsoft.com/office/officeart/2008/layout/LinedList"/>
    <dgm:cxn modelId="{F77C24DB-C3B3-4D91-A685-1544D8B80E0E}" type="presParOf" srcId="{A73BBC50-5ACD-484C-A444-B15AE0DD46FE}" destId="{DA0BA674-8860-4E4A-AD59-F131ED49854A}" srcOrd="2" destOrd="0" presId="urn:microsoft.com/office/officeart/2008/layout/LinedList"/>
    <dgm:cxn modelId="{E7E43739-E7D3-4174-82FF-3888D003C9C8}" type="presParOf" srcId="{A73BBC50-5ACD-484C-A444-B15AE0DD46FE}" destId="{0381EA78-0965-48AB-8068-BDBAFD517B73}" srcOrd="3" destOrd="0" presId="urn:microsoft.com/office/officeart/2008/layout/LinedList"/>
    <dgm:cxn modelId="{6A95CD15-25E7-406A-8FA0-119BAAC324AB}" type="presParOf" srcId="{0381EA78-0965-48AB-8068-BDBAFD517B73}" destId="{4115C34A-BBB7-4E76-BEAB-38262DEAAB01}" srcOrd="0" destOrd="0" presId="urn:microsoft.com/office/officeart/2008/layout/LinedList"/>
    <dgm:cxn modelId="{E274CEF0-C0D7-4671-9664-FB667B9E8A43}" type="presParOf" srcId="{0381EA78-0965-48AB-8068-BDBAFD517B73}" destId="{B88696D8-BD29-4C76-80E6-4D324444146C}" srcOrd="1" destOrd="0" presId="urn:microsoft.com/office/officeart/2008/layout/Lined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3.xml><?xml version="1.0" encoding="utf-8"?>
<dgm:dataModel xmlns:dgm="http://schemas.openxmlformats.org/drawingml/2006/diagram" xmlns:a="http://schemas.openxmlformats.org/drawingml/2006/main">
  <dgm:ptLst>
    <dgm:pt modelId="{F3A6E6A3-67A6-4138-905D-8697179F26F0}" type="doc">
      <dgm:prSet loTypeId="urn:microsoft.com/office/officeart/2005/8/layout/hList1" loCatId="list" qsTypeId="urn:microsoft.com/office/officeart/2005/8/quickstyle/simple1" qsCatId="simple" csTypeId="urn:microsoft.com/office/officeart/2005/8/colors/accent0_3" csCatId="mainScheme"/>
      <dgm:spPr/>
      <dgm:t>
        <a:bodyPr/>
        <a:lstStyle/>
        <a:p>
          <a:endParaRPr lang="en-US"/>
        </a:p>
      </dgm:t>
    </dgm:pt>
    <dgm:pt modelId="{2F36CCD6-BB1D-4555-918B-2A9C1BDD60F1}">
      <dgm:prSet/>
      <dgm:spPr/>
      <dgm:t>
        <a:bodyPr/>
        <a:lstStyle/>
        <a:p>
          <a:r>
            <a:rPr lang="en-US"/>
            <a:t>Version Control:</a:t>
          </a:r>
        </a:p>
      </dgm:t>
    </dgm:pt>
    <dgm:pt modelId="{323FB89B-6D5F-4AEE-B3BB-F64AFB5327F5}" type="parTrans" cxnId="{0EA18DAB-1250-4FEF-B096-289B9F2422BF}">
      <dgm:prSet/>
      <dgm:spPr/>
      <dgm:t>
        <a:bodyPr/>
        <a:lstStyle/>
        <a:p>
          <a:endParaRPr lang="en-US"/>
        </a:p>
      </dgm:t>
    </dgm:pt>
    <dgm:pt modelId="{D2B1D0B3-0A9A-42C0-97AB-DFFC4BFA53E1}" type="sibTrans" cxnId="{0EA18DAB-1250-4FEF-B096-289B9F2422BF}">
      <dgm:prSet/>
      <dgm:spPr/>
      <dgm:t>
        <a:bodyPr/>
        <a:lstStyle/>
        <a:p>
          <a:endParaRPr lang="en-US"/>
        </a:p>
      </dgm:t>
    </dgm:pt>
    <dgm:pt modelId="{4295FF4C-AA0C-4501-8D6D-BA1D2BAA0DBD}">
      <dgm:prSet/>
      <dgm:spPr/>
      <dgm:t>
        <a:bodyPr/>
        <a:lstStyle/>
        <a:p>
          <a:r>
            <a:rPr lang="en-US"/>
            <a:t>Using Git, you can record, track, and retrieve your coding histories.</a:t>
          </a:r>
        </a:p>
      </dgm:t>
    </dgm:pt>
    <dgm:pt modelId="{6047EF30-32B1-446B-9B68-2D679A4DA1D1}" type="parTrans" cxnId="{57B6D3CF-6575-425B-B51D-B8CE2F855504}">
      <dgm:prSet/>
      <dgm:spPr/>
      <dgm:t>
        <a:bodyPr/>
        <a:lstStyle/>
        <a:p>
          <a:endParaRPr lang="en-US"/>
        </a:p>
      </dgm:t>
    </dgm:pt>
    <dgm:pt modelId="{E259B33D-38B3-4ACF-9E5F-27DE5210C6BC}" type="sibTrans" cxnId="{57B6D3CF-6575-425B-B51D-B8CE2F855504}">
      <dgm:prSet/>
      <dgm:spPr/>
      <dgm:t>
        <a:bodyPr/>
        <a:lstStyle/>
        <a:p>
          <a:endParaRPr lang="en-US"/>
        </a:p>
      </dgm:t>
    </dgm:pt>
    <dgm:pt modelId="{AB364256-3B83-43BA-B6B6-71D79517E95C}">
      <dgm:prSet/>
      <dgm:spPr/>
      <dgm:t>
        <a:bodyPr/>
        <a:lstStyle/>
        <a:p>
          <a:r>
            <a:rPr lang="en-US"/>
            <a:t>Collaborative Coding:</a:t>
          </a:r>
        </a:p>
      </dgm:t>
    </dgm:pt>
    <dgm:pt modelId="{2E97414D-7101-4755-A0E1-8DFDF715E23B}" type="parTrans" cxnId="{F5771FF6-97CD-446A-BA40-35DA24383E2E}">
      <dgm:prSet/>
      <dgm:spPr/>
      <dgm:t>
        <a:bodyPr/>
        <a:lstStyle/>
        <a:p>
          <a:endParaRPr lang="en-US"/>
        </a:p>
      </dgm:t>
    </dgm:pt>
    <dgm:pt modelId="{F2612501-B5AD-4DBB-AB59-2C31DE58D971}" type="sibTrans" cxnId="{F5771FF6-97CD-446A-BA40-35DA24383E2E}">
      <dgm:prSet/>
      <dgm:spPr/>
      <dgm:t>
        <a:bodyPr/>
        <a:lstStyle/>
        <a:p>
          <a:endParaRPr lang="en-US"/>
        </a:p>
      </dgm:t>
    </dgm:pt>
    <dgm:pt modelId="{610E3E43-D503-4273-B566-609FB141A89B}">
      <dgm:prSet/>
      <dgm:spPr/>
      <dgm:t>
        <a:bodyPr/>
        <a:lstStyle/>
        <a:p>
          <a:r>
            <a:rPr lang="en-US"/>
            <a:t>On Git and remote repository services, you can share your code, get others' codes, and work as a team.</a:t>
          </a:r>
        </a:p>
      </dgm:t>
    </dgm:pt>
    <dgm:pt modelId="{AD81CDCB-D505-4B12-A946-4F21DFABF553}" type="parTrans" cxnId="{E5C11B11-B432-4F44-949F-6EFEF8EEBCBA}">
      <dgm:prSet/>
      <dgm:spPr/>
      <dgm:t>
        <a:bodyPr/>
        <a:lstStyle/>
        <a:p>
          <a:endParaRPr lang="en-US"/>
        </a:p>
      </dgm:t>
    </dgm:pt>
    <dgm:pt modelId="{CB1B0AE0-F02D-4C4C-B925-589BE0636525}" type="sibTrans" cxnId="{E5C11B11-B432-4F44-949F-6EFEF8EEBCBA}">
      <dgm:prSet/>
      <dgm:spPr/>
      <dgm:t>
        <a:bodyPr/>
        <a:lstStyle/>
        <a:p>
          <a:endParaRPr lang="en-US"/>
        </a:p>
      </dgm:t>
    </dgm:pt>
    <dgm:pt modelId="{D84EF465-9F51-44E9-98F9-0294A82E9F48}">
      <dgm:prSet/>
      <dgm:spPr/>
      <dgm:t>
        <a:bodyPr/>
        <a:lstStyle/>
        <a:p>
          <a:r>
            <a:rPr lang="en-US"/>
            <a:t>Task Management &amp; Automation:</a:t>
          </a:r>
        </a:p>
      </dgm:t>
    </dgm:pt>
    <dgm:pt modelId="{FAF08709-4320-43DC-AE42-6864EFF25B93}" type="parTrans" cxnId="{FE033A5E-51B0-4244-B35F-466D27CD3360}">
      <dgm:prSet/>
      <dgm:spPr/>
      <dgm:t>
        <a:bodyPr/>
        <a:lstStyle/>
        <a:p>
          <a:endParaRPr lang="en-US"/>
        </a:p>
      </dgm:t>
    </dgm:pt>
    <dgm:pt modelId="{B551B6E9-4FA9-4F1F-B19C-B002F7D876B8}" type="sibTrans" cxnId="{FE033A5E-51B0-4244-B35F-466D27CD3360}">
      <dgm:prSet/>
      <dgm:spPr/>
      <dgm:t>
        <a:bodyPr/>
        <a:lstStyle/>
        <a:p>
          <a:endParaRPr lang="en-US"/>
        </a:p>
      </dgm:t>
    </dgm:pt>
    <dgm:pt modelId="{986BFD4E-8745-4B6D-B27B-783ADE48808A}">
      <dgm:prSet/>
      <dgm:spPr/>
      <dgm:t>
        <a:bodyPr/>
        <a:lstStyle/>
        <a:p>
          <a:r>
            <a:rPr lang="en-US"/>
            <a:t>Most Git remote repository services provide additional features to manage tasks and automate workflow such as auto deployment.</a:t>
          </a:r>
        </a:p>
      </dgm:t>
    </dgm:pt>
    <dgm:pt modelId="{751694DD-5D7E-4180-905D-DD00C3F06222}" type="parTrans" cxnId="{A295EE82-92D7-49E2-B2F9-4F35D1CBB472}">
      <dgm:prSet/>
      <dgm:spPr/>
      <dgm:t>
        <a:bodyPr/>
        <a:lstStyle/>
        <a:p>
          <a:endParaRPr lang="en-US"/>
        </a:p>
      </dgm:t>
    </dgm:pt>
    <dgm:pt modelId="{94CCF8F1-A08F-4B78-8A92-C9A875673A4E}" type="sibTrans" cxnId="{A295EE82-92D7-49E2-B2F9-4F35D1CBB472}">
      <dgm:prSet/>
      <dgm:spPr/>
      <dgm:t>
        <a:bodyPr/>
        <a:lstStyle/>
        <a:p>
          <a:endParaRPr lang="en-US"/>
        </a:p>
      </dgm:t>
    </dgm:pt>
    <dgm:pt modelId="{92637206-B588-417B-AFBD-BD3792A3F4E7}" type="pres">
      <dgm:prSet presAssocID="{F3A6E6A3-67A6-4138-905D-8697179F26F0}" presName="Name0" presStyleCnt="0">
        <dgm:presLayoutVars>
          <dgm:dir/>
          <dgm:animLvl val="lvl"/>
          <dgm:resizeHandles val="exact"/>
        </dgm:presLayoutVars>
      </dgm:prSet>
      <dgm:spPr/>
    </dgm:pt>
    <dgm:pt modelId="{8F9DEE06-6DE7-40E6-AF70-A554239FF948}" type="pres">
      <dgm:prSet presAssocID="{2F36CCD6-BB1D-4555-918B-2A9C1BDD60F1}" presName="composite" presStyleCnt="0"/>
      <dgm:spPr/>
    </dgm:pt>
    <dgm:pt modelId="{3FA78FD9-11FB-4921-AEC7-0EAC1F6E052B}" type="pres">
      <dgm:prSet presAssocID="{2F36CCD6-BB1D-4555-918B-2A9C1BDD60F1}" presName="parTx" presStyleLbl="alignNode1" presStyleIdx="0" presStyleCnt="3">
        <dgm:presLayoutVars>
          <dgm:chMax val="0"/>
          <dgm:chPref val="0"/>
          <dgm:bulletEnabled val="1"/>
        </dgm:presLayoutVars>
      </dgm:prSet>
      <dgm:spPr/>
    </dgm:pt>
    <dgm:pt modelId="{A69154AA-20C7-430D-95A2-C737FBB3192E}" type="pres">
      <dgm:prSet presAssocID="{2F36CCD6-BB1D-4555-918B-2A9C1BDD60F1}" presName="desTx" presStyleLbl="alignAccFollowNode1" presStyleIdx="0" presStyleCnt="3">
        <dgm:presLayoutVars>
          <dgm:bulletEnabled val="1"/>
        </dgm:presLayoutVars>
      </dgm:prSet>
      <dgm:spPr/>
    </dgm:pt>
    <dgm:pt modelId="{1C35751D-B430-41E5-9D62-9861E10F0F82}" type="pres">
      <dgm:prSet presAssocID="{D2B1D0B3-0A9A-42C0-97AB-DFFC4BFA53E1}" presName="space" presStyleCnt="0"/>
      <dgm:spPr/>
    </dgm:pt>
    <dgm:pt modelId="{18FE424A-06CD-4943-A1FB-2FF13B033B38}" type="pres">
      <dgm:prSet presAssocID="{AB364256-3B83-43BA-B6B6-71D79517E95C}" presName="composite" presStyleCnt="0"/>
      <dgm:spPr/>
    </dgm:pt>
    <dgm:pt modelId="{9B0A5CDE-A302-4059-A138-A59350BC9CD7}" type="pres">
      <dgm:prSet presAssocID="{AB364256-3B83-43BA-B6B6-71D79517E95C}" presName="parTx" presStyleLbl="alignNode1" presStyleIdx="1" presStyleCnt="3">
        <dgm:presLayoutVars>
          <dgm:chMax val="0"/>
          <dgm:chPref val="0"/>
          <dgm:bulletEnabled val="1"/>
        </dgm:presLayoutVars>
      </dgm:prSet>
      <dgm:spPr/>
    </dgm:pt>
    <dgm:pt modelId="{DEB4FD2D-0BA9-4F69-B6EC-B099CBBC208A}" type="pres">
      <dgm:prSet presAssocID="{AB364256-3B83-43BA-B6B6-71D79517E95C}" presName="desTx" presStyleLbl="alignAccFollowNode1" presStyleIdx="1" presStyleCnt="3">
        <dgm:presLayoutVars>
          <dgm:bulletEnabled val="1"/>
        </dgm:presLayoutVars>
      </dgm:prSet>
      <dgm:spPr/>
    </dgm:pt>
    <dgm:pt modelId="{5043B604-9560-4007-A534-0F9420B584F3}" type="pres">
      <dgm:prSet presAssocID="{F2612501-B5AD-4DBB-AB59-2C31DE58D971}" presName="space" presStyleCnt="0"/>
      <dgm:spPr/>
    </dgm:pt>
    <dgm:pt modelId="{2EE19DFB-701C-46A8-8832-2060CBBF68FD}" type="pres">
      <dgm:prSet presAssocID="{D84EF465-9F51-44E9-98F9-0294A82E9F48}" presName="composite" presStyleCnt="0"/>
      <dgm:spPr/>
    </dgm:pt>
    <dgm:pt modelId="{D03DB99C-B314-4E3C-A037-F3B4D2F0E7EE}" type="pres">
      <dgm:prSet presAssocID="{D84EF465-9F51-44E9-98F9-0294A82E9F48}" presName="parTx" presStyleLbl="alignNode1" presStyleIdx="2" presStyleCnt="3">
        <dgm:presLayoutVars>
          <dgm:chMax val="0"/>
          <dgm:chPref val="0"/>
          <dgm:bulletEnabled val="1"/>
        </dgm:presLayoutVars>
      </dgm:prSet>
      <dgm:spPr/>
    </dgm:pt>
    <dgm:pt modelId="{4986159E-7DBF-440D-BB6F-73B619B25588}" type="pres">
      <dgm:prSet presAssocID="{D84EF465-9F51-44E9-98F9-0294A82E9F48}" presName="desTx" presStyleLbl="alignAccFollowNode1" presStyleIdx="2" presStyleCnt="3">
        <dgm:presLayoutVars>
          <dgm:bulletEnabled val="1"/>
        </dgm:presLayoutVars>
      </dgm:prSet>
      <dgm:spPr/>
    </dgm:pt>
  </dgm:ptLst>
  <dgm:cxnLst>
    <dgm:cxn modelId="{E5C11B11-B432-4F44-949F-6EFEF8EEBCBA}" srcId="{AB364256-3B83-43BA-B6B6-71D79517E95C}" destId="{610E3E43-D503-4273-B566-609FB141A89B}" srcOrd="0" destOrd="0" parTransId="{AD81CDCB-D505-4B12-A946-4F21DFABF553}" sibTransId="{CB1B0AE0-F02D-4C4C-B925-589BE0636525}"/>
    <dgm:cxn modelId="{4912EB2A-AE11-4324-A33E-D924BD8C5169}" type="presOf" srcId="{2F36CCD6-BB1D-4555-918B-2A9C1BDD60F1}" destId="{3FA78FD9-11FB-4921-AEC7-0EAC1F6E052B}" srcOrd="0" destOrd="0" presId="urn:microsoft.com/office/officeart/2005/8/layout/hList1"/>
    <dgm:cxn modelId="{D91C1A35-66AB-433F-9D0C-E0760CB145BB}" type="presOf" srcId="{4295FF4C-AA0C-4501-8D6D-BA1D2BAA0DBD}" destId="{A69154AA-20C7-430D-95A2-C737FBB3192E}" srcOrd="0" destOrd="0" presId="urn:microsoft.com/office/officeart/2005/8/layout/hList1"/>
    <dgm:cxn modelId="{FE033A5E-51B0-4244-B35F-466D27CD3360}" srcId="{F3A6E6A3-67A6-4138-905D-8697179F26F0}" destId="{D84EF465-9F51-44E9-98F9-0294A82E9F48}" srcOrd="2" destOrd="0" parTransId="{FAF08709-4320-43DC-AE42-6864EFF25B93}" sibTransId="{B551B6E9-4FA9-4F1F-B19C-B002F7D876B8}"/>
    <dgm:cxn modelId="{A295EE82-92D7-49E2-B2F9-4F35D1CBB472}" srcId="{D84EF465-9F51-44E9-98F9-0294A82E9F48}" destId="{986BFD4E-8745-4B6D-B27B-783ADE48808A}" srcOrd="0" destOrd="0" parTransId="{751694DD-5D7E-4180-905D-DD00C3F06222}" sibTransId="{94CCF8F1-A08F-4B78-8A92-C9A875673A4E}"/>
    <dgm:cxn modelId="{2645DF98-0BD6-4A55-8882-66DB942FAF2C}" type="presOf" srcId="{610E3E43-D503-4273-B566-609FB141A89B}" destId="{DEB4FD2D-0BA9-4F69-B6EC-B099CBBC208A}" srcOrd="0" destOrd="0" presId="urn:microsoft.com/office/officeart/2005/8/layout/hList1"/>
    <dgm:cxn modelId="{C066FD9F-7872-4EEF-B4CA-ECF2A59A1BD7}" type="presOf" srcId="{AB364256-3B83-43BA-B6B6-71D79517E95C}" destId="{9B0A5CDE-A302-4059-A138-A59350BC9CD7}" srcOrd="0" destOrd="0" presId="urn:microsoft.com/office/officeart/2005/8/layout/hList1"/>
    <dgm:cxn modelId="{0EA18DAB-1250-4FEF-B096-289B9F2422BF}" srcId="{F3A6E6A3-67A6-4138-905D-8697179F26F0}" destId="{2F36CCD6-BB1D-4555-918B-2A9C1BDD60F1}" srcOrd="0" destOrd="0" parTransId="{323FB89B-6D5F-4AEE-B3BB-F64AFB5327F5}" sibTransId="{D2B1D0B3-0A9A-42C0-97AB-DFFC4BFA53E1}"/>
    <dgm:cxn modelId="{94BEB2B1-439B-428D-9391-1B2701237B63}" type="presOf" srcId="{F3A6E6A3-67A6-4138-905D-8697179F26F0}" destId="{92637206-B588-417B-AFBD-BD3792A3F4E7}" srcOrd="0" destOrd="0" presId="urn:microsoft.com/office/officeart/2005/8/layout/hList1"/>
    <dgm:cxn modelId="{57B6D3CF-6575-425B-B51D-B8CE2F855504}" srcId="{2F36CCD6-BB1D-4555-918B-2A9C1BDD60F1}" destId="{4295FF4C-AA0C-4501-8D6D-BA1D2BAA0DBD}" srcOrd="0" destOrd="0" parTransId="{6047EF30-32B1-446B-9B68-2D679A4DA1D1}" sibTransId="{E259B33D-38B3-4ACF-9E5F-27DE5210C6BC}"/>
    <dgm:cxn modelId="{20939FD2-364D-4015-BBE7-C299D5AE8AB7}" type="presOf" srcId="{D84EF465-9F51-44E9-98F9-0294A82E9F48}" destId="{D03DB99C-B314-4E3C-A037-F3B4D2F0E7EE}" srcOrd="0" destOrd="0" presId="urn:microsoft.com/office/officeart/2005/8/layout/hList1"/>
    <dgm:cxn modelId="{F5771FF6-97CD-446A-BA40-35DA24383E2E}" srcId="{F3A6E6A3-67A6-4138-905D-8697179F26F0}" destId="{AB364256-3B83-43BA-B6B6-71D79517E95C}" srcOrd="1" destOrd="0" parTransId="{2E97414D-7101-4755-A0E1-8DFDF715E23B}" sibTransId="{F2612501-B5AD-4DBB-AB59-2C31DE58D971}"/>
    <dgm:cxn modelId="{B637BEF8-86B0-4BC1-9A10-AA7962E4F68F}" type="presOf" srcId="{986BFD4E-8745-4B6D-B27B-783ADE48808A}" destId="{4986159E-7DBF-440D-BB6F-73B619B25588}" srcOrd="0" destOrd="0" presId="urn:microsoft.com/office/officeart/2005/8/layout/hList1"/>
    <dgm:cxn modelId="{08795FBA-B8CC-4350-ACCF-D0630C58079C}" type="presParOf" srcId="{92637206-B588-417B-AFBD-BD3792A3F4E7}" destId="{8F9DEE06-6DE7-40E6-AF70-A554239FF948}" srcOrd="0" destOrd="0" presId="urn:microsoft.com/office/officeart/2005/8/layout/hList1"/>
    <dgm:cxn modelId="{7220D420-19AA-4474-BB3A-3277FDA679F9}" type="presParOf" srcId="{8F9DEE06-6DE7-40E6-AF70-A554239FF948}" destId="{3FA78FD9-11FB-4921-AEC7-0EAC1F6E052B}" srcOrd="0" destOrd="0" presId="urn:microsoft.com/office/officeart/2005/8/layout/hList1"/>
    <dgm:cxn modelId="{B38961C2-CBDE-4C5D-8196-26638896CDF4}" type="presParOf" srcId="{8F9DEE06-6DE7-40E6-AF70-A554239FF948}" destId="{A69154AA-20C7-430D-95A2-C737FBB3192E}" srcOrd="1" destOrd="0" presId="urn:microsoft.com/office/officeart/2005/8/layout/hList1"/>
    <dgm:cxn modelId="{1C2E13FB-AA4D-4AB8-A5A8-DA1138AA177B}" type="presParOf" srcId="{92637206-B588-417B-AFBD-BD3792A3F4E7}" destId="{1C35751D-B430-41E5-9D62-9861E10F0F82}" srcOrd="1" destOrd="0" presId="urn:microsoft.com/office/officeart/2005/8/layout/hList1"/>
    <dgm:cxn modelId="{2C0EB812-E898-4D4A-990D-33AF45CC9994}" type="presParOf" srcId="{92637206-B588-417B-AFBD-BD3792A3F4E7}" destId="{18FE424A-06CD-4943-A1FB-2FF13B033B38}" srcOrd="2" destOrd="0" presId="urn:microsoft.com/office/officeart/2005/8/layout/hList1"/>
    <dgm:cxn modelId="{9EF68675-A9B3-4622-8197-4A3B66218AD7}" type="presParOf" srcId="{18FE424A-06CD-4943-A1FB-2FF13B033B38}" destId="{9B0A5CDE-A302-4059-A138-A59350BC9CD7}" srcOrd="0" destOrd="0" presId="urn:microsoft.com/office/officeart/2005/8/layout/hList1"/>
    <dgm:cxn modelId="{45886EAD-8FCA-48B0-9A5C-6E40AFBC2A79}" type="presParOf" srcId="{18FE424A-06CD-4943-A1FB-2FF13B033B38}" destId="{DEB4FD2D-0BA9-4F69-B6EC-B099CBBC208A}" srcOrd="1" destOrd="0" presId="urn:microsoft.com/office/officeart/2005/8/layout/hList1"/>
    <dgm:cxn modelId="{BF68364C-03A0-43C3-AED2-FEA00C0E771E}" type="presParOf" srcId="{92637206-B588-417B-AFBD-BD3792A3F4E7}" destId="{5043B604-9560-4007-A534-0F9420B584F3}" srcOrd="3" destOrd="0" presId="urn:microsoft.com/office/officeart/2005/8/layout/hList1"/>
    <dgm:cxn modelId="{975161E2-4F18-424E-BAD7-AC9352FA5B8F}" type="presParOf" srcId="{92637206-B588-417B-AFBD-BD3792A3F4E7}" destId="{2EE19DFB-701C-46A8-8832-2060CBBF68FD}" srcOrd="4" destOrd="0" presId="urn:microsoft.com/office/officeart/2005/8/layout/hList1"/>
    <dgm:cxn modelId="{6CC68763-29C8-48BA-9383-47389D8A9D89}" type="presParOf" srcId="{2EE19DFB-701C-46A8-8832-2060CBBF68FD}" destId="{D03DB99C-B314-4E3C-A037-F3B4D2F0E7EE}" srcOrd="0" destOrd="0" presId="urn:microsoft.com/office/officeart/2005/8/layout/hList1"/>
    <dgm:cxn modelId="{8D260203-E67C-4556-BEAC-6FFD2A1D285D}" type="presParOf" srcId="{2EE19DFB-701C-46A8-8832-2060CBBF68FD}" destId="{4986159E-7DBF-440D-BB6F-73B619B25588}" srcOrd="1" destOrd="0" presId="urn:microsoft.com/office/officeart/2005/8/layout/hList1"/>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4.xml><?xml version="1.0" encoding="utf-8"?>
<dgm:dataModel xmlns:dgm="http://schemas.openxmlformats.org/drawingml/2006/diagram" xmlns:a="http://schemas.openxmlformats.org/drawingml/2006/main">
  <dgm:ptLst>
    <dgm:pt modelId="{8292DBB8-DA41-412C-B0C9-FA3C2B706F61}" type="doc">
      <dgm:prSet loTypeId="urn:microsoft.com/office/officeart/2005/8/layout/lProcess2" loCatId="list" qsTypeId="urn:microsoft.com/office/officeart/2005/8/quickstyle/3d1" qsCatId="3D" csTypeId="urn:microsoft.com/office/officeart/2005/8/colors/accent0_2" csCatId="mainScheme"/>
      <dgm:spPr/>
      <dgm:t>
        <a:bodyPr/>
        <a:lstStyle/>
        <a:p>
          <a:endParaRPr lang="en-US"/>
        </a:p>
      </dgm:t>
    </dgm:pt>
    <dgm:pt modelId="{0454682A-780B-49BF-BDD7-5B553259633A}">
      <dgm:prSet/>
      <dgm:spPr/>
      <dgm:t>
        <a:bodyPr/>
        <a:lstStyle/>
        <a:p>
          <a:r>
            <a:rPr lang="en-IN">
              <a:latin typeface="Abadi" panose="020B0604020104020204" pitchFamily="34" charset="0"/>
            </a:rPr>
            <a:t>When coding, you need to manage several files which are dependent on one another.</a:t>
          </a:r>
          <a:endParaRPr lang="en-US">
            <a:latin typeface="Abadi" panose="020B0604020104020204" pitchFamily="34" charset="0"/>
          </a:endParaRPr>
        </a:p>
      </dgm:t>
    </dgm:pt>
    <dgm:pt modelId="{8D2B22A2-83CA-4882-A724-A2A37806508A}" type="parTrans" cxnId="{2995479E-67DD-4D80-A9A6-D47C5FCB7FE0}">
      <dgm:prSet/>
      <dgm:spPr/>
      <dgm:t>
        <a:bodyPr/>
        <a:lstStyle/>
        <a:p>
          <a:endParaRPr lang="en-US"/>
        </a:p>
      </dgm:t>
    </dgm:pt>
    <dgm:pt modelId="{3A59AE5E-4A37-4C87-B99A-886D7027D95F}" type="sibTrans" cxnId="{2995479E-67DD-4D80-A9A6-D47C5FCB7FE0}">
      <dgm:prSet/>
      <dgm:spPr/>
      <dgm:t>
        <a:bodyPr/>
        <a:lstStyle/>
        <a:p>
          <a:endParaRPr lang="en-US"/>
        </a:p>
      </dgm:t>
    </dgm:pt>
    <dgm:pt modelId="{39EEE5C0-C5CB-428F-8B7A-C9421F0CCD8C}">
      <dgm:prSet/>
      <dgm:spPr/>
      <dgm:t>
        <a:bodyPr/>
        <a:lstStyle/>
        <a:p>
          <a:r>
            <a:rPr lang="en-IN">
              <a:latin typeface="Abadi" panose="020B0604020104020204" pitchFamily="34" charset="0"/>
            </a:rPr>
            <a:t>If you want to save different versions, you need to save entire sets of files in different directories with version names.</a:t>
          </a:r>
          <a:endParaRPr lang="en-US">
            <a:latin typeface="Abadi" panose="020B0604020104020204" pitchFamily="34" charset="0"/>
          </a:endParaRPr>
        </a:p>
      </dgm:t>
    </dgm:pt>
    <dgm:pt modelId="{F5861C63-C4DD-430F-8FCB-1EE1403A0F09}" type="parTrans" cxnId="{412F12BF-FDCB-4C75-AC87-30FB7A885FF0}">
      <dgm:prSet/>
      <dgm:spPr/>
      <dgm:t>
        <a:bodyPr/>
        <a:lstStyle/>
        <a:p>
          <a:endParaRPr lang="en-US"/>
        </a:p>
      </dgm:t>
    </dgm:pt>
    <dgm:pt modelId="{725BEDC0-C722-4947-BA41-736EDB8259B4}" type="sibTrans" cxnId="{412F12BF-FDCB-4C75-AC87-30FB7A885FF0}">
      <dgm:prSet/>
      <dgm:spPr/>
      <dgm:t>
        <a:bodyPr/>
        <a:lstStyle/>
        <a:p>
          <a:endParaRPr lang="en-US"/>
        </a:p>
      </dgm:t>
    </dgm:pt>
    <dgm:pt modelId="{852C68AC-1B19-47D8-9E45-24FE23ECC7B2}">
      <dgm:prSet/>
      <dgm:spPr/>
      <dgm:t>
        <a:bodyPr/>
        <a:lstStyle/>
        <a:p>
          <a:r>
            <a:rPr lang="en-IN" dirty="0">
              <a:latin typeface="Abadi" panose="020B0604020104020204" pitchFamily="34" charset="0"/>
            </a:rPr>
            <a:t>This approach is very computer resource-consuming.</a:t>
          </a:r>
          <a:endParaRPr lang="en-US" dirty="0">
            <a:latin typeface="Abadi" panose="020B0604020104020204" pitchFamily="34" charset="0"/>
          </a:endParaRPr>
        </a:p>
      </dgm:t>
    </dgm:pt>
    <dgm:pt modelId="{D9574096-B4C6-44AB-B126-45CB8308CAC1}" type="parTrans" cxnId="{C55FC6C1-C879-417F-8233-5D90195B792C}">
      <dgm:prSet/>
      <dgm:spPr/>
      <dgm:t>
        <a:bodyPr/>
        <a:lstStyle/>
        <a:p>
          <a:endParaRPr lang="en-US"/>
        </a:p>
      </dgm:t>
    </dgm:pt>
    <dgm:pt modelId="{E76D4995-2BDB-403F-A8D5-C65157EB5015}" type="sibTrans" cxnId="{C55FC6C1-C879-417F-8233-5D90195B792C}">
      <dgm:prSet/>
      <dgm:spPr/>
      <dgm:t>
        <a:bodyPr/>
        <a:lstStyle/>
        <a:p>
          <a:endParaRPr lang="en-US"/>
        </a:p>
      </dgm:t>
    </dgm:pt>
    <dgm:pt modelId="{3523EBC5-A76D-4858-8E6F-B470202B6851}" type="pres">
      <dgm:prSet presAssocID="{8292DBB8-DA41-412C-B0C9-FA3C2B706F61}" presName="theList" presStyleCnt="0">
        <dgm:presLayoutVars>
          <dgm:dir/>
          <dgm:animLvl val="lvl"/>
          <dgm:resizeHandles val="exact"/>
        </dgm:presLayoutVars>
      </dgm:prSet>
      <dgm:spPr/>
    </dgm:pt>
    <dgm:pt modelId="{F694B26B-52A9-431A-AA5D-BF775E97014D}" type="pres">
      <dgm:prSet presAssocID="{0454682A-780B-49BF-BDD7-5B553259633A}" presName="compNode" presStyleCnt="0"/>
      <dgm:spPr/>
    </dgm:pt>
    <dgm:pt modelId="{889A82B6-EC2A-4077-90AA-DC62A8759C2B}" type="pres">
      <dgm:prSet presAssocID="{0454682A-780B-49BF-BDD7-5B553259633A}" presName="aNode" presStyleLbl="bgShp" presStyleIdx="0" presStyleCnt="1"/>
      <dgm:spPr/>
    </dgm:pt>
    <dgm:pt modelId="{3D29131B-CBD9-433D-AF71-300DF1729E10}" type="pres">
      <dgm:prSet presAssocID="{0454682A-780B-49BF-BDD7-5B553259633A}" presName="textNode" presStyleLbl="bgShp" presStyleIdx="0" presStyleCnt="1"/>
      <dgm:spPr/>
    </dgm:pt>
    <dgm:pt modelId="{351ACDA7-0CFB-431F-B4D9-F62F9A013132}" type="pres">
      <dgm:prSet presAssocID="{0454682A-780B-49BF-BDD7-5B553259633A}" presName="compChildNode" presStyleCnt="0"/>
      <dgm:spPr/>
    </dgm:pt>
    <dgm:pt modelId="{5EF6B24F-ECE2-4326-A871-726A62C269C1}" type="pres">
      <dgm:prSet presAssocID="{0454682A-780B-49BF-BDD7-5B553259633A}" presName="theInnerList" presStyleCnt="0"/>
      <dgm:spPr/>
    </dgm:pt>
    <dgm:pt modelId="{A46E7CAB-2181-4874-8D53-868B33717F6B}" type="pres">
      <dgm:prSet presAssocID="{39EEE5C0-C5CB-428F-8B7A-C9421F0CCD8C}" presName="childNode" presStyleLbl="node1" presStyleIdx="0" presStyleCnt="2">
        <dgm:presLayoutVars>
          <dgm:bulletEnabled val="1"/>
        </dgm:presLayoutVars>
      </dgm:prSet>
      <dgm:spPr/>
    </dgm:pt>
    <dgm:pt modelId="{CBF4DDA9-E043-4866-99F6-93B40B4E5961}" type="pres">
      <dgm:prSet presAssocID="{39EEE5C0-C5CB-428F-8B7A-C9421F0CCD8C}" presName="aSpace2" presStyleCnt="0"/>
      <dgm:spPr/>
    </dgm:pt>
    <dgm:pt modelId="{795E0011-94CF-4B69-B60F-CA4EF12EC7B8}" type="pres">
      <dgm:prSet presAssocID="{852C68AC-1B19-47D8-9E45-24FE23ECC7B2}" presName="childNode" presStyleLbl="node1" presStyleIdx="1" presStyleCnt="2">
        <dgm:presLayoutVars>
          <dgm:bulletEnabled val="1"/>
        </dgm:presLayoutVars>
      </dgm:prSet>
      <dgm:spPr/>
    </dgm:pt>
  </dgm:ptLst>
  <dgm:cxnLst>
    <dgm:cxn modelId="{8505D777-9DB0-4AC6-842A-7073E812EE61}" type="presOf" srcId="{0454682A-780B-49BF-BDD7-5B553259633A}" destId="{3D29131B-CBD9-433D-AF71-300DF1729E10}" srcOrd="1" destOrd="0" presId="urn:microsoft.com/office/officeart/2005/8/layout/lProcess2"/>
    <dgm:cxn modelId="{B564A791-D669-426B-BD54-298D6D8E554E}" type="presOf" srcId="{852C68AC-1B19-47D8-9E45-24FE23ECC7B2}" destId="{795E0011-94CF-4B69-B60F-CA4EF12EC7B8}" srcOrd="0" destOrd="0" presId="urn:microsoft.com/office/officeart/2005/8/layout/lProcess2"/>
    <dgm:cxn modelId="{5F01E793-F6F6-410F-9301-A4D50DC331D9}" type="presOf" srcId="{39EEE5C0-C5CB-428F-8B7A-C9421F0CCD8C}" destId="{A46E7CAB-2181-4874-8D53-868B33717F6B}" srcOrd="0" destOrd="0" presId="urn:microsoft.com/office/officeart/2005/8/layout/lProcess2"/>
    <dgm:cxn modelId="{2995479E-67DD-4D80-A9A6-D47C5FCB7FE0}" srcId="{8292DBB8-DA41-412C-B0C9-FA3C2B706F61}" destId="{0454682A-780B-49BF-BDD7-5B553259633A}" srcOrd="0" destOrd="0" parTransId="{8D2B22A2-83CA-4882-A724-A2A37806508A}" sibTransId="{3A59AE5E-4A37-4C87-B99A-886D7027D95F}"/>
    <dgm:cxn modelId="{E71903AF-CC57-4652-9955-31E1490F2D0E}" type="presOf" srcId="{0454682A-780B-49BF-BDD7-5B553259633A}" destId="{889A82B6-EC2A-4077-90AA-DC62A8759C2B}" srcOrd="0" destOrd="0" presId="urn:microsoft.com/office/officeart/2005/8/layout/lProcess2"/>
    <dgm:cxn modelId="{412F12BF-FDCB-4C75-AC87-30FB7A885FF0}" srcId="{0454682A-780B-49BF-BDD7-5B553259633A}" destId="{39EEE5C0-C5CB-428F-8B7A-C9421F0CCD8C}" srcOrd="0" destOrd="0" parTransId="{F5861C63-C4DD-430F-8FCB-1EE1403A0F09}" sibTransId="{725BEDC0-C722-4947-BA41-736EDB8259B4}"/>
    <dgm:cxn modelId="{C55FC6C1-C879-417F-8233-5D90195B792C}" srcId="{0454682A-780B-49BF-BDD7-5B553259633A}" destId="{852C68AC-1B19-47D8-9E45-24FE23ECC7B2}" srcOrd="1" destOrd="0" parTransId="{D9574096-B4C6-44AB-B126-45CB8308CAC1}" sibTransId="{E76D4995-2BDB-403F-A8D5-C65157EB5015}"/>
    <dgm:cxn modelId="{EF9349F0-9166-4194-A880-82C30301268E}" type="presOf" srcId="{8292DBB8-DA41-412C-B0C9-FA3C2B706F61}" destId="{3523EBC5-A76D-4858-8E6F-B470202B6851}" srcOrd="0" destOrd="0" presId="urn:microsoft.com/office/officeart/2005/8/layout/lProcess2"/>
    <dgm:cxn modelId="{E539B44F-FF06-4D4A-8C14-4C9CAB6BBD75}" type="presParOf" srcId="{3523EBC5-A76D-4858-8E6F-B470202B6851}" destId="{F694B26B-52A9-431A-AA5D-BF775E97014D}" srcOrd="0" destOrd="0" presId="urn:microsoft.com/office/officeart/2005/8/layout/lProcess2"/>
    <dgm:cxn modelId="{E83ECD33-5A5D-4863-BF7F-047B43E3133E}" type="presParOf" srcId="{F694B26B-52A9-431A-AA5D-BF775E97014D}" destId="{889A82B6-EC2A-4077-90AA-DC62A8759C2B}" srcOrd="0" destOrd="0" presId="urn:microsoft.com/office/officeart/2005/8/layout/lProcess2"/>
    <dgm:cxn modelId="{E723DD4F-56B7-48A7-8B43-77EDE871B6ED}" type="presParOf" srcId="{F694B26B-52A9-431A-AA5D-BF775E97014D}" destId="{3D29131B-CBD9-433D-AF71-300DF1729E10}" srcOrd="1" destOrd="0" presId="urn:microsoft.com/office/officeart/2005/8/layout/lProcess2"/>
    <dgm:cxn modelId="{359BF8DA-BE9E-4C58-951C-BA8E76A0E733}" type="presParOf" srcId="{F694B26B-52A9-431A-AA5D-BF775E97014D}" destId="{351ACDA7-0CFB-431F-B4D9-F62F9A013132}" srcOrd="2" destOrd="0" presId="urn:microsoft.com/office/officeart/2005/8/layout/lProcess2"/>
    <dgm:cxn modelId="{92DCFB5C-DB29-470A-97C0-1F7883D036EE}" type="presParOf" srcId="{351ACDA7-0CFB-431F-B4D9-F62F9A013132}" destId="{5EF6B24F-ECE2-4326-A871-726A62C269C1}" srcOrd="0" destOrd="0" presId="urn:microsoft.com/office/officeart/2005/8/layout/lProcess2"/>
    <dgm:cxn modelId="{1857232E-212C-447A-997A-383AF9C3AA25}" type="presParOf" srcId="{5EF6B24F-ECE2-4326-A871-726A62C269C1}" destId="{A46E7CAB-2181-4874-8D53-868B33717F6B}" srcOrd="0" destOrd="0" presId="urn:microsoft.com/office/officeart/2005/8/layout/lProcess2"/>
    <dgm:cxn modelId="{D0BF8EF5-74EE-4CD7-9D18-B5225C856A29}" type="presParOf" srcId="{5EF6B24F-ECE2-4326-A871-726A62C269C1}" destId="{CBF4DDA9-E043-4866-99F6-93B40B4E5961}" srcOrd="1" destOrd="0" presId="urn:microsoft.com/office/officeart/2005/8/layout/lProcess2"/>
    <dgm:cxn modelId="{F23389B7-12ED-4A98-A9FF-A3F716994A31}" type="presParOf" srcId="{5EF6B24F-ECE2-4326-A871-726A62C269C1}" destId="{795E0011-94CF-4B69-B60F-CA4EF12EC7B8}" srcOrd="2" destOrd="0" presId="urn:microsoft.com/office/officeart/2005/8/layout/lProcess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5.xml><?xml version="1.0" encoding="utf-8"?>
<dgm:dataModel xmlns:dgm="http://schemas.openxmlformats.org/drawingml/2006/diagram" xmlns:a="http://schemas.openxmlformats.org/drawingml/2006/main">
  <dgm:ptLst>
    <dgm:pt modelId="{5C14AF45-5E7E-4C8A-80D8-17EEFBD3B7A8}" type="doc">
      <dgm:prSet loTypeId="urn:microsoft.com/office/officeart/2005/8/layout/hierarchy1" loCatId="hierarchy" qsTypeId="urn:microsoft.com/office/officeart/2005/8/quickstyle/simple1" qsCatId="simple" csTypeId="urn:microsoft.com/office/officeart/2005/8/colors/accent1_2" csCatId="accent1"/>
      <dgm:spPr/>
      <dgm:t>
        <a:bodyPr/>
        <a:lstStyle/>
        <a:p>
          <a:endParaRPr lang="en-US"/>
        </a:p>
      </dgm:t>
    </dgm:pt>
    <dgm:pt modelId="{6CACB051-986D-4C2D-AB6B-3DF9DA4313E3}">
      <dgm:prSet/>
      <dgm:spPr/>
      <dgm:t>
        <a:bodyPr/>
        <a:lstStyle/>
        <a:p>
          <a:r>
            <a:rPr lang="en-US">
              <a:latin typeface="Abadi" panose="020B0604020104020204" pitchFamily="34" charset="0"/>
            </a:rPr>
            <a:t>Repository</a:t>
          </a:r>
        </a:p>
      </dgm:t>
    </dgm:pt>
    <dgm:pt modelId="{8BA4D55E-7193-4A62-9AD1-B1D86EB1BC2A}" type="parTrans" cxnId="{638A2B97-DB45-448F-82F4-24EA39F479C5}">
      <dgm:prSet/>
      <dgm:spPr/>
      <dgm:t>
        <a:bodyPr/>
        <a:lstStyle/>
        <a:p>
          <a:endParaRPr lang="en-US"/>
        </a:p>
      </dgm:t>
    </dgm:pt>
    <dgm:pt modelId="{196249D9-DA19-4A30-8958-30E242FD0013}" type="sibTrans" cxnId="{638A2B97-DB45-448F-82F4-24EA39F479C5}">
      <dgm:prSet/>
      <dgm:spPr/>
      <dgm:t>
        <a:bodyPr/>
        <a:lstStyle/>
        <a:p>
          <a:endParaRPr lang="en-US"/>
        </a:p>
      </dgm:t>
    </dgm:pt>
    <dgm:pt modelId="{1BC8931B-6F1C-44E8-BD94-293A4C10EC64}">
      <dgm:prSet/>
      <dgm:spPr/>
      <dgm:t>
        <a:bodyPr/>
        <a:lstStyle/>
        <a:p>
          <a:r>
            <a:rPr lang="en-US">
              <a:latin typeface="Abadi" panose="020B0604020104020204" pitchFamily="34" charset="0"/>
            </a:rPr>
            <a:t>Commit</a:t>
          </a:r>
        </a:p>
      </dgm:t>
    </dgm:pt>
    <dgm:pt modelId="{4FF058FE-876E-4B99-A182-C449058B3942}" type="parTrans" cxnId="{E1C7FB1E-FD25-49DF-B574-599AB4FDAFBB}">
      <dgm:prSet/>
      <dgm:spPr/>
      <dgm:t>
        <a:bodyPr/>
        <a:lstStyle/>
        <a:p>
          <a:endParaRPr lang="en-US"/>
        </a:p>
      </dgm:t>
    </dgm:pt>
    <dgm:pt modelId="{950A321C-DC9C-473C-84E5-05ED1DE10ECD}" type="sibTrans" cxnId="{E1C7FB1E-FD25-49DF-B574-599AB4FDAFBB}">
      <dgm:prSet/>
      <dgm:spPr/>
      <dgm:t>
        <a:bodyPr/>
        <a:lstStyle/>
        <a:p>
          <a:endParaRPr lang="en-US"/>
        </a:p>
      </dgm:t>
    </dgm:pt>
    <dgm:pt modelId="{9EBA4AFE-3FB0-4871-A335-28DCF0399BCF}" type="pres">
      <dgm:prSet presAssocID="{5C14AF45-5E7E-4C8A-80D8-17EEFBD3B7A8}" presName="hierChild1" presStyleCnt="0">
        <dgm:presLayoutVars>
          <dgm:chPref val="1"/>
          <dgm:dir/>
          <dgm:animOne val="branch"/>
          <dgm:animLvl val="lvl"/>
          <dgm:resizeHandles/>
        </dgm:presLayoutVars>
      </dgm:prSet>
      <dgm:spPr/>
    </dgm:pt>
    <dgm:pt modelId="{C135548E-61B8-4C0D-BFEE-1F096782406D}" type="pres">
      <dgm:prSet presAssocID="{6CACB051-986D-4C2D-AB6B-3DF9DA4313E3}" presName="hierRoot1" presStyleCnt="0"/>
      <dgm:spPr/>
    </dgm:pt>
    <dgm:pt modelId="{E993A80E-5668-43B9-A727-B726D3CAB71A}" type="pres">
      <dgm:prSet presAssocID="{6CACB051-986D-4C2D-AB6B-3DF9DA4313E3}" presName="composite" presStyleCnt="0"/>
      <dgm:spPr/>
    </dgm:pt>
    <dgm:pt modelId="{C558C18C-8294-4FC7-A3B6-E4725E1D49EF}" type="pres">
      <dgm:prSet presAssocID="{6CACB051-986D-4C2D-AB6B-3DF9DA4313E3}" presName="background" presStyleLbl="node0" presStyleIdx="0" presStyleCnt="2"/>
      <dgm:spPr/>
    </dgm:pt>
    <dgm:pt modelId="{9629C614-91F6-4435-8C9A-8FA89BB87AAD}" type="pres">
      <dgm:prSet presAssocID="{6CACB051-986D-4C2D-AB6B-3DF9DA4313E3}" presName="text" presStyleLbl="fgAcc0" presStyleIdx="0" presStyleCnt="2">
        <dgm:presLayoutVars>
          <dgm:chPref val="3"/>
        </dgm:presLayoutVars>
      </dgm:prSet>
      <dgm:spPr/>
    </dgm:pt>
    <dgm:pt modelId="{1BA47626-517E-42B8-8CCE-E69AF602B292}" type="pres">
      <dgm:prSet presAssocID="{6CACB051-986D-4C2D-AB6B-3DF9DA4313E3}" presName="hierChild2" presStyleCnt="0"/>
      <dgm:spPr/>
    </dgm:pt>
    <dgm:pt modelId="{7C724FA9-1A1D-4B4F-9C8B-59148D3F56D2}" type="pres">
      <dgm:prSet presAssocID="{1BC8931B-6F1C-44E8-BD94-293A4C10EC64}" presName="hierRoot1" presStyleCnt="0"/>
      <dgm:spPr/>
    </dgm:pt>
    <dgm:pt modelId="{24AADB71-1825-4BA6-AE78-699976924FB1}" type="pres">
      <dgm:prSet presAssocID="{1BC8931B-6F1C-44E8-BD94-293A4C10EC64}" presName="composite" presStyleCnt="0"/>
      <dgm:spPr/>
    </dgm:pt>
    <dgm:pt modelId="{DA674716-1124-4747-872C-C736696B4EB0}" type="pres">
      <dgm:prSet presAssocID="{1BC8931B-6F1C-44E8-BD94-293A4C10EC64}" presName="background" presStyleLbl="node0" presStyleIdx="1" presStyleCnt="2"/>
      <dgm:spPr/>
    </dgm:pt>
    <dgm:pt modelId="{9B238B9E-FFC4-4AF3-9AD6-F082ED77708A}" type="pres">
      <dgm:prSet presAssocID="{1BC8931B-6F1C-44E8-BD94-293A4C10EC64}" presName="text" presStyleLbl="fgAcc0" presStyleIdx="1" presStyleCnt="2">
        <dgm:presLayoutVars>
          <dgm:chPref val="3"/>
        </dgm:presLayoutVars>
      </dgm:prSet>
      <dgm:spPr/>
    </dgm:pt>
    <dgm:pt modelId="{D6DE8361-E93B-4E7E-ABCE-10AC4B6F8DA6}" type="pres">
      <dgm:prSet presAssocID="{1BC8931B-6F1C-44E8-BD94-293A4C10EC64}" presName="hierChild2" presStyleCnt="0"/>
      <dgm:spPr/>
    </dgm:pt>
  </dgm:ptLst>
  <dgm:cxnLst>
    <dgm:cxn modelId="{988E6102-C203-45C9-8EEB-A5D4D3E8BED2}" type="presOf" srcId="{6CACB051-986D-4C2D-AB6B-3DF9DA4313E3}" destId="{9629C614-91F6-4435-8C9A-8FA89BB87AAD}" srcOrd="0" destOrd="0" presId="urn:microsoft.com/office/officeart/2005/8/layout/hierarchy1"/>
    <dgm:cxn modelId="{E1C7FB1E-FD25-49DF-B574-599AB4FDAFBB}" srcId="{5C14AF45-5E7E-4C8A-80D8-17EEFBD3B7A8}" destId="{1BC8931B-6F1C-44E8-BD94-293A4C10EC64}" srcOrd="1" destOrd="0" parTransId="{4FF058FE-876E-4B99-A182-C449058B3942}" sibTransId="{950A321C-DC9C-473C-84E5-05ED1DE10ECD}"/>
    <dgm:cxn modelId="{638A2B97-DB45-448F-82F4-24EA39F479C5}" srcId="{5C14AF45-5E7E-4C8A-80D8-17EEFBD3B7A8}" destId="{6CACB051-986D-4C2D-AB6B-3DF9DA4313E3}" srcOrd="0" destOrd="0" parTransId="{8BA4D55E-7193-4A62-9AD1-B1D86EB1BC2A}" sibTransId="{196249D9-DA19-4A30-8958-30E242FD0013}"/>
    <dgm:cxn modelId="{6421B7CE-A847-445E-A3AB-EB141D98046B}" type="presOf" srcId="{5C14AF45-5E7E-4C8A-80D8-17EEFBD3B7A8}" destId="{9EBA4AFE-3FB0-4871-A335-28DCF0399BCF}" srcOrd="0" destOrd="0" presId="urn:microsoft.com/office/officeart/2005/8/layout/hierarchy1"/>
    <dgm:cxn modelId="{6948F4EE-BC21-4F53-83EC-25D59D2C0E3E}" type="presOf" srcId="{1BC8931B-6F1C-44E8-BD94-293A4C10EC64}" destId="{9B238B9E-FFC4-4AF3-9AD6-F082ED77708A}" srcOrd="0" destOrd="0" presId="urn:microsoft.com/office/officeart/2005/8/layout/hierarchy1"/>
    <dgm:cxn modelId="{AB732119-C77F-45F5-B692-FC608B6BA50A}" type="presParOf" srcId="{9EBA4AFE-3FB0-4871-A335-28DCF0399BCF}" destId="{C135548E-61B8-4C0D-BFEE-1F096782406D}" srcOrd="0" destOrd="0" presId="urn:microsoft.com/office/officeart/2005/8/layout/hierarchy1"/>
    <dgm:cxn modelId="{0EB3B685-ACBC-4625-B058-3D021CE67367}" type="presParOf" srcId="{C135548E-61B8-4C0D-BFEE-1F096782406D}" destId="{E993A80E-5668-43B9-A727-B726D3CAB71A}" srcOrd="0" destOrd="0" presId="urn:microsoft.com/office/officeart/2005/8/layout/hierarchy1"/>
    <dgm:cxn modelId="{82E3CDFD-C568-42EC-ABAA-EA44ECF45E5F}" type="presParOf" srcId="{E993A80E-5668-43B9-A727-B726D3CAB71A}" destId="{C558C18C-8294-4FC7-A3B6-E4725E1D49EF}" srcOrd="0" destOrd="0" presId="urn:microsoft.com/office/officeart/2005/8/layout/hierarchy1"/>
    <dgm:cxn modelId="{FEFE1CE9-DF58-4EF7-A606-5B727DD93970}" type="presParOf" srcId="{E993A80E-5668-43B9-A727-B726D3CAB71A}" destId="{9629C614-91F6-4435-8C9A-8FA89BB87AAD}" srcOrd="1" destOrd="0" presId="urn:microsoft.com/office/officeart/2005/8/layout/hierarchy1"/>
    <dgm:cxn modelId="{85311EA7-47AF-4C14-AAA4-A90015E8860F}" type="presParOf" srcId="{C135548E-61B8-4C0D-BFEE-1F096782406D}" destId="{1BA47626-517E-42B8-8CCE-E69AF602B292}" srcOrd="1" destOrd="0" presId="urn:microsoft.com/office/officeart/2005/8/layout/hierarchy1"/>
    <dgm:cxn modelId="{4D2A0B8B-3736-47BD-9D41-563B2E8D3697}" type="presParOf" srcId="{9EBA4AFE-3FB0-4871-A335-28DCF0399BCF}" destId="{7C724FA9-1A1D-4B4F-9C8B-59148D3F56D2}" srcOrd="1" destOrd="0" presId="urn:microsoft.com/office/officeart/2005/8/layout/hierarchy1"/>
    <dgm:cxn modelId="{4C56C4EB-0B43-4A62-B60A-68BD15965B4E}" type="presParOf" srcId="{7C724FA9-1A1D-4B4F-9C8B-59148D3F56D2}" destId="{24AADB71-1825-4BA6-AE78-699976924FB1}" srcOrd="0" destOrd="0" presId="urn:microsoft.com/office/officeart/2005/8/layout/hierarchy1"/>
    <dgm:cxn modelId="{9FCFBD85-5594-4083-B2E8-96FC8FDB010D}" type="presParOf" srcId="{24AADB71-1825-4BA6-AE78-699976924FB1}" destId="{DA674716-1124-4747-872C-C736696B4EB0}" srcOrd="0" destOrd="0" presId="urn:microsoft.com/office/officeart/2005/8/layout/hierarchy1"/>
    <dgm:cxn modelId="{264B2A09-3913-465A-A358-14174CB7C2AD}" type="presParOf" srcId="{24AADB71-1825-4BA6-AE78-699976924FB1}" destId="{9B238B9E-FFC4-4AF3-9AD6-F082ED77708A}" srcOrd="1" destOrd="0" presId="urn:microsoft.com/office/officeart/2005/8/layout/hierarchy1"/>
    <dgm:cxn modelId="{D61A4899-ABEA-4D00-A228-48A86DA2C6C4}" type="presParOf" srcId="{7C724FA9-1A1D-4B4F-9C8B-59148D3F56D2}" destId="{D6DE8361-E93B-4E7E-ABCE-10AC4B6F8DA6}" srcOrd="1" destOrd="0" presId="urn:microsoft.com/office/officeart/2005/8/layout/hierarchy1"/>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6.xml><?xml version="1.0" encoding="utf-8"?>
<dgm:dataModel xmlns:dgm="http://schemas.openxmlformats.org/drawingml/2006/diagram" xmlns:a="http://schemas.openxmlformats.org/drawingml/2006/main">
  <dgm:ptLst>
    <dgm:pt modelId="{073509F4-DF67-4E36-8981-479C7F21B72B}" type="doc">
      <dgm:prSet loTypeId="urn:microsoft.com/office/officeart/2008/layout/HalfCircleOrganizationChart" loCatId="hierarchy" qsTypeId="urn:microsoft.com/office/officeart/2005/8/quickstyle/simple1" qsCatId="simple" csTypeId="urn:microsoft.com/office/officeart/2005/8/colors/accent0_3" csCatId="mainScheme" phldr="1"/>
      <dgm:spPr/>
      <dgm:t>
        <a:bodyPr/>
        <a:lstStyle/>
        <a:p>
          <a:endParaRPr lang="en-US"/>
        </a:p>
      </dgm:t>
    </dgm:pt>
    <dgm:pt modelId="{103BBECC-D380-4B97-99D1-1CF2F618CE56}">
      <dgm:prSet/>
      <dgm:spPr/>
      <dgm:t>
        <a:bodyPr/>
        <a:lstStyle/>
        <a:p>
          <a:pPr>
            <a:defRPr b="1"/>
          </a:pPr>
          <a:r>
            <a:rPr lang="en-US"/>
            <a:t>A </a:t>
          </a:r>
          <a:r>
            <a:rPr lang="en-US" b="1"/>
            <a:t>repository</a:t>
          </a:r>
          <a:r>
            <a:rPr lang="en-US"/>
            <a:t> is a location where different versions of codes are stored.</a:t>
          </a:r>
        </a:p>
      </dgm:t>
    </dgm:pt>
    <dgm:pt modelId="{159B62A5-7E7A-4B72-98E1-966F8A0FC75D}" type="parTrans" cxnId="{6A24A699-4A96-41A5-AB01-8A481D464F70}">
      <dgm:prSet/>
      <dgm:spPr/>
      <dgm:t>
        <a:bodyPr/>
        <a:lstStyle/>
        <a:p>
          <a:endParaRPr lang="en-US"/>
        </a:p>
      </dgm:t>
    </dgm:pt>
    <dgm:pt modelId="{DC0598EE-6489-4FA0-ACCC-8AC752717ABB}" type="sibTrans" cxnId="{6A24A699-4A96-41A5-AB01-8A481D464F70}">
      <dgm:prSet/>
      <dgm:spPr/>
      <dgm:t>
        <a:bodyPr/>
        <a:lstStyle/>
        <a:p>
          <a:endParaRPr lang="en-US"/>
        </a:p>
      </dgm:t>
    </dgm:pt>
    <dgm:pt modelId="{F45D2067-D72C-4ECA-8CF3-88D60A0F51BD}">
      <dgm:prSet/>
      <dgm:spPr/>
      <dgm:t>
        <a:bodyPr/>
        <a:lstStyle/>
        <a:p>
          <a:pPr>
            <a:defRPr b="1"/>
          </a:pPr>
          <a:r>
            <a:rPr lang="en-US"/>
            <a:t>There are two types of repositories:</a:t>
          </a:r>
        </a:p>
      </dgm:t>
    </dgm:pt>
    <dgm:pt modelId="{6EC5F2F7-8A9A-4DAE-998B-BD259DDFEA4D}" type="parTrans" cxnId="{A9CE843F-70A5-4AB4-A18F-283BF349CBEA}">
      <dgm:prSet/>
      <dgm:spPr/>
      <dgm:t>
        <a:bodyPr/>
        <a:lstStyle/>
        <a:p>
          <a:endParaRPr lang="en-US"/>
        </a:p>
      </dgm:t>
    </dgm:pt>
    <dgm:pt modelId="{7B1FE77E-2074-41D4-926B-12061389C7F0}" type="sibTrans" cxnId="{A9CE843F-70A5-4AB4-A18F-283BF349CBEA}">
      <dgm:prSet/>
      <dgm:spPr/>
      <dgm:t>
        <a:bodyPr/>
        <a:lstStyle/>
        <a:p>
          <a:endParaRPr lang="en-US"/>
        </a:p>
      </dgm:t>
    </dgm:pt>
    <dgm:pt modelId="{6A49E557-C3D1-4B63-BD81-4D29A6E710A0}">
      <dgm:prSet/>
      <dgm:spPr/>
      <dgm:t>
        <a:bodyPr/>
        <a:lstStyle/>
        <a:p>
          <a:r>
            <a:rPr lang="en-US" b="1"/>
            <a:t>Local Repository</a:t>
          </a:r>
          <a:r>
            <a:rPr lang="en-US"/>
            <a:t>: it is installed on your local computer</a:t>
          </a:r>
        </a:p>
      </dgm:t>
    </dgm:pt>
    <dgm:pt modelId="{A0C79D30-F346-4788-B06F-3AC428BAF6B7}" type="parTrans" cxnId="{B53B2C3C-656E-48C7-A47C-CE0235F2479A}">
      <dgm:prSet/>
      <dgm:spPr/>
      <dgm:t>
        <a:bodyPr/>
        <a:lstStyle/>
        <a:p>
          <a:endParaRPr lang="en-US"/>
        </a:p>
      </dgm:t>
    </dgm:pt>
    <dgm:pt modelId="{1DF3588C-BF15-446A-A6CC-7A9F33FB0A47}" type="sibTrans" cxnId="{B53B2C3C-656E-48C7-A47C-CE0235F2479A}">
      <dgm:prSet/>
      <dgm:spPr/>
      <dgm:t>
        <a:bodyPr/>
        <a:lstStyle/>
        <a:p>
          <a:endParaRPr lang="en-US"/>
        </a:p>
      </dgm:t>
    </dgm:pt>
    <dgm:pt modelId="{8027F0F2-7F57-4746-8803-ED3F3D991D3A}">
      <dgm:prSet/>
      <dgm:spPr/>
      <dgm:t>
        <a:bodyPr/>
        <a:lstStyle/>
        <a:p>
          <a:r>
            <a:rPr lang="en-US" b="1"/>
            <a:t>Remote Repository</a:t>
          </a:r>
          <a:r>
            <a:rPr lang="en-US"/>
            <a:t>: it is usually created under a web platform such as GitHub on the Internet.</a:t>
          </a:r>
        </a:p>
      </dgm:t>
    </dgm:pt>
    <dgm:pt modelId="{F283796F-5B5A-430D-8C4A-1AB98754D0EF}" type="parTrans" cxnId="{57921D39-0318-45B2-83CC-8B4DA9BD54EE}">
      <dgm:prSet/>
      <dgm:spPr/>
      <dgm:t>
        <a:bodyPr/>
        <a:lstStyle/>
        <a:p>
          <a:endParaRPr lang="en-US"/>
        </a:p>
      </dgm:t>
    </dgm:pt>
    <dgm:pt modelId="{D4D6F105-27A5-4399-B8CA-0DFFA6BD6B17}" type="sibTrans" cxnId="{57921D39-0318-45B2-83CC-8B4DA9BD54EE}">
      <dgm:prSet/>
      <dgm:spPr/>
      <dgm:t>
        <a:bodyPr/>
        <a:lstStyle/>
        <a:p>
          <a:endParaRPr lang="en-US"/>
        </a:p>
      </dgm:t>
    </dgm:pt>
    <dgm:pt modelId="{7FFE4A4E-1A84-4766-AA58-D02D7A89272E}" type="pres">
      <dgm:prSet presAssocID="{073509F4-DF67-4E36-8981-479C7F21B72B}" presName="Name0" presStyleCnt="0">
        <dgm:presLayoutVars>
          <dgm:orgChart val="1"/>
          <dgm:chPref val="1"/>
          <dgm:dir/>
          <dgm:animOne val="branch"/>
          <dgm:animLvl val="lvl"/>
          <dgm:resizeHandles/>
        </dgm:presLayoutVars>
      </dgm:prSet>
      <dgm:spPr/>
    </dgm:pt>
    <dgm:pt modelId="{A9F323F1-36C9-44CE-B78B-06835EFEB74B}" type="pres">
      <dgm:prSet presAssocID="{103BBECC-D380-4B97-99D1-1CF2F618CE56}" presName="hierRoot1" presStyleCnt="0">
        <dgm:presLayoutVars>
          <dgm:hierBranch val="init"/>
        </dgm:presLayoutVars>
      </dgm:prSet>
      <dgm:spPr/>
    </dgm:pt>
    <dgm:pt modelId="{9641EADA-C4B5-44D0-8BCA-4BC2B8FBA945}" type="pres">
      <dgm:prSet presAssocID="{103BBECC-D380-4B97-99D1-1CF2F618CE56}" presName="rootComposite1" presStyleCnt="0"/>
      <dgm:spPr/>
    </dgm:pt>
    <dgm:pt modelId="{92A919BF-20DE-4992-88DD-C19C038C2AD0}" type="pres">
      <dgm:prSet presAssocID="{103BBECC-D380-4B97-99D1-1CF2F618CE56}" presName="rootText1" presStyleLbl="alignAcc1" presStyleIdx="0" presStyleCnt="0">
        <dgm:presLayoutVars>
          <dgm:chPref val="3"/>
        </dgm:presLayoutVars>
      </dgm:prSet>
      <dgm:spPr/>
    </dgm:pt>
    <dgm:pt modelId="{C9AA7598-9F52-4AC8-AC67-14EDC29E982E}" type="pres">
      <dgm:prSet presAssocID="{103BBECC-D380-4B97-99D1-1CF2F618CE56}" presName="topArc1" presStyleLbl="parChTrans1D1" presStyleIdx="0" presStyleCnt="8"/>
      <dgm:spPr/>
    </dgm:pt>
    <dgm:pt modelId="{7660880F-0286-4F99-BC8E-498748B88B5D}" type="pres">
      <dgm:prSet presAssocID="{103BBECC-D380-4B97-99D1-1CF2F618CE56}" presName="bottomArc1" presStyleLbl="parChTrans1D1" presStyleIdx="1" presStyleCnt="8"/>
      <dgm:spPr/>
    </dgm:pt>
    <dgm:pt modelId="{A7B6BF5C-58A9-4BB1-BA8B-D6E9D88C25CD}" type="pres">
      <dgm:prSet presAssocID="{103BBECC-D380-4B97-99D1-1CF2F618CE56}" presName="topConnNode1" presStyleLbl="node1" presStyleIdx="0" presStyleCnt="0"/>
      <dgm:spPr/>
    </dgm:pt>
    <dgm:pt modelId="{908CF841-1B69-4BC6-9B4C-DDAA83D39EE0}" type="pres">
      <dgm:prSet presAssocID="{103BBECC-D380-4B97-99D1-1CF2F618CE56}" presName="hierChild2" presStyleCnt="0"/>
      <dgm:spPr/>
    </dgm:pt>
    <dgm:pt modelId="{5E2F648F-DDC7-4689-A033-52CBACC5415C}" type="pres">
      <dgm:prSet presAssocID="{103BBECC-D380-4B97-99D1-1CF2F618CE56}" presName="hierChild3" presStyleCnt="0"/>
      <dgm:spPr/>
    </dgm:pt>
    <dgm:pt modelId="{91565F05-A952-439D-84AE-5C339F4EE263}" type="pres">
      <dgm:prSet presAssocID="{F45D2067-D72C-4ECA-8CF3-88D60A0F51BD}" presName="hierRoot1" presStyleCnt="0">
        <dgm:presLayoutVars>
          <dgm:hierBranch val="init"/>
        </dgm:presLayoutVars>
      </dgm:prSet>
      <dgm:spPr/>
    </dgm:pt>
    <dgm:pt modelId="{1894133E-F753-4F4E-BDB0-5C644043F9AB}" type="pres">
      <dgm:prSet presAssocID="{F45D2067-D72C-4ECA-8CF3-88D60A0F51BD}" presName="rootComposite1" presStyleCnt="0"/>
      <dgm:spPr/>
    </dgm:pt>
    <dgm:pt modelId="{0A03AFF5-BB57-4C1B-AB0B-B98327F9B51C}" type="pres">
      <dgm:prSet presAssocID="{F45D2067-D72C-4ECA-8CF3-88D60A0F51BD}" presName="rootText1" presStyleLbl="alignAcc1" presStyleIdx="0" presStyleCnt="0">
        <dgm:presLayoutVars>
          <dgm:chPref val="3"/>
        </dgm:presLayoutVars>
      </dgm:prSet>
      <dgm:spPr/>
    </dgm:pt>
    <dgm:pt modelId="{185C85E4-66FC-4357-A81F-58D453F2621C}" type="pres">
      <dgm:prSet presAssocID="{F45D2067-D72C-4ECA-8CF3-88D60A0F51BD}" presName="topArc1" presStyleLbl="parChTrans1D1" presStyleIdx="2" presStyleCnt="8"/>
      <dgm:spPr/>
    </dgm:pt>
    <dgm:pt modelId="{F4F15932-5344-4F54-A7E2-C4E3E9327074}" type="pres">
      <dgm:prSet presAssocID="{F45D2067-D72C-4ECA-8CF3-88D60A0F51BD}" presName="bottomArc1" presStyleLbl="parChTrans1D1" presStyleIdx="3" presStyleCnt="8"/>
      <dgm:spPr/>
    </dgm:pt>
    <dgm:pt modelId="{0B28F325-3F7B-4992-ACB5-E43735F183C5}" type="pres">
      <dgm:prSet presAssocID="{F45D2067-D72C-4ECA-8CF3-88D60A0F51BD}" presName="topConnNode1" presStyleLbl="node1" presStyleIdx="0" presStyleCnt="0"/>
      <dgm:spPr/>
    </dgm:pt>
    <dgm:pt modelId="{7ECC5569-C25B-4D38-9421-B57961D30837}" type="pres">
      <dgm:prSet presAssocID="{F45D2067-D72C-4ECA-8CF3-88D60A0F51BD}" presName="hierChild2" presStyleCnt="0"/>
      <dgm:spPr/>
    </dgm:pt>
    <dgm:pt modelId="{F82658E5-2597-4627-8EFD-2E20BADF92B2}" type="pres">
      <dgm:prSet presAssocID="{A0C79D30-F346-4788-B06F-3AC428BAF6B7}" presName="Name28" presStyleLbl="parChTrans1D2" presStyleIdx="0" presStyleCnt="2"/>
      <dgm:spPr/>
    </dgm:pt>
    <dgm:pt modelId="{1E0DB4CD-4F75-47FD-A3CB-AA96D5BBF0F4}" type="pres">
      <dgm:prSet presAssocID="{6A49E557-C3D1-4B63-BD81-4D29A6E710A0}" presName="hierRoot2" presStyleCnt="0">
        <dgm:presLayoutVars>
          <dgm:hierBranch val="init"/>
        </dgm:presLayoutVars>
      </dgm:prSet>
      <dgm:spPr/>
    </dgm:pt>
    <dgm:pt modelId="{37E47B2E-E00F-47FC-BD7C-61D5B3F008DA}" type="pres">
      <dgm:prSet presAssocID="{6A49E557-C3D1-4B63-BD81-4D29A6E710A0}" presName="rootComposite2" presStyleCnt="0"/>
      <dgm:spPr/>
    </dgm:pt>
    <dgm:pt modelId="{7C2C3A74-EFC4-40A9-AA59-8CDE67A4C79C}" type="pres">
      <dgm:prSet presAssocID="{6A49E557-C3D1-4B63-BD81-4D29A6E710A0}" presName="rootText2" presStyleLbl="alignAcc1" presStyleIdx="0" presStyleCnt="0">
        <dgm:presLayoutVars>
          <dgm:chPref val="3"/>
        </dgm:presLayoutVars>
      </dgm:prSet>
      <dgm:spPr/>
    </dgm:pt>
    <dgm:pt modelId="{21C31CF0-92AF-4AB5-9048-1A5CFB2CAB48}" type="pres">
      <dgm:prSet presAssocID="{6A49E557-C3D1-4B63-BD81-4D29A6E710A0}" presName="topArc2" presStyleLbl="parChTrans1D1" presStyleIdx="4" presStyleCnt="8"/>
      <dgm:spPr/>
    </dgm:pt>
    <dgm:pt modelId="{E12ADB56-5CCA-4983-B780-8D5C61459D47}" type="pres">
      <dgm:prSet presAssocID="{6A49E557-C3D1-4B63-BD81-4D29A6E710A0}" presName="bottomArc2" presStyleLbl="parChTrans1D1" presStyleIdx="5" presStyleCnt="8"/>
      <dgm:spPr/>
    </dgm:pt>
    <dgm:pt modelId="{F28B328E-6DB1-408C-A8AC-AD669CF234DF}" type="pres">
      <dgm:prSet presAssocID="{6A49E557-C3D1-4B63-BD81-4D29A6E710A0}" presName="topConnNode2" presStyleLbl="node2" presStyleIdx="0" presStyleCnt="0"/>
      <dgm:spPr/>
    </dgm:pt>
    <dgm:pt modelId="{257957C8-6717-485F-9EE2-03B640C59B50}" type="pres">
      <dgm:prSet presAssocID="{6A49E557-C3D1-4B63-BD81-4D29A6E710A0}" presName="hierChild4" presStyleCnt="0"/>
      <dgm:spPr/>
    </dgm:pt>
    <dgm:pt modelId="{07CB4D17-866D-40E3-A2FB-365932EE8D22}" type="pres">
      <dgm:prSet presAssocID="{6A49E557-C3D1-4B63-BD81-4D29A6E710A0}" presName="hierChild5" presStyleCnt="0"/>
      <dgm:spPr/>
    </dgm:pt>
    <dgm:pt modelId="{FBEE139A-3AEE-45E8-862F-9214A1FF08A8}" type="pres">
      <dgm:prSet presAssocID="{F283796F-5B5A-430D-8C4A-1AB98754D0EF}" presName="Name28" presStyleLbl="parChTrans1D2" presStyleIdx="1" presStyleCnt="2"/>
      <dgm:spPr/>
    </dgm:pt>
    <dgm:pt modelId="{52383128-34DD-4782-840A-2934E2503F20}" type="pres">
      <dgm:prSet presAssocID="{8027F0F2-7F57-4746-8803-ED3F3D991D3A}" presName="hierRoot2" presStyleCnt="0">
        <dgm:presLayoutVars>
          <dgm:hierBranch val="init"/>
        </dgm:presLayoutVars>
      </dgm:prSet>
      <dgm:spPr/>
    </dgm:pt>
    <dgm:pt modelId="{EB3A860A-A7AF-4D11-A1CF-19B36AEA52B4}" type="pres">
      <dgm:prSet presAssocID="{8027F0F2-7F57-4746-8803-ED3F3D991D3A}" presName="rootComposite2" presStyleCnt="0"/>
      <dgm:spPr/>
    </dgm:pt>
    <dgm:pt modelId="{F334AD20-7F94-42AE-8134-9DD6B6DCBC4D}" type="pres">
      <dgm:prSet presAssocID="{8027F0F2-7F57-4746-8803-ED3F3D991D3A}" presName="rootText2" presStyleLbl="alignAcc1" presStyleIdx="0" presStyleCnt="0">
        <dgm:presLayoutVars>
          <dgm:chPref val="3"/>
        </dgm:presLayoutVars>
      </dgm:prSet>
      <dgm:spPr/>
    </dgm:pt>
    <dgm:pt modelId="{C8E5EF51-09EC-43F6-9A10-284CF2B9ABA8}" type="pres">
      <dgm:prSet presAssocID="{8027F0F2-7F57-4746-8803-ED3F3D991D3A}" presName="topArc2" presStyleLbl="parChTrans1D1" presStyleIdx="6" presStyleCnt="8"/>
      <dgm:spPr/>
    </dgm:pt>
    <dgm:pt modelId="{5D0AF14D-1203-4CCE-BC70-88496CE749B0}" type="pres">
      <dgm:prSet presAssocID="{8027F0F2-7F57-4746-8803-ED3F3D991D3A}" presName="bottomArc2" presStyleLbl="parChTrans1D1" presStyleIdx="7" presStyleCnt="8"/>
      <dgm:spPr/>
    </dgm:pt>
    <dgm:pt modelId="{1C1E8611-0022-465C-8DB9-9C03DAA0C442}" type="pres">
      <dgm:prSet presAssocID="{8027F0F2-7F57-4746-8803-ED3F3D991D3A}" presName="topConnNode2" presStyleLbl="node2" presStyleIdx="0" presStyleCnt="0"/>
      <dgm:spPr/>
    </dgm:pt>
    <dgm:pt modelId="{4AE35247-FEC9-49CD-ABA2-E0F2CABC1C98}" type="pres">
      <dgm:prSet presAssocID="{8027F0F2-7F57-4746-8803-ED3F3D991D3A}" presName="hierChild4" presStyleCnt="0"/>
      <dgm:spPr/>
    </dgm:pt>
    <dgm:pt modelId="{636E9245-75EC-48FB-8873-65593EEF8FAC}" type="pres">
      <dgm:prSet presAssocID="{8027F0F2-7F57-4746-8803-ED3F3D991D3A}" presName="hierChild5" presStyleCnt="0"/>
      <dgm:spPr/>
    </dgm:pt>
    <dgm:pt modelId="{D5357777-EA5C-44C4-BA2F-BBEB0348A79F}" type="pres">
      <dgm:prSet presAssocID="{F45D2067-D72C-4ECA-8CF3-88D60A0F51BD}" presName="hierChild3" presStyleCnt="0"/>
      <dgm:spPr/>
    </dgm:pt>
  </dgm:ptLst>
  <dgm:cxnLst>
    <dgm:cxn modelId="{3BC4BB05-2A6E-458E-8C1C-F8CA78CA4FA4}" type="presOf" srcId="{F283796F-5B5A-430D-8C4A-1AB98754D0EF}" destId="{FBEE139A-3AEE-45E8-862F-9214A1FF08A8}" srcOrd="0" destOrd="0" presId="urn:microsoft.com/office/officeart/2008/layout/HalfCircleOrganizationChart"/>
    <dgm:cxn modelId="{6023D619-7D13-4721-A2B3-BB2D8A623BE8}" type="presOf" srcId="{F45D2067-D72C-4ECA-8CF3-88D60A0F51BD}" destId="{0A03AFF5-BB57-4C1B-AB0B-B98327F9B51C}" srcOrd="0" destOrd="0" presId="urn:microsoft.com/office/officeart/2008/layout/HalfCircleOrganizationChart"/>
    <dgm:cxn modelId="{57921D39-0318-45B2-83CC-8B4DA9BD54EE}" srcId="{F45D2067-D72C-4ECA-8CF3-88D60A0F51BD}" destId="{8027F0F2-7F57-4746-8803-ED3F3D991D3A}" srcOrd="1" destOrd="0" parTransId="{F283796F-5B5A-430D-8C4A-1AB98754D0EF}" sibTransId="{D4D6F105-27A5-4399-B8CA-0DFFA6BD6B17}"/>
    <dgm:cxn modelId="{B53B2C3C-656E-48C7-A47C-CE0235F2479A}" srcId="{F45D2067-D72C-4ECA-8CF3-88D60A0F51BD}" destId="{6A49E557-C3D1-4B63-BD81-4D29A6E710A0}" srcOrd="0" destOrd="0" parTransId="{A0C79D30-F346-4788-B06F-3AC428BAF6B7}" sibTransId="{1DF3588C-BF15-446A-A6CC-7A9F33FB0A47}"/>
    <dgm:cxn modelId="{A9CE843F-70A5-4AB4-A18F-283BF349CBEA}" srcId="{073509F4-DF67-4E36-8981-479C7F21B72B}" destId="{F45D2067-D72C-4ECA-8CF3-88D60A0F51BD}" srcOrd="1" destOrd="0" parTransId="{6EC5F2F7-8A9A-4DAE-998B-BD259DDFEA4D}" sibTransId="{7B1FE77E-2074-41D4-926B-12061389C7F0}"/>
    <dgm:cxn modelId="{A3058346-ED25-4525-80D1-1C54030C3596}" type="presOf" srcId="{F45D2067-D72C-4ECA-8CF3-88D60A0F51BD}" destId="{0B28F325-3F7B-4992-ACB5-E43735F183C5}" srcOrd="1" destOrd="0" presId="urn:microsoft.com/office/officeart/2008/layout/HalfCircleOrganizationChart"/>
    <dgm:cxn modelId="{7244907C-3F13-4249-9C4C-B468146D30EE}" type="presOf" srcId="{8027F0F2-7F57-4746-8803-ED3F3D991D3A}" destId="{1C1E8611-0022-465C-8DB9-9C03DAA0C442}" srcOrd="1" destOrd="0" presId="urn:microsoft.com/office/officeart/2008/layout/HalfCircleOrganizationChart"/>
    <dgm:cxn modelId="{FF037D82-38BE-49B9-9F6E-E52968A1EF7E}" type="presOf" srcId="{103BBECC-D380-4B97-99D1-1CF2F618CE56}" destId="{A7B6BF5C-58A9-4BB1-BA8B-D6E9D88C25CD}" srcOrd="1" destOrd="0" presId="urn:microsoft.com/office/officeart/2008/layout/HalfCircleOrganizationChart"/>
    <dgm:cxn modelId="{EF483D87-7B7D-4557-9274-838A06F49E12}" type="presOf" srcId="{8027F0F2-7F57-4746-8803-ED3F3D991D3A}" destId="{F334AD20-7F94-42AE-8134-9DD6B6DCBC4D}" srcOrd="0" destOrd="0" presId="urn:microsoft.com/office/officeart/2008/layout/HalfCircleOrganizationChart"/>
    <dgm:cxn modelId="{6A24A699-4A96-41A5-AB01-8A481D464F70}" srcId="{073509F4-DF67-4E36-8981-479C7F21B72B}" destId="{103BBECC-D380-4B97-99D1-1CF2F618CE56}" srcOrd="0" destOrd="0" parTransId="{159B62A5-7E7A-4B72-98E1-966F8A0FC75D}" sibTransId="{DC0598EE-6489-4FA0-ACCC-8AC752717ABB}"/>
    <dgm:cxn modelId="{7BD442A2-30D4-4FA9-8913-717BF0B25D3D}" type="presOf" srcId="{073509F4-DF67-4E36-8981-479C7F21B72B}" destId="{7FFE4A4E-1A84-4766-AA58-D02D7A89272E}" srcOrd="0" destOrd="0" presId="urn:microsoft.com/office/officeart/2008/layout/HalfCircleOrganizationChart"/>
    <dgm:cxn modelId="{720FA6B3-40F7-4827-82F1-D4180CE9B758}" type="presOf" srcId="{6A49E557-C3D1-4B63-BD81-4D29A6E710A0}" destId="{F28B328E-6DB1-408C-A8AC-AD669CF234DF}" srcOrd="1" destOrd="0" presId="urn:microsoft.com/office/officeart/2008/layout/HalfCircleOrganizationChart"/>
    <dgm:cxn modelId="{06F47FD1-D7EE-4ECF-8EF7-A8D27D554225}" type="presOf" srcId="{A0C79D30-F346-4788-B06F-3AC428BAF6B7}" destId="{F82658E5-2597-4627-8EFD-2E20BADF92B2}" srcOrd="0" destOrd="0" presId="urn:microsoft.com/office/officeart/2008/layout/HalfCircleOrganizationChart"/>
    <dgm:cxn modelId="{7E9C7DDF-5391-4F52-A8CA-E2D069672EC8}" type="presOf" srcId="{6A49E557-C3D1-4B63-BD81-4D29A6E710A0}" destId="{7C2C3A74-EFC4-40A9-AA59-8CDE67A4C79C}" srcOrd="0" destOrd="0" presId="urn:microsoft.com/office/officeart/2008/layout/HalfCircleOrganizationChart"/>
    <dgm:cxn modelId="{6A7684EC-5CE1-4077-9552-D2688F349A2A}" type="presOf" srcId="{103BBECC-D380-4B97-99D1-1CF2F618CE56}" destId="{92A919BF-20DE-4992-88DD-C19C038C2AD0}" srcOrd="0" destOrd="0" presId="urn:microsoft.com/office/officeart/2008/layout/HalfCircleOrganizationChart"/>
    <dgm:cxn modelId="{DA37BD78-06B8-4072-8695-F7FFECDC95AB}" type="presParOf" srcId="{7FFE4A4E-1A84-4766-AA58-D02D7A89272E}" destId="{A9F323F1-36C9-44CE-B78B-06835EFEB74B}" srcOrd="0" destOrd="0" presId="urn:microsoft.com/office/officeart/2008/layout/HalfCircleOrganizationChart"/>
    <dgm:cxn modelId="{EF5D879C-D3BF-4C42-8B76-198EB7CBFB10}" type="presParOf" srcId="{A9F323F1-36C9-44CE-B78B-06835EFEB74B}" destId="{9641EADA-C4B5-44D0-8BCA-4BC2B8FBA945}" srcOrd="0" destOrd="0" presId="urn:microsoft.com/office/officeart/2008/layout/HalfCircleOrganizationChart"/>
    <dgm:cxn modelId="{09F9B7D7-7E59-4B5A-8928-9B760DE54D40}" type="presParOf" srcId="{9641EADA-C4B5-44D0-8BCA-4BC2B8FBA945}" destId="{92A919BF-20DE-4992-88DD-C19C038C2AD0}" srcOrd="0" destOrd="0" presId="urn:microsoft.com/office/officeart/2008/layout/HalfCircleOrganizationChart"/>
    <dgm:cxn modelId="{E0EA0963-0E46-4C5A-A4D9-8AD450B63084}" type="presParOf" srcId="{9641EADA-C4B5-44D0-8BCA-4BC2B8FBA945}" destId="{C9AA7598-9F52-4AC8-AC67-14EDC29E982E}" srcOrd="1" destOrd="0" presId="urn:microsoft.com/office/officeart/2008/layout/HalfCircleOrganizationChart"/>
    <dgm:cxn modelId="{2B705E4D-B5C8-409D-84B5-68C7EBB62F04}" type="presParOf" srcId="{9641EADA-C4B5-44D0-8BCA-4BC2B8FBA945}" destId="{7660880F-0286-4F99-BC8E-498748B88B5D}" srcOrd="2" destOrd="0" presId="urn:microsoft.com/office/officeart/2008/layout/HalfCircleOrganizationChart"/>
    <dgm:cxn modelId="{C00ADF82-F72D-401B-82A1-092336779F60}" type="presParOf" srcId="{9641EADA-C4B5-44D0-8BCA-4BC2B8FBA945}" destId="{A7B6BF5C-58A9-4BB1-BA8B-D6E9D88C25CD}" srcOrd="3" destOrd="0" presId="urn:microsoft.com/office/officeart/2008/layout/HalfCircleOrganizationChart"/>
    <dgm:cxn modelId="{135F2FA3-766C-4470-B933-99163B509F36}" type="presParOf" srcId="{A9F323F1-36C9-44CE-B78B-06835EFEB74B}" destId="{908CF841-1B69-4BC6-9B4C-DDAA83D39EE0}" srcOrd="1" destOrd="0" presId="urn:microsoft.com/office/officeart/2008/layout/HalfCircleOrganizationChart"/>
    <dgm:cxn modelId="{EF613C6D-CA38-4338-AC46-A8C1B751B9E9}" type="presParOf" srcId="{A9F323F1-36C9-44CE-B78B-06835EFEB74B}" destId="{5E2F648F-DDC7-4689-A033-52CBACC5415C}" srcOrd="2" destOrd="0" presId="urn:microsoft.com/office/officeart/2008/layout/HalfCircleOrganizationChart"/>
    <dgm:cxn modelId="{584DE4F4-C765-43CE-AEE1-F2D706AD2A21}" type="presParOf" srcId="{7FFE4A4E-1A84-4766-AA58-D02D7A89272E}" destId="{91565F05-A952-439D-84AE-5C339F4EE263}" srcOrd="1" destOrd="0" presId="urn:microsoft.com/office/officeart/2008/layout/HalfCircleOrganizationChart"/>
    <dgm:cxn modelId="{4C5B1985-7CA2-4D10-89FE-D8DD4CB31F7B}" type="presParOf" srcId="{91565F05-A952-439D-84AE-5C339F4EE263}" destId="{1894133E-F753-4F4E-BDB0-5C644043F9AB}" srcOrd="0" destOrd="0" presId="urn:microsoft.com/office/officeart/2008/layout/HalfCircleOrganizationChart"/>
    <dgm:cxn modelId="{719B0643-7EF8-4959-9A50-53330CBC6271}" type="presParOf" srcId="{1894133E-F753-4F4E-BDB0-5C644043F9AB}" destId="{0A03AFF5-BB57-4C1B-AB0B-B98327F9B51C}" srcOrd="0" destOrd="0" presId="urn:microsoft.com/office/officeart/2008/layout/HalfCircleOrganizationChart"/>
    <dgm:cxn modelId="{D1BD2396-03E1-440E-BECB-EEC68610DAAA}" type="presParOf" srcId="{1894133E-F753-4F4E-BDB0-5C644043F9AB}" destId="{185C85E4-66FC-4357-A81F-58D453F2621C}" srcOrd="1" destOrd="0" presId="urn:microsoft.com/office/officeart/2008/layout/HalfCircleOrganizationChart"/>
    <dgm:cxn modelId="{0D8A68E8-7C6C-4C7A-B625-4E774741B33C}" type="presParOf" srcId="{1894133E-F753-4F4E-BDB0-5C644043F9AB}" destId="{F4F15932-5344-4F54-A7E2-C4E3E9327074}" srcOrd="2" destOrd="0" presId="urn:microsoft.com/office/officeart/2008/layout/HalfCircleOrganizationChart"/>
    <dgm:cxn modelId="{F36CEE92-9F21-45BD-978C-0D16D41417D6}" type="presParOf" srcId="{1894133E-F753-4F4E-BDB0-5C644043F9AB}" destId="{0B28F325-3F7B-4992-ACB5-E43735F183C5}" srcOrd="3" destOrd="0" presId="urn:microsoft.com/office/officeart/2008/layout/HalfCircleOrganizationChart"/>
    <dgm:cxn modelId="{87AD0E26-F259-4BDE-A515-B67FCEBDCC5D}" type="presParOf" srcId="{91565F05-A952-439D-84AE-5C339F4EE263}" destId="{7ECC5569-C25B-4D38-9421-B57961D30837}" srcOrd="1" destOrd="0" presId="urn:microsoft.com/office/officeart/2008/layout/HalfCircleOrganizationChart"/>
    <dgm:cxn modelId="{F8CD95B0-23B5-4130-92A8-B6C8ED8A2354}" type="presParOf" srcId="{7ECC5569-C25B-4D38-9421-B57961D30837}" destId="{F82658E5-2597-4627-8EFD-2E20BADF92B2}" srcOrd="0" destOrd="0" presId="urn:microsoft.com/office/officeart/2008/layout/HalfCircleOrganizationChart"/>
    <dgm:cxn modelId="{D5185E2C-8D71-43AD-8166-4ADFA0938B23}" type="presParOf" srcId="{7ECC5569-C25B-4D38-9421-B57961D30837}" destId="{1E0DB4CD-4F75-47FD-A3CB-AA96D5BBF0F4}" srcOrd="1" destOrd="0" presId="urn:microsoft.com/office/officeart/2008/layout/HalfCircleOrganizationChart"/>
    <dgm:cxn modelId="{C3FD0441-99C9-42CB-AFE3-8BB3B9C2EF9A}" type="presParOf" srcId="{1E0DB4CD-4F75-47FD-A3CB-AA96D5BBF0F4}" destId="{37E47B2E-E00F-47FC-BD7C-61D5B3F008DA}" srcOrd="0" destOrd="0" presId="urn:microsoft.com/office/officeart/2008/layout/HalfCircleOrganizationChart"/>
    <dgm:cxn modelId="{D2DC6657-ED89-45B1-9361-93480367180F}" type="presParOf" srcId="{37E47B2E-E00F-47FC-BD7C-61D5B3F008DA}" destId="{7C2C3A74-EFC4-40A9-AA59-8CDE67A4C79C}" srcOrd="0" destOrd="0" presId="urn:microsoft.com/office/officeart/2008/layout/HalfCircleOrganizationChart"/>
    <dgm:cxn modelId="{8DD82E92-59A1-4BD3-9BD8-267105A53807}" type="presParOf" srcId="{37E47B2E-E00F-47FC-BD7C-61D5B3F008DA}" destId="{21C31CF0-92AF-4AB5-9048-1A5CFB2CAB48}" srcOrd="1" destOrd="0" presId="urn:microsoft.com/office/officeart/2008/layout/HalfCircleOrganizationChart"/>
    <dgm:cxn modelId="{790ADD52-3514-402C-B3DE-1F3E6A656A47}" type="presParOf" srcId="{37E47B2E-E00F-47FC-BD7C-61D5B3F008DA}" destId="{E12ADB56-5CCA-4983-B780-8D5C61459D47}" srcOrd="2" destOrd="0" presId="urn:microsoft.com/office/officeart/2008/layout/HalfCircleOrganizationChart"/>
    <dgm:cxn modelId="{9BA6B470-667F-4AB8-BB97-6694B35DD5AF}" type="presParOf" srcId="{37E47B2E-E00F-47FC-BD7C-61D5B3F008DA}" destId="{F28B328E-6DB1-408C-A8AC-AD669CF234DF}" srcOrd="3" destOrd="0" presId="urn:microsoft.com/office/officeart/2008/layout/HalfCircleOrganizationChart"/>
    <dgm:cxn modelId="{427B8CD2-E0E5-4513-95AB-B2A2EA3063FC}" type="presParOf" srcId="{1E0DB4CD-4F75-47FD-A3CB-AA96D5BBF0F4}" destId="{257957C8-6717-485F-9EE2-03B640C59B50}" srcOrd="1" destOrd="0" presId="urn:microsoft.com/office/officeart/2008/layout/HalfCircleOrganizationChart"/>
    <dgm:cxn modelId="{566556CD-5287-47B8-82B6-82C85A1629B8}" type="presParOf" srcId="{1E0DB4CD-4F75-47FD-A3CB-AA96D5BBF0F4}" destId="{07CB4D17-866D-40E3-A2FB-365932EE8D22}" srcOrd="2" destOrd="0" presId="urn:microsoft.com/office/officeart/2008/layout/HalfCircleOrganizationChart"/>
    <dgm:cxn modelId="{9D7219DF-0F32-48FC-B950-C4740DC6FB9A}" type="presParOf" srcId="{7ECC5569-C25B-4D38-9421-B57961D30837}" destId="{FBEE139A-3AEE-45E8-862F-9214A1FF08A8}" srcOrd="2" destOrd="0" presId="urn:microsoft.com/office/officeart/2008/layout/HalfCircleOrganizationChart"/>
    <dgm:cxn modelId="{BA6C4974-A8F5-4CB7-9D05-D55A0CF02039}" type="presParOf" srcId="{7ECC5569-C25B-4D38-9421-B57961D30837}" destId="{52383128-34DD-4782-840A-2934E2503F20}" srcOrd="3" destOrd="0" presId="urn:microsoft.com/office/officeart/2008/layout/HalfCircleOrganizationChart"/>
    <dgm:cxn modelId="{18637513-59F9-4E2A-B62D-A189E6BA0378}" type="presParOf" srcId="{52383128-34DD-4782-840A-2934E2503F20}" destId="{EB3A860A-A7AF-4D11-A1CF-19B36AEA52B4}" srcOrd="0" destOrd="0" presId="urn:microsoft.com/office/officeart/2008/layout/HalfCircleOrganizationChart"/>
    <dgm:cxn modelId="{449C0535-6FD1-4655-8E55-751910B94E12}" type="presParOf" srcId="{EB3A860A-A7AF-4D11-A1CF-19B36AEA52B4}" destId="{F334AD20-7F94-42AE-8134-9DD6B6DCBC4D}" srcOrd="0" destOrd="0" presId="urn:microsoft.com/office/officeart/2008/layout/HalfCircleOrganizationChart"/>
    <dgm:cxn modelId="{2CCE34D5-B35E-474C-9753-4A7DF86CF55D}" type="presParOf" srcId="{EB3A860A-A7AF-4D11-A1CF-19B36AEA52B4}" destId="{C8E5EF51-09EC-43F6-9A10-284CF2B9ABA8}" srcOrd="1" destOrd="0" presId="urn:microsoft.com/office/officeart/2008/layout/HalfCircleOrganizationChart"/>
    <dgm:cxn modelId="{915E070F-A8FD-4939-ACA3-6611A2DFB28A}" type="presParOf" srcId="{EB3A860A-A7AF-4D11-A1CF-19B36AEA52B4}" destId="{5D0AF14D-1203-4CCE-BC70-88496CE749B0}" srcOrd="2" destOrd="0" presId="urn:microsoft.com/office/officeart/2008/layout/HalfCircleOrganizationChart"/>
    <dgm:cxn modelId="{5822BED0-30AF-4157-A0AE-B4E2E29FE932}" type="presParOf" srcId="{EB3A860A-A7AF-4D11-A1CF-19B36AEA52B4}" destId="{1C1E8611-0022-465C-8DB9-9C03DAA0C442}" srcOrd="3" destOrd="0" presId="urn:microsoft.com/office/officeart/2008/layout/HalfCircleOrganizationChart"/>
    <dgm:cxn modelId="{36F86CAF-6379-4901-818A-4DE060586984}" type="presParOf" srcId="{52383128-34DD-4782-840A-2934E2503F20}" destId="{4AE35247-FEC9-49CD-ABA2-E0F2CABC1C98}" srcOrd="1" destOrd="0" presId="urn:microsoft.com/office/officeart/2008/layout/HalfCircleOrganizationChart"/>
    <dgm:cxn modelId="{52E00F31-B872-4A65-BAE2-9AF46C6B207F}" type="presParOf" srcId="{52383128-34DD-4782-840A-2934E2503F20}" destId="{636E9245-75EC-48FB-8873-65593EEF8FAC}" srcOrd="2" destOrd="0" presId="urn:microsoft.com/office/officeart/2008/layout/HalfCircleOrganizationChart"/>
    <dgm:cxn modelId="{4E6D23D2-C39B-45FE-8B99-CCD2AFE04B91}" type="presParOf" srcId="{91565F05-A952-439D-84AE-5C339F4EE263}" destId="{D5357777-EA5C-44C4-BA2F-BBEB0348A79F}" srcOrd="2" destOrd="0" presId="urn:microsoft.com/office/officeart/2008/layout/HalfCircleOrganizationChar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7.xml><?xml version="1.0" encoding="utf-8"?>
<dgm:dataModel xmlns:dgm="http://schemas.openxmlformats.org/drawingml/2006/diagram" xmlns:a="http://schemas.openxmlformats.org/drawingml/2006/main">
  <dgm:ptLst>
    <dgm:pt modelId="{29BBEAA2-1907-48A6-83AA-A49D124D5DB5}" type="doc">
      <dgm:prSet loTypeId="urn:microsoft.com/office/officeart/2018/2/layout/IconLabelList" loCatId="icon" qsTypeId="urn:microsoft.com/office/officeart/2005/8/quickstyle/simple1" qsCatId="simple" csTypeId="urn:microsoft.com/office/officeart/2005/8/colors/accent0_3" csCatId="mainScheme" phldr="1"/>
      <dgm:spPr/>
      <dgm:t>
        <a:bodyPr/>
        <a:lstStyle/>
        <a:p>
          <a:endParaRPr lang="en-US"/>
        </a:p>
      </dgm:t>
    </dgm:pt>
    <dgm:pt modelId="{AF55B0AE-BCCD-4039-A096-F37E1E7DDC6B}">
      <dgm:prSet custT="1"/>
      <dgm:spPr/>
      <dgm:t>
        <a:bodyPr/>
        <a:lstStyle/>
        <a:p>
          <a:pPr>
            <a:lnSpc>
              <a:spcPct val="100000"/>
            </a:lnSpc>
          </a:pPr>
          <a:r>
            <a:rPr lang="en-US" sz="2800" b="1" dirty="0">
              <a:latin typeface="Abadi" panose="020B0604020104020204" pitchFamily="34" charset="0"/>
            </a:rPr>
            <a:t>Commit</a:t>
          </a:r>
          <a:r>
            <a:rPr lang="en-US" sz="2800" dirty="0">
              <a:latin typeface="Abadi" panose="020B0604020104020204" pitchFamily="34" charset="0"/>
            </a:rPr>
            <a:t> creates a snapshot to record the status of coding in a repository.</a:t>
          </a:r>
        </a:p>
      </dgm:t>
    </dgm:pt>
    <dgm:pt modelId="{8BA622F8-EB0F-491C-A8A7-C1D3E69D9A6D}" type="parTrans" cxnId="{0810CA09-3733-47ED-9D83-2FA647B79A90}">
      <dgm:prSet/>
      <dgm:spPr/>
      <dgm:t>
        <a:bodyPr/>
        <a:lstStyle/>
        <a:p>
          <a:endParaRPr lang="en-US"/>
        </a:p>
      </dgm:t>
    </dgm:pt>
    <dgm:pt modelId="{CECBE900-50A6-4D39-ADED-6060B892A0AA}" type="sibTrans" cxnId="{0810CA09-3733-47ED-9D83-2FA647B79A90}">
      <dgm:prSet/>
      <dgm:spPr/>
      <dgm:t>
        <a:bodyPr/>
        <a:lstStyle/>
        <a:p>
          <a:endParaRPr lang="en-US"/>
        </a:p>
      </dgm:t>
    </dgm:pt>
    <dgm:pt modelId="{81449EA6-367F-4341-9753-863C735B9A4C}">
      <dgm:prSet custT="1"/>
      <dgm:spPr/>
      <dgm:t>
        <a:bodyPr/>
        <a:lstStyle/>
        <a:p>
          <a:pPr>
            <a:lnSpc>
              <a:spcPct val="100000"/>
            </a:lnSpc>
          </a:pPr>
          <a:r>
            <a:rPr lang="en-US" sz="2800" dirty="0">
              <a:latin typeface="Abadi" panose="020B0604020104020204" pitchFamily="34" charset="0"/>
            </a:rPr>
            <a:t>Only committed files are recorded in the Git log system.</a:t>
          </a:r>
        </a:p>
      </dgm:t>
    </dgm:pt>
    <dgm:pt modelId="{9CE0E1EA-3C11-4A98-900C-50488F824BE2}" type="parTrans" cxnId="{78B7CE59-19A2-4342-8ECF-8E33F6B63F93}">
      <dgm:prSet/>
      <dgm:spPr/>
      <dgm:t>
        <a:bodyPr/>
        <a:lstStyle/>
        <a:p>
          <a:endParaRPr lang="en-US"/>
        </a:p>
      </dgm:t>
    </dgm:pt>
    <dgm:pt modelId="{18464CE2-12CB-49B5-8B02-054C3E2C1934}" type="sibTrans" cxnId="{78B7CE59-19A2-4342-8ECF-8E33F6B63F93}">
      <dgm:prSet/>
      <dgm:spPr/>
      <dgm:t>
        <a:bodyPr/>
        <a:lstStyle/>
        <a:p>
          <a:endParaRPr lang="en-US"/>
        </a:p>
      </dgm:t>
    </dgm:pt>
    <dgm:pt modelId="{ADF2BB57-7697-4C94-8633-B584C44500A2}" type="pres">
      <dgm:prSet presAssocID="{29BBEAA2-1907-48A6-83AA-A49D124D5DB5}" presName="root" presStyleCnt="0">
        <dgm:presLayoutVars>
          <dgm:dir/>
          <dgm:resizeHandles val="exact"/>
        </dgm:presLayoutVars>
      </dgm:prSet>
      <dgm:spPr/>
    </dgm:pt>
    <dgm:pt modelId="{02E352E4-0A97-47E8-85D5-328D47337FAB}" type="pres">
      <dgm:prSet presAssocID="{AF55B0AE-BCCD-4039-A096-F37E1E7DDC6B}" presName="compNode" presStyleCnt="0"/>
      <dgm:spPr/>
    </dgm:pt>
    <dgm:pt modelId="{4CBA7F4B-4886-49DE-84B1-0C8F6B8D7320}" type="pres">
      <dgm:prSet presAssocID="{AF55B0AE-BCCD-4039-A096-F37E1E7DDC6B}" presName="iconRect" presStyleLbl="node1" presStyleIdx="0" presStyleCnt="2" custScaleX="70306" custScaleY="73051"/>
      <dgm:spPr>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dgm:spPr>
      <dgm:extLst>
        <a:ext uri="{E40237B7-FDA0-4F09-8148-C483321AD2D9}">
          <dgm14:cNvPr xmlns:dgm14="http://schemas.microsoft.com/office/drawing/2010/diagram" id="0" name="" descr="Open Folder"/>
        </a:ext>
      </dgm:extLst>
    </dgm:pt>
    <dgm:pt modelId="{8550C60B-66EF-4AE7-8BD7-90F552CB80C7}" type="pres">
      <dgm:prSet presAssocID="{AF55B0AE-BCCD-4039-A096-F37E1E7DDC6B}" presName="spaceRect" presStyleCnt="0"/>
      <dgm:spPr/>
    </dgm:pt>
    <dgm:pt modelId="{66F3DD0A-F74B-40F5-A54F-B5081622FA5C}" type="pres">
      <dgm:prSet presAssocID="{AF55B0AE-BCCD-4039-A096-F37E1E7DDC6B}" presName="textRect" presStyleLbl="revTx" presStyleIdx="0" presStyleCnt="2">
        <dgm:presLayoutVars>
          <dgm:chMax val="1"/>
          <dgm:chPref val="1"/>
        </dgm:presLayoutVars>
      </dgm:prSet>
      <dgm:spPr/>
    </dgm:pt>
    <dgm:pt modelId="{C9B76E44-8A8A-4E19-90D4-7C07BBB00ECF}" type="pres">
      <dgm:prSet presAssocID="{CECBE900-50A6-4D39-ADED-6060B892A0AA}" presName="sibTrans" presStyleCnt="0"/>
      <dgm:spPr/>
    </dgm:pt>
    <dgm:pt modelId="{5EE93822-0391-4224-B5C1-14B340026F36}" type="pres">
      <dgm:prSet presAssocID="{81449EA6-367F-4341-9753-863C735B9A4C}" presName="compNode" presStyleCnt="0"/>
      <dgm:spPr/>
    </dgm:pt>
    <dgm:pt modelId="{B3A8C567-FA93-45BE-9D7A-79ED32109A8B}" type="pres">
      <dgm:prSet presAssocID="{81449EA6-367F-4341-9753-863C735B9A4C}" presName="iconRect" presStyleLbl="node1" presStyleIdx="1" presStyleCnt="2" custScaleX="65642" custScaleY="78086"/>
      <dgm:spPr>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dgm:spPr>
      <dgm:extLst>
        <a:ext uri="{E40237B7-FDA0-4F09-8148-C483321AD2D9}">
          <dgm14:cNvPr xmlns:dgm14="http://schemas.microsoft.com/office/drawing/2010/diagram" id="0" name="" descr="Shredder"/>
        </a:ext>
      </dgm:extLst>
    </dgm:pt>
    <dgm:pt modelId="{7B0866FD-639C-45A5-AEA1-413A67601827}" type="pres">
      <dgm:prSet presAssocID="{81449EA6-367F-4341-9753-863C735B9A4C}" presName="spaceRect" presStyleCnt="0"/>
      <dgm:spPr/>
    </dgm:pt>
    <dgm:pt modelId="{B143E7FC-51BE-4758-BE40-5B5913DE408E}" type="pres">
      <dgm:prSet presAssocID="{81449EA6-367F-4341-9753-863C735B9A4C}" presName="textRect" presStyleLbl="revTx" presStyleIdx="1" presStyleCnt="2" custLinFactNeighborX="-2138" custLinFactNeighborY="-22295">
        <dgm:presLayoutVars>
          <dgm:chMax val="1"/>
          <dgm:chPref val="1"/>
        </dgm:presLayoutVars>
      </dgm:prSet>
      <dgm:spPr/>
    </dgm:pt>
  </dgm:ptLst>
  <dgm:cxnLst>
    <dgm:cxn modelId="{0810CA09-3733-47ED-9D83-2FA647B79A90}" srcId="{29BBEAA2-1907-48A6-83AA-A49D124D5DB5}" destId="{AF55B0AE-BCCD-4039-A096-F37E1E7DDC6B}" srcOrd="0" destOrd="0" parTransId="{8BA622F8-EB0F-491C-A8A7-C1D3E69D9A6D}" sibTransId="{CECBE900-50A6-4D39-ADED-6060B892A0AA}"/>
    <dgm:cxn modelId="{2F6B9649-4D11-4BC0-B5D1-211DE0280F16}" type="presOf" srcId="{29BBEAA2-1907-48A6-83AA-A49D124D5DB5}" destId="{ADF2BB57-7697-4C94-8633-B584C44500A2}" srcOrd="0" destOrd="0" presId="urn:microsoft.com/office/officeart/2018/2/layout/IconLabelList"/>
    <dgm:cxn modelId="{78B7CE59-19A2-4342-8ECF-8E33F6B63F93}" srcId="{29BBEAA2-1907-48A6-83AA-A49D124D5DB5}" destId="{81449EA6-367F-4341-9753-863C735B9A4C}" srcOrd="1" destOrd="0" parTransId="{9CE0E1EA-3C11-4A98-900C-50488F824BE2}" sibTransId="{18464CE2-12CB-49B5-8B02-054C3E2C1934}"/>
    <dgm:cxn modelId="{C5724A9A-32E3-4181-824F-5EE382DBA1E8}" type="presOf" srcId="{AF55B0AE-BCCD-4039-A096-F37E1E7DDC6B}" destId="{66F3DD0A-F74B-40F5-A54F-B5081622FA5C}" srcOrd="0" destOrd="0" presId="urn:microsoft.com/office/officeart/2018/2/layout/IconLabelList"/>
    <dgm:cxn modelId="{B6C1A4A2-2E59-4505-9491-2A01309388B3}" type="presOf" srcId="{81449EA6-367F-4341-9753-863C735B9A4C}" destId="{B143E7FC-51BE-4758-BE40-5B5913DE408E}" srcOrd="0" destOrd="0" presId="urn:microsoft.com/office/officeart/2018/2/layout/IconLabelList"/>
    <dgm:cxn modelId="{34599487-F64C-4E38-B53A-9183988F64C4}" type="presParOf" srcId="{ADF2BB57-7697-4C94-8633-B584C44500A2}" destId="{02E352E4-0A97-47E8-85D5-328D47337FAB}" srcOrd="0" destOrd="0" presId="urn:microsoft.com/office/officeart/2018/2/layout/IconLabelList"/>
    <dgm:cxn modelId="{C59B86DF-95BC-4507-A9F7-5AEE88612D68}" type="presParOf" srcId="{02E352E4-0A97-47E8-85D5-328D47337FAB}" destId="{4CBA7F4B-4886-49DE-84B1-0C8F6B8D7320}" srcOrd="0" destOrd="0" presId="urn:microsoft.com/office/officeart/2018/2/layout/IconLabelList"/>
    <dgm:cxn modelId="{10D7C762-8D6C-47AC-8446-63A83CD83168}" type="presParOf" srcId="{02E352E4-0A97-47E8-85D5-328D47337FAB}" destId="{8550C60B-66EF-4AE7-8BD7-90F552CB80C7}" srcOrd="1" destOrd="0" presId="urn:microsoft.com/office/officeart/2018/2/layout/IconLabelList"/>
    <dgm:cxn modelId="{A469B1AC-104B-42FC-849A-86D80F35A30A}" type="presParOf" srcId="{02E352E4-0A97-47E8-85D5-328D47337FAB}" destId="{66F3DD0A-F74B-40F5-A54F-B5081622FA5C}" srcOrd="2" destOrd="0" presId="urn:microsoft.com/office/officeart/2018/2/layout/IconLabelList"/>
    <dgm:cxn modelId="{55DB8913-D413-4F87-AFA7-898523739E6F}" type="presParOf" srcId="{ADF2BB57-7697-4C94-8633-B584C44500A2}" destId="{C9B76E44-8A8A-4E19-90D4-7C07BBB00ECF}" srcOrd="1" destOrd="0" presId="urn:microsoft.com/office/officeart/2018/2/layout/IconLabelList"/>
    <dgm:cxn modelId="{85D26DF2-771C-4CBD-AF69-87AC6B4E7B5D}" type="presParOf" srcId="{ADF2BB57-7697-4C94-8633-B584C44500A2}" destId="{5EE93822-0391-4224-B5C1-14B340026F36}" srcOrd="2" destOrd="0" presId="urn:microsoft.com/office/officeart/2018/2/layout/IconLabelList"/>
    <dgm:cxn modelId="{01ED7C91-25B3-40CB-835D-B6369B170FD2}" type="presParOf" srcId="{5EE93822-0391-4224-B5C1-14B340026F36}" destId="{B3A8C567-FA93-45BE-9D7A-79ED32109A8B}" srcOrd="0" destOrd="0" presId="urn:microsoft.com/office/officeart/2018/2/layout/IconLabelList"/>
    <dgm:cxn modelId="{3EEB24DF-A0F7-4EBC-B9AD-0E403D7FA9E4}" type="presParOf" srcId="{5EE93822-0391-4224-B5C1-14B340026F36}" destId="{7B0866FD-639C-45A5-AEA1-413A67601827}" srcOrd="1" destOrd="0" presId="urn:microsoft.com/office/officeart/2018/2/layout/IconLabelList"/>
    <dgm:cxn modelId="{17C054A8-F372-4867-ADC0-3A4F80A5D3EC}" type="presParOf" srcId="{5EE93822-0391-4224-B5C1-14B340026F36}" destId="{B143E7FC-51BE-4758-BE40-5B5913DE408E}" srcOrd="2" destOrd="0" presId="urn:microsoft.com/office/officeart/2018/2/layout/IconLabel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8.xml><?xml version="1.0" encoding="utf-8"?>
<dgm:dataModel xmlns:dgm="http://schemas.openxmlformats.org/drawingml/2006/diagram" xmlns:a="http://schemas.openxmlformats.org/drawingml/2006/main">
  <dgm:ptLst>
    <dgm:pt modelId="{574CC359-E428-4166-B502-398387C6CF27}" type="doc">
      <dgm:prSet loTypeId="urn:microsoft.com/office/officeart/2005/8/layout/hierarchy1" loCatId="hierarchy" qsTypeId="urn:microsoft.com/office/officeart/2005/8/quickstyle/simple1" qsCatId="simple" csTypeId="urn:microsoft.com/office/officeart/2005/8/colors/accent1_2" csCatId="accent1"/>
      <dgm:spPr/>
      <dgm:t>
        <a:bodyPr/>
        <a:lstStyle/>
        <a:p>
          <a:endParaRPr lang="en-US"/>
        </a:p>
      </dgm:t>
    </dgm:pt>
    <dgm:pt modelId="{44AB4C04-D79E-4985-8598-00A162D8D46D}">
      <dgm:prSet/>
      <dgm:spPr/>
      <dgm:t>
        <a:bodyPr/>
        <a:lstStyle/>
        <a:p>
          <a:r>
            <a:rPr lang="en-IN" dirty="0">
              <a:latin typeface="Abadi" panose="020B0604020104020204" pitchFamily="34" charset="0"/>
            </a:rPr>
            <a:t>Committed files are stored in a Local or Remote Repository.</a:t>
          </a:r>
          <a:endParaRPr lang="en-US" dirty="0">
            <a:latin typeface="Abadi" panose="020B0604020104020204" pitchFamily="34" charset="0"/>
          </a:endParaRPr>
        </a:p>
      </dgm:t>
    </dgm:pt>
    <dgm:pt modelId="{9D9219FB-6130-46EC-A2EF-F0DAEEF42430}" type="parTrans" cxnId="{595F1C7B-88C7-4010-A03D-40B8C81895F8}">
      <dgm:prSet/>
      <dgm:spPr/>
      <dgm:t>
        <a:bodyPr/>
        <a:lstStyle/>
        <a:p>
          <a:endParaRPr lang="en-US"/>
        </a:p>
      </dgm:t>
    </dgm:pt>
    <dgm:pt modelId="{E90843EB-6B3E-4424-A815-9BF000655597}" type="sibTrans" cxnId="{595F1C7B-88C7-4010-A03D-40B8C81895F8}">
      <dgm:prSet/>
      <dgm:spPr/>
      <dgm:t>
        <a:bodyPr/>
        <a:lstStyle/>
        <a:p>
          <a:endParaRPr lang="en-US"/>
        </a:p>
      </dgm:t>
    </dgm:pt>
    <dgm:pt modelId="{2677ED30-1A38-4B42-9202-19CBBD81411D}">
      <dgm:prSet/>
      <dgm:spPr/>
      <dgm:t>
        <a:bodyPr/>
        <a:lstStyle/>
        <a:p>
          <a:r>
            <a:rPr lang="en-IN">
              <a:latin typeface="Abadi" panose="020B0604020104020204" pitchFamily="34" charset="0"/>
            </a:rPr>
            <a:t>Through the Remote Repository, you can share your work and collaborate with others.</a:t>
          </a:r>
          <a:endParaRPr lang="en-US">
            <a:latin typeface="Abadi" panose="020B0604020104020204" pitchFamily="34" charset="0"/>
          </a:endParaRPr>
        </a:p>
      </dgm:t>
    </dgm:pt>
    <dgm:pt modelId="{CBF1964A-682C-48DF-B898-6F95D72DECAB}" type="parTrans" cxnId="{25D982FB-EEDC-43CD-9139-32D3FF63F08C}">
      <dgm:prSet/>
      <dgm:spPr/>
      <dgm:t>
        <a:bodyPr/>
        <a:lstStyle/>
        <a:p>
          <a:endParaRPr lang="en-US"/>
        </a:p>
      </dgm:t>
    </dgm:pt>
    <dgm:pt modelId="{AD7A549C-8175-46D6-9CF0-24A8EF585802}" type="sibTrans" cxnId="{25D982FB-EEDC-43CD-9139-32D3FF63F08C}">
      <dgm:prSet/>
      <dgm:spPr/>
      <dgm:t>
        <a:bodyPr/>
        <a:lstStyle/>
        <a:p>
          <a:endParaRPr lang="en-US"/>
        </a:p>
      </dgm:t>
    </dgm:pt>
    <dgm:pt modelId="{8409FE0C-812B-4C1B-B9E5-953A08A66F02}" type="pres">
      <dgm:prSet presAssocID="{574CC359-E428-4166-B502-398387C6CF27}" presName="hierChild1" presStyleCnt="0">
        <dgm:presLayoutVars>
          <dgm:chPref val="1"/>
          <dgm:dir/>
          <dgm:animOne val="branch"/>
          <dgm:animLvl val="lvl"/>
          <dgm:resizeHandles/>
        </dgm:presLayoutVars>
      </dgm:prSet>
      <dgm:spPr/>
    </dgm:pt>
    <dgm:pt modelId="{245684B8-A75F-4050-8DB4-C1E9F827DDF9}" type="pres">
      <dgm:prSet presAssocID="{44AB4C04-D79E-4985-8598-00A162D8D46D}" presName="hierRoot1" presStyleCnt="0"/>
      <dgm:spPr/>
    </dgm:pt>
    <dgm:pt modelId="{1B5E7288-5913-4ACD-85E7-AE89C36B1E55}" type="pres">
      <dgm:prSet presAssocID="{44AB4C04-D79E-4985-8598-00A162D8D46D}" presName="composite" presStyleCnt="0"/>
      <dgm:spPr/>
    </dgm:pt>
    <dgm:pt modelId="{5BDCEC4C-AB27-4BEA-8C44-972FF04B9E2E}" type="pres">
      <dgm:prSet presAssocID="{44AB4C04-D79E-4985-8598-00A162D8D46D}" presName="background" presStyleLbl="node0" presStyleIdx="0" presStyleCnt="2"/>
      <dgm:spPr/>
    </dgm:pt>
    <dgm:pt modelId="{7CFF7B62-93B8-44EA-B52A-860F60E30D18}" type="pres">
      <dgm:prSet presAssocID="{44AB4C04-D79E-4985-8598-00A162D8D46D}" presName="text" presStyleLbl="fgAcc0" presStyleIdx="0" presStyleCnt="2">
        <dgm:presLayoutVars>
          <dgm:chPref val="3"/>
        </dgm:presLayoutVars>
      </dgm:prSet>
      <dgm:spPr/>
    </dgm:pt>
    <dgm:pt modelId="{82EFDFAB-7EDC-420C-8D70-BE84481669BB}" type="pres">
      <dgm:prSet presAssocID="{44AB4C04-D79E-4985-8598-00A162D8D46D}" presName="hierChild2" presStyleCnt="0"/>
      <dgm:spPr/>
    </dgm:pt>
    <dgm:pt modelId="{EAD159C7-D7FE-4E93-BE38-6CA5DEA383AE}" type="pres">
      <dgm:prSet presAssocID="{2677ED30-1A38-4B42-9202-19CBBD81411D}" presName="hierRoot1" presStyleCnt="0"/>
      <dgm:spPr/>
    </dgm:pt>
    <dgm:pt modelId="{E1D95548-7082-429E-9401-49DC2E11EB07}" type="pres">
      <dgm:prSet presAssocID="{2677ED30-1A38-4B42-9202-19CBBD81411D}" presName="composite" presStyleCnt="0"/>
      <dgm:spPr/>
    </dgm:pt>
    <dgm:pt modelId="{008202DC-1DC8-4A84-9B84-A73239452AF4}" type="pres">
      <dgm:prSet presAssocID="{2677ED30-1A38-4B42-9202-19CBBD81411D}" presName="background" presStyleLbl="node0" presStyleIdx="1" presStyleCnt="2"/>
      <dgm:spPr/>
    </dgm:pt>
    <dgm:pt modelId="{2FB8F5AE-7E2B-4ACE-844F-D1C30D5248EA}" type="pres">
      <dgm:prSet presAssocID="{2677ED30-1A38-4B42-9202-19CBBD81411D}" presName="text" presStyleLbl="fgAcc0" presStyleIdx="1" presStyleCnt="2">
        <dgm:presLayoutVars>
          <dgm:chPref val="3"/>
        </dgm:presLayoutVars>
      </dgm:prSet>
      <dgm:spPr/>
    </dgm:pt>
    <dgm:pt modelId="{9B1223BE-94A0-4445-8E1D-4D9BA16513AE}" type="pres">
      <dgm:prSet presAssocID="{2677ED30-1A38-4B42-9202-19CBBD81411D}" presName="hierChild2" presStyleCnt="0"/>
      <dgm:spPr/>
    </dgm:pt>
  </dgm:ptLst>
  <dgm:cxnLst>
    <dgm:cxn modelId="{03AFCA57-FD05-4593-9066-62776A5DCBFA}" type="presOf" srcId="{44AB4C04-D79E-4985-8598-00A162D8D46D}" destId="{7CFF7B62-93B8-44EA-B52A-860F60E30D18}" srcOrd="0" destOrd="0" presId="urn:microsoft.com/office/officeart/2005/8/layout/hierarchy1"/>
    <dgm:cxn modelId="{595F1C7B-88C7-4010-A03D-40B8C81895F8}" srcId="{574CC359-E428-4166-B502-398387C6CF27}" destId="{44AB4C04-D79E-4985-8598-00A162D8D46D}" srcOrd="0" destOrd="0" parTransId="{9D9219FB-6130-46EC-A2EF-F0DAEEF42430}" sibTransId="{E90843EB-6B3E-4424-A815-9BF000655597}"/>
    <dgm:cxn modelId="{9ABFF0A2-2ADD-4972-A463-EDD3770455D3}" type="presOf" srcId="{2677ED30-1A38-4B42-9202-19CBBD81411D}" destId="{2FB8F5AE-7E2B-4ACE-844F-D1C30D5248EA}" srcOrd="0" destOrd="0" presId="urn:microsoft.com/office/officeart/2005/8/layout/hierarchy1"/>
    <dgm:cxn modelId="{517B06DA-192A-4C01-A534-498A68BA71D0}" type="presOf" srcId="{574CC359-E428-4166-B502-398387C6CF27}" destId="{8409FE0C-812B-4C1B-B9E5-953A08A66F02}" srcOrd="0" destOrd="0" presId="urn:microsoft.com/office/officeart/2005/8/layout/hierarchy1"/>
    <dgm:cxn modelId="{25D982FB-EEDC-43CD-9139-32D3FF63F08C}" srcId="{574CC359-E428-4166-B502-398387C6CF27}" destId="{2677ED30-1A38-4B42-9202-19CBBD81411D}" srcOrd="1" destOrd="0" parTransId="{CBF1964A-682C-48DF-B898-6F95D72DECAB}" sibTransId="{AD7A549C-8175-46D6-9CF0-24A8EF585802}"/>
    <dgm:cxn modelId="{7FDA9D01-D106-416E-BAE5-A905B009937D}" type="presParOf" srcId="{8409FE0C-812B-4C1B-B9E5-953A08A66F02}" destId="{245684B8-A75F-4050-8DB4-C1E9F827DDF9}" srcOrd="0" destOrd="0" presId="urn:microsoft.com/office/officeart/2005/8/layout/hierarchy1"/>
    <dgm:cxn modelId="{E09CE1B6-E981-4415-A0FC-A92193F0A4A0}" type="presParOf" srcId="{245684B8-A75F-4050-8DB4-C1E9F827DDF9}" destId="{1B5E7288-5913-4ACD-85E7-AE89C36B1E55}" srcOrd="0" destOrd="0" presId="urn:microsoft.com/office/officeart/2005/8/layout/hierarchy1"/>
    <dgm:cxn modelId="{9ABA543D-5613-4A4D-8100-FA1C31841F3F}" type="presParOf" srcId="{1B5E7288-5913-4ACD-85E7-AE89C36B1E55}" destId="{5BDCEC4C-AB27-4BEA-8C44-972FF04B9E2E}" srcOrd="0" destOrd="0" presId="urn:microsoft.com/office/officeart/2005/8/layout/hierarchy1"/>
    <dgm:cxn modelId="{4562B713-93EE-4FA6-B602-8B51E10F88F7}" type="presParOf" srcId="{1B5E7288-5913-4ACD-85E7-AE89C36B1E55}" destId="{7CFF7B62-93B8-44EA-B52A-860F60E30D18}" srcOrd="1" destOrd="0" presId="urn:microsoft.com/office/officeart/2005/8/layout/hierarchy1"/>
    <dgm:cxn modelId="{44D7575F-C14B-44DC-9FA0-1640F69EC53B}" type="presParOf" srcId="{245684B8-A75F-4050-8DB4-C1E9F827DDF9}" destId="{82EFDFAB-7EDC-420C-8D70-BE84481669BB}" srcOrd="1" destOrd="0" presId="urn:microsoft.com/office/officeart/2005/8/layout/hierarchy1"/>
    <dgm:cxn modelId="{AF7DEEB1-8307-4CC9-8918-415F96F6B5A7}" type="presParOf" srcId="{8409FE0C-812B-4C1B-B9E5-953A08A66F02}" destId="{EAD159C7-D7FE-4E93-BE38-6CA5DEA383AE}" srcOrd="1" destOrd="0" presId="urn:microsoft.com/office/officeart/2005/8/layout/hierarchy1"/>
    <dgm:cxn modelId="{30D66479-D811-4567-A7ED-D5355BBD1B6E}" type="presParOf" srcId="{EAD159C7-D7FE-4E93-BE38-6CA5DEA383AE}" destId="{E1D95548-7082-429E-9401-49DC2E11EB07}" srcOrd="0" destOrd="0" presId="urn:microsoft.com/office/officeart/2005/8/layout/hierarchy1"/>
    <dgm:cxn modelId="{DD7F5C2A-7A14-4110-9155-A4907D8BD819}" type="presParOf" srcId="{E1D95548-7082-429E-9401-49DC2E11EB07}" destId="{008202DC-1DC8-4A84-9B84-A73239452AF4}" srcOrd="0" destOrd="0" presId="urn:microsoft.com/office/officeart/2005/8/layout/hierarchy1"/>
    <dgm:cxn modelId="{9E27BDB6-4C23-4C34-B1AA-839C95C8F20F}" type="presParOf" srcId="{E1D95548-7082-429E-9401-49DC2E11EB07}" destId="{2FB8F5AE-7E2B-4ACE-844F-D1C30D5248EA}" srcOrd="1" destOrd="0" presId="urn:microsoft.com/office/officeart/2005/8/layout/hierarchy1"/>
    <dgm:cxn modelId="{B09919BF-A8C8-474F-9D32-AB44ED4E7C10}" type="presParOf" srcId="{EAD159C7-D7FE-4E93-BE38-6CA5DEA383AE}" destId="{9B1223BE-94A0-4445-8E1D-4D9BA16513AE}" srcOrd="1" destOrd="0" presId="urn:microsoft.com/office/officeart/2005/8/layout/hierarchy1"/>
  </dgm:cxnLst>
  <dgm:bg>
    <a:solidFill>
      <a:schemeClr val="accent5">
        <a:lumMod val="50000"/>
      </a:schemeClr>
    </a:solidFill>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C740E877-719B-493B-9E86-6A447E43E756}">
      <dsp:nvSpPr>
        <dsp:cNvPr id="0" name=""/>
        <dsp:cNvSpPr/>
      </dsp:nvSpPr>
      <dsp:spPr>
        <a:xfrm>
          <a:off x="0" y="0"/>
          <a:ext cx="10515600" cy="0"/>
        </a:xfrm>
        <a:prstGeom prst="line">
          <a:avLst/>
        </a:prstGeom>
        <a:solidFill>
          <a:schemeClr val="accent5">
            <a:hueOff val="0"/>
            <a:satOff val="0"/>
            <a:lumOff val="0"/>
            <a:alphaOff val="0"/>
          </a:schemeClr>
        </a:solidFill>
        <a:ln w="12700" cap="flat" cmpd="sng" algn="ctr">
          <a:solidFill>
            <a:schemeClr val="accent5">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CFF595C5-2210-41A0-8A7C-1F38BD17F453}">
      <dsp:nvSpPr>
        <dsp:cNvPr id="0" name=""/>
        <dsp:cNvSpPr/>
      </dsp:nvSpPr>
      <dsp:spPr>
        <a:xfrm>
          <a:off x="0" y="0"/>
          <a:ext cx="10515600" cy="2176272"/>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75260" tIns="175260" rIns="175260" bIns="175260" numCol="1" spcCol="1270" anchor="t" anchorCtr="0">
          <a:noAutofit/>
        </a:bodyPr>
        <a:lstStyle/>
        <a:p>
          <a:pPr marL="0" lvl="0" indent="0" algn="l" defTabSz="2044700">
            <a:lnSpc>
              <a:spcPct val="90000"/>
            </a:lnSpc>
            <a:spcBef>
              <a:spcPct val="0"/>
            </a:spcBef>
            <a:spcAft>
              <a:spcPct val="35000"/>
            </a:spcAft>
            <a:buNone/>
          </a:pPr>
          <a:r>
            <a:rPr lang="en-US" sz="4600" b="1" kern="1200" dirty="0">
              <a:latin typeface="Abadi" panose="020B0604020104020204" pitchFamily="34" charset="0"/>
            </a:rPr>
            <a:t>Git</a:t>
          </a:r>
          <a:r>
            <a:rPr lang="en-US" sz="4600" kern="1200" dirty="0">
              <a:latin typeface="Abadi" panose="020B0604020104020204" pitchFamily="34" charset="0"/>
            </a:rPr>
            <a:t> is the most commonly used version control system.</a:t>
          </a:r>
        </a:p>
      </dsp:txBody>
      <dsp:txXfrm>
        <a:off x="0" y="0"/>
        <a:ext cx="10515600" cy="2176272"/>
      </dsp:txXfrm>
    </dsp:sp>
    <dsp:sp modelId="{9B28CFDB-9297-4AE0-992A-9EFF3C14AADE}">
      <dsp:nvSpPr>
        <dsp:cNvPr id="0" name=""/>
        <dsp:cNvSpPr/>
      </dsp:nvSpPr>
      <dsp:spPr>
        <a:xfrm>
          <a:off x="0" y="2176272"/>
          <a:ext cx="10515600" cy="0"/>
        </a:xfrm>
        <a:prstGeom prst="line">
          <a:avLst/>
        </a:prstGeom>
        <a:solidFill>
          <a:schemeClr val="accent5">
            <a:hueOff val="0"/>
            <a:satOff val="0"/>
            <a:lumOff val="0"/>
            <a:alphaOff val="0"/>
          </a:schemeClr>
        </a:solidFill>
        <a:ln w="12700" cap="flat" cmpd="sng" algn="ctr">
          <a:solidFill>
            <a:schemeClr val="accent5">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8958C108-BD65-46B4-8D0B-AC09FFBEC8B1}">
      <dsp:nvSpPr>
        <dsp:cNvPr id="0" name=""/>
        <dsp:cNvSpPr/>
      </dsp:nvSpPr>
      <dsp:spPr>
        <a:xfrm>
          <a:off x="0" y="2176272"/>
          <a:ext cx="10515600" cy="2176272"/>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75260" tIns="175260" rIns="175260" bIns="175260" numCol="1" spcCol="1270" anchor="t" anchorCtr="0">
          <a:noAutofit/>
        </a:bodyPr>
        <a:lstStyle/>
        <a:p>
          <a:pPr marL="0" lvl="0" indent="0" algn="l" defTabSz="2044700">
            <a:lnSpc>
              <a:spcPct val="90000"/>
            </a:lnSpc>
            <a:spcBef>
              <a:spcPct val="0"/>
            </a:spcBef>
            <a:spcAft>
              <a:spcPct val="35000"/>
            </a:spcAft>
            <a:buNone/>
          </a:pPr>
          <a:r>
            <a:rPr lang="en-US" sz="4600" b="1" kern="1200" dirty="0">
              <a:latin typeface="Abadi" panose="020B0604020104020204" pitchFamily="34" charset="0"/>
            </a:rPr>
            <a:t>GitHub</a:t>
          </a:r>
          <a:r>
            <a:rPr lang="en-US" sz="4600" kern="1200" dirty="0">
              <a:latin typeface="Abadi" panose="020B0604020104020204" pitchFamily="34" charset="0"/>
            </a:rPr>
            <a:t> is one of the most popular Remote Repository services based on the Git platform.</a:t>
          </a:r>
        </a:p>
      </dsp:txBody>
      <dsp:txXfrm>
        <a:off x="0" y="2176272"/>
        <a:ext cx="10515600" cy="2176272"/>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60DBB460-FACB-47B7-9578-DF3F9C7814A9}">
      <dsp:nvSpPr>
        <dsp:cNvPr id="0" name=""/>
        <dsp:cNvSpPr/>
      </dsp:nvSpPr>
      <dsp:spPr>
        <a:xfrm>
          <a:off x="0" y="0"/>
          <a:ext cx="10515600" cy="0"/>
        </a:xfrm>
        <a:prstGeom prst="line">
          <a:avLst/>
        </a:prstGeom>
        <a:solidFill>
          <a:schemeClr val="accent5">
            <a:hueOff val="0"/>
            <a:satOff val="0"/>
            <a:lumOff val="0"/>
            <a:alphaOff val="0"/>
          </a:schemeClr>
        </a:solidFill>
        <a:ln w="12700" cap="flat" cmpd="sng" algn="ctr">
          <a:solidFill>
            <a:schemeClr val="accent5">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7AAB0FDD-C9B8-4C97-B8B8-4F289C63F7D3}">
      <dsp:nvSpPr>
        <dsp:cNvPr id="0" name=""/>
        <dsp:cNvSpPr/>
      </dsp:nvSpPr>
      <dsp:spPr>
        <a:xfrm>
          <a:off x="0" y="0"/>
          <a:ext cx="10515600" cy="2175669"/>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37160" tIns="137160" rIns="137160" bIns="137160" numCol="1" spcCol="1270" anchor="t" anchorCtr="0">
          <a:noAutofit/>
        </a:bodyPr>
        <a:lstStyle/>
        <a:p>
          <a:pPr marL="0" lvl="0" indent="0" algn="l" defTabSz="1600200">
            <a:lnSpc>
              <a:spcPct val="90000"/>
            </a:lnSpc>
            <a:spcBef>
              <a:spcPct val="0"/>
            </a:spcBef>
            <a:spcAft>
              <a:spcPct val="35000"/>
            </a:spcAft>
            <a:buNone/>
          </a:pPr>
          <a:r>
            <a:rPr lang="en-IN" sz="3600" b="1" kern="1200" dirty="0"/>
            <a:t>Git</a:t>
          </a:r>
          <a:r>
            <a:rPr lang="en-IN" sz="3600" kern="1200" dirty="0"/>
            <a:t> is a free and open-source distributed version control system.</a:t>
          </a:r>
          <a:endParaRPr lang="en-US" sz="3600" kern="1200" dirty="0"/>
        </a:p>
      </dsp:txBody>
      <dsp:txXfrm>
        <a:off x="0" y="0"/>
        <a:ext cx="10515600" cy="2175669"/>
      </dsp:txXfrm>
    </dsp:sp>
    <dsp:sp modelId="{DA0BA674-8860-4E4A-AD59-F131ED49854A}">
      <dsp:nvSpPr>
        <dsp:cNvPr id="0" name=""/>
        <dsp:cNvSpPr/>
      </dsp:nvSpPr>
      <dsp:spPr>
        <a:xfrm>
          <a:off x="0" y="2175669"/>
          <a:ext cx="10515600" cy="0"/>
        </a:xfrm>
        <a:prstGeom prst="line">
          <a:avLst/>
        </a:prstGeom>
        <a:solidFill>
          <a:schemeClr val="accent5">
            <a:hueOff val="0"/>
            <a:satOff val="0"/>
            <a:lumOff val="0"/>
            <a:alphaOff val="0"/>
          </a:schemeClr>
        </a:solidFill>
        <a:ln w="12700" cap="flat" cmpd="sng" algn="ctr">
          <a:solidFill>
            <a:schemeClr val="accent5">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4115C34A-BBB7-4E76-BEAB-38262DEAAB01}">
      <dsp:nvSpPr>
        <dsp:cNvPr id="0" name=""/>
        <dsp:cNvSpPr/>
      </dsp:nvSpPr>
      <dsp:spPr>
        <a:xfrm>
          <a:off x="0" y="2175669"/>
          <a:ext cx="10515600" cy="2175669"/>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37160" tIns="137160" rIns="137160" bIns="137160" numCol="1" spcCol="1270" anchor="t" anchorCtr="0">
          <a:noAutofit/>
        </a:bodyPr>
        <a:lstStyle/>
        <a:p>
          <a:pPr marL="0" lvl="0" indent="0" algn="l" defTabSz="1600200">
            <a:lnSpc>
              <a:spcPct val="90000"/>
            </a:lnSpc>
            <a:spcBef>
              <a:spcPct val="0"/>
            </a:spcBef>
            <a:spcAft>
              <a:spcPct val="35000"/>
            </a:spcAft>
            <a:buNone/>
          </a:pPr>
          <a:r>
            <a:rPr lang="en-IN" sz="3600" kern="1200" dirty="0"/>
            <a:t>Git is often used with </a:t>
          </a:r>
          <a:r>
            <a:rPr lang="en-IN" sz="3600" i="1" kern="1200" dirty="0"/>
            <a:t>remote repository services</a:t>
          </a:r>
          <a:r>
            <a:rPr lang="en-IN" sz="3600" kern="1200" dirty="0"/>
            <a:t> such as </a:t>
          </a:r>
          <a:r>
            <a:rPr lang="en-IN" sz="3600" b="1" kern="1200" dirty="0"/>
            <a:t>GitHub</a:t>
          </a:r>
          <a:r>
            <a:rPr lang="en-IN" sz="3600" kern="1200" dirty="0"/>
            <a:t>, </a:t>
          </a:r>
          <a:r>
            <a:rPr lang="en-IN" sz="3600" b="1" kern="1200" dirty="0"/>
            <a:t>GitLab</a:t>
          </a:r>
          <a:r>
            <a:rPr lang="en-IN" sz="3600" kern="1200" dirty="0"/>
            <a:t>, and </a:t>
          </a:r>
          <a:r>
            <a:rPr lang="en-IN" sz="3600" b="1" kern="1200" dirty="0"/>
            <a:t>Bitbucket</a:t>
          </a:r>
          <a:r>
            <a:rPr lang="en-IN" sz="3600" kern="1200" dirty="0"/>
            <a:t>.</a:t>
          </a:r>
          <a:endParaRPr lang="en-US" sz="3600" kern="1200" dirty="0"/>
        </a:p>
      </dsp:txBody>
      <dsp:txXfrm>
        <a:off x="0" y="2175669"/>
        <a:ext cx="10515600" cy="2175669"/>
      </dsp:txXfrm>
    </dsp:sp>
  </dsp:spTree>
</dsp:drawing>
</file>

<file path=ppt/diagrams/drawing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3FA78FD9-11FB-4921-AEC7-0EAC1F6E052B}">
      <dsp:nvSpPr>
        <dsp:cNvPr id="0" name=""/>
        <dsp:cNvSpPr/>
      </dsp:nvSpPr>
      <dsp:spPr>
        <a:xfrm>
          <a:off x="3414" y="43242"/>
          <a:ext cx="3329572" cy="871376"/>
        </a:xfrm>
        <a:prstGeom prst="rect">
          <a:avLst/>
        </a:prstGeom>
        <a:solidFill>
          <a:schemeClr val="dk2">
            <a:hueOff val="0"/>
            <a:satOff val="0"/>
            <a:lumOff val="0"/>
            <a:alphaOff val="0"/>
          </a:schemeClr>
        </a:solidFill>
        <a:ln w="12700" cap="flat" cmpd="sng" algn="ctr">
          <a:solidFill>
            <a:schemeClr val="dk2">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70688" tIns="97536" rIns="170688" bIns="97536" numCol="1" spcCol="1270" anchor="ctr" anchorCtr="0">
          <a:noAutofit/>
        </a:bodyPr>
        <a:lstStyle/>
        <a:p>
          <a:pPr marL="0" lvl="0" indent="0" algn="ctr" defTabSz="1066800">
            <a:lnSpc>
              <a:spcPct val="90000"/>
            </a:lnSpc>
            <a:spcBef>
              <a:spcPct val="0"/>
            </a:spcBef>
            <a:spcAft>
              <a:spcPct val="35000"/>
            </a:spcAft>
            <a:buNone/>
          </a:pPr>
          <a:r>
            <a:rPr lang="en-US" sz="2400" kern="1200"/>
            <a:t>Version Control:</a:t>
          </a:r>
        </a:p>
      </dsp:txBody>
      <dsp:txXfrm>
        <a:off x="3414" y="43242"/>
        <a:ext cx="3329572" cy="871376"/>
      </dsp:txXfrm>
    </dsp:sp>
    <dsp:sp modelId="{A69154AA-20C7-430D-95A2-C737FBB3192E}">
      <dsp:nvSpPr>
        <dsp:cNvPr id="0" name=""/>
        <dsp:cNvSpPr/>
      </dsp:nvSpPr>
      <dsp:spPr>
        <a:xfrm>
          <a:off x="3414" y="914619"/>
          <a:ext cx="3329572" cy="2731543"/>
        </a:xfrm>
        <a:prstGeom prst="rect">
          <a:avLst/>
        </a:prstGeom>
        <a:solidFill>
          <a:schemeClr val="dk2">
            <a:alpha val="90000"/>
            <a:tint val="40000"/>
            <a:hueOff val="0"/>
            <a:satOff val="0"/>
            <a:lumOff val="0"/>
            <a:alphaOff val="0"/>
          </a:schemeClr>
        </a:solidFill>
        <a:ln w="12700" cap="flat" cmpd="sng" algn="ctr">
          <a:solidFill>
            <a:schemeClr val="dk2">
              <a:alpha val="90000"/>
              <a:tint val="4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128016" tIns="128016" rIns="170688" bIns="192024" numCol="1" spcCol="1270" anchor="t" anchorCtr="0">
          <a:noAutofit/>
        </a:bodyPr>
        <a:lstStyle/>
        <a:p>
          <a:pPr marL="228600" lvl="1" indent="-228600" algn="l" defTabSz="1066800">
            <a:lnSpc>
              <a:spcPct val="90000"/>
            </a:lnSpc>
            <a:spcBef>
              <a:spcPct val="0"/>
            </a:spcBef>
            <a:spcAft>
              <a:spcPct val="15000"/>
            </a:spcAft>
            <a:buChar char="•"/>
          </a:pPr>
          <a:r>
            <a:rPr lang="en-US" sz="2400" kern="1200"/>
            <a:t>Using Git, you can record, track, and retrieve your coding histories.</a:t>
          </a:r>
        </a:p>
      </dsp:txBody>
      <dsp:txXfrm>
        <a:off x="3414" y="914619"/>
        <a:ext cx="3329572" cy="2731543"/>
      </dsp:txXfrm>
    </dsp:sp>
    <dsp:sp modelId="{9B0A5CDE-A302-4059-A138-A59350BC9CD7}">
      <dsp:nvSpPr>
        <dsp:cNvPr id="0" name=""/>
        <dsp:cNvSpPr/>
      </dsp:nvSpPr>
      <dsp:spPr>
        <a:xfrm>
          <a:off x="3799128" y="43242"/>
          <a:ext cx="3329572" cy="871376"/>
        </a:xfrm>
        <a:prstGeom prst="rect">
          <a:avLst/>
        </a:prstGeom>
        <a:solidFill>
          <a:schemeClr val="dk2">
            <a:hueOff val="0"/>
            <a:satOff val="0"/>
            <a:lumOff val="0"/>
            <a:alphaOff val="0"/>
          </a:schemeClr>
        </a:solidFill>
        <a:ln w="12700" cap="flat" cmpd="sng" algn="ctr">
          <a:solidFill>
            <a:schemeClr val="dk2">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70688" tIns="97536" rIns="170688" bIns="97536" numCol="1" spcCol="1270" anchor="ctr" anchorCtr="0">
          <a:noAutofit/>
        </a:bodyPr>
        <a:lstStyle/>
        <a:p>
          <a:pPr marL="0" lvl="0" indent="0" algn="ctr" defTabSz="1066800">
            <a:lnSpc>
              <a:spcPct val="90000"/>
            </a:lnSpc>
            <a:spcBef>
              <a:spcPct val="0"/>
            </a:spcBef>
            <a:spcAft>
              <a:spcPct val="35000"/>
            </a:spcAft>
            <a:buNone/>
          </a:pPr>
          <a:r>
            <a:rPr lang="en-US" sz="2400" kern="1200"/>
            <a:t>Collaborative Coding:</a:t>
          </a:r>
        </a:p>
      </dsp:txBody>
      <dsp:txXfrm>
        <a:off x="3799128" y="43242"/>
        <a:ext cx="3329572" cy="871376"/>
      </dsp:txXfrm>
    </dsp:sp>
    <dsp:sp modelId="{DEB4FD2D-0BA9-4F69-B6EC-B099CBBC208A}">
      <dsp:nvSpPr>
        <dsp:cNvPr id="0" name=""/>
        <dsp:cNvSpPr/>
      </dsp:nvSpPr>
      <dsp:spPr>
        <a:xfrm>
          <a:off x="3799128" y="914619"/>
          <a:ext cx="3329572" cy="2731543"/>
        </a:xfrm>
        <a:prstGeom prst="rect">
          <a:avLst/>
        </a:prstGeom>
        <a:solidFill>
          <a:schemeClr val="dk2">
            <a:alpha val="90000"/>
            <a:tint val="40000"/>
            <a:hueOff val="0"/>
            <a:satOff val="0"/>
            <a:lumOff val="0"/>
            <a:alphaOff val="0"/>
          </a:schemeClr>
        </a:solidFill>
        <a:ln w="12700" cap="flat" cmpd="sng" algn="ctr">
          <a:solidFill>
            <a:schemeClr val="dk2">
              <a:alpha val="90000"/>
              <a:tint val="4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128016" tIns="128016" rIns="170688" bIns="192024" numCol="1" spcCol="1270" anchor="t" anchorCtr="0">
          <a:noAutofit/>
        </a:bodyPr>
        <a:lstStyle/>
        <a:p>
          <a:pPr marL="228600" lvl="1" indent="-228600" algn="l" defTabSz="1066800">
            <a:lnSpc>
              <a:spcPct val="90000"/>
            </a:lnSpc>
            <a:spcBef>
              <a:spcPct val="0"/>
            </a:spcBef>
            <a:spcAft>
              <a:spcPct val="15000"/>
            </a:spcAft>
            <a:buChar char="•"/>
          </a:pPr>
          <a:r>
            <a:rPr lang="en-US" sz="2400" kern="1200"/>
            <a:t>On Git and remote repository services, you can share your code, get others' codes, and work as a team.</a:t>
          </a:r>
        </a:p>
      </dsp:txBody>
      <dsp:txXfrm>
        <a:off x="3799128" y="914619"/>
        <a:ext cx="3329572" cy="2731543"/>
      </dsp:txXfrm>
    </dsp:sp>
    <dsp:sp modelId="{D03DB99C-B314-4E3C-A037-F3B4D2F0E7EE}">
      <dsp:nvSpPr>
        <dsp:cNvPr id="0" name=""/>
        <dsp:cNvSpPr/>
      </dsp:nvSpPr>
      <dsp:spPr>
        <a:xfrm>
          <a:off x="7594841" y="43242"/>
          <a:ext cx="3329572" cy="871376"/>
        </a:xfrm>
        <a:prstGeom prst="rect">
          <a:avLst/>
        </a:prstGeom>
        <a:solidFill>
          <a:schemeClr val="dk2">
            <a:hueOff val="0"/>
            <a:satOff val="0"/>
            <a:lumOff val="0"/>
            <a:alphaOff val="0"/>
          </a:schemeClr>
        </a:solidFill>
        <a:ln w="12700" cap="flat" cmpd="sng" algn="ctr">
          <a:solidFill>
            <a:schemeClr val="dk2">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70688" tIns="97536" rIns="170688" bIns="97536" numCol="1" spcCol="1270" anchor="ctr" anchorCtr="0">
          <a:noAutofit/>
        </a:bodyPr>
        <a:lstStyle/>
        <a:p>
          <a:pPr marL="0" lvl="0" indent="0" algn="ctr" defTabSz="1066800">
            <a:lnSpc>
              <a:spcPct val="90000"/>
            </a:lnSpc>
            <a:spcBef>
              <a:spcPct val="0"/>
            </a:spcBef>
            <a:spcAft>
              <a:spcPct val="35000"/>
            </a:spcAft>
            <a:buNone/>
          </a:pPr>
          <a:r>
            <a:rPr lang="en-US" sz="2400" kern="1200"/>
            <a:t>Task Management &amp; Automation:</a:t>
          </a:r>
        </a:p>
      </dsp:txBody>
      <dsp:txXfrm>
        <a:off x="7594841" y="43242"/>
        <a:ext cx="3329572" cy="871376"/>
      </dsp:txXfrm>
    </dsp:sp>
    <dsp:sp modelId="{4986159E-7DBF-440D-BB6F-73B619B25588}">
      <dsp:nvSpPr>
        <dsp:cNvPr id="0" name=""/>
        <dsp:cNvSpPr/>
      </dsp:nvSpPr>
      <dsp:spPr>
        <a:xfrm>
          <a:off x="7594841" y="914619"/>
          <a:ext cx="3329572" cy="2731543"/>
        </a:xfrm>
        <a:prstGeom prst="rect">
          <a:avLst/>
        </a:prstGeom>
        <a:solidFill>
          <a:schemeClr val="dk2">
            <a:alpha val="90000"/>
            <a:tint val="40000"/>
            <a:hueOff val="0"/>
            <a:satOff val="0"/>
            <a:lumOff val="0"/>
            <a:alphaOff val="0"/>
          </a:schemeClr>
        </a:solidFill>
        <a:ln w="12700" cap="flat" cmpd="sng" algn="ctr">
          <a:solidFill>
            <a:schemeClr val="dk2">
              <a:alpha val="90000"/>
              <a:tint val="4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128016" tIns="128016" rIns="170688" bIns="192024" numCol="1" spcCol="1270" anchor="t" anchorCtr="0">
          <a:noAutofit/>
        </a:bodyPr>
        <a:lstStyle/>
        <a:p>
          <a:pPr marL="228600" lvl="1" indent="-228600" algn="l" defTabSz="1066800">
            <a:lnSpc>
              <a:spcPct val="90000"/>
            </a:lnSpc>
            <a:spcBef>
              <a:spcPct val="0"/>
            </a:spcBef>
            <a:spcAft>
              <a:spcPct val="15000"/>
            </a:spcAft>
            <a:buChar char="•"/>
          </a:pPr>
          <a:r>
            <a:rPr lang="en-US" sz="2400" kern="1200"/>
            <a:t>Most Git remote repository services provide additional features to manage tasks and automate workflow such as auto deployment.</a:t>
          </a:r>
        </a:p>
      </dsp:txBody>
      <dsp:txXfrm>
        <a:off x="7594841" y="914619"/>
        <a:ext cx="3329572" cy="2731543"/>
      </dsp:txXfrm>
    </dsp:sp>
  </dsp:spTree>
</dsp:drawing>
</file>

<file path=ppt/diagrams/drawing4.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89A82B6-EC2A-4077-90AA-DC62A8759C2B}">
      <dsp:nvSpPr>
        <dsp:cNvPr id="0" name=""/>
        <dsp:cNvSpPr/>
      </dsp:nvSpPr>
      <dsp:spPr>
        <a:xfrm>
          <a:off x="0" y="0"/>
          <a:ext cx="10332545" cy="5195455"/>
        </a:xfrm>
        <a:prstGeom prst="roundRect">
          <a:avLst>
            <a:gd name="adj" fmla="val 10000"/>
          </a:avLst>
        </a:prstGeom>
        <a:gradFill rotWithShape="0">
          <a:gsLst>
            <a:gs pos="0">
              <a:schemeClr val="dk2">
                <a:tint val="40000"/>
                <a:hueOff val="0"/>
                <a:satOff val="0"/>
                <a:lumOff val="0"/>
                <a:alphaOff val="0"/>
                <a:satMod val="103000"/>
                <a:lumMod val="102000"/>
                <a:tint val="94000"/>
              </a:schemeClr>
            </a:gs>
            <a:gs pos="50000">
              <a:schemeClr val="dk2">
                <a:tint val="40000"/>
                <a:hueOff val="0"/>
                <a:satOff val="0"/>
                <a:lumOff val="0"/>
                <a:alphaOff val="0"/>
                <a:satMod val="110000"/>
                <a:lumMod val="100000"/>
                <a:shade val="100000"/>
              </a:schemeClr>
            </a:gs>
            <a:gs pos="100000">
              <a:schemeClr val="dk2">
                <a:tint val="40000"/>
                <a:hueOff val="0"/>
                <a:satOff val="0"/>
                <a:lumOff val="0"/>
                <a:alphaOff val="0"/>
                <a:lumMod val="99000"/>
                <a:satMod val="120000"/>
                <a:shade val="78000"/>
              </a:schemeClr>
            </a:gs>
          </a:gsLst>
          <a:lin ang="5400000" scaled="0"/>
        </a:gradFill>
        <a:ln>
          <a:noFill/>
        </a:ln>
        <a:effectLst/>
        <a:scene3d>
          <a:camera prst="orthographicFront"/>
          <a:lightRig rig="flat" dir="t"/>
        </a:scene3d>
        <a:sp3d z="-190500" extrusionH="12700" prstMaterial="plastic">
          <a:bevelT w="50800" h="50800"/>
        </a:sp3d>
      </dsp:spPr>
      <dsp:style>
        <a:lnRef idx="0">
          <a:scrgbClr r="0" g="0" b="0"/>
        </a:lnRef>
        <a:fillRef idx="3">
          <a:scrgbClr r="0" g="0" b="0"/>
        </a:fillRef>
        <a:effectRef idx="0">
          <a:scrgbClr r="0" g="0" b="0"/>
        </a:effectRef>
        <a:fontRef idx="minor"/>
      </dsp:style>
      <dsp:txBody>
        <a:bodyPr spcFirstLastPara="0" vert="horz" wrap="square" lIns="163830" tIns="163830" rIns="163830" bIns="163830" numCol="1" spcCol="1270" anchor="ctr" anchorCtr="0">
          <a:noAutofit/>
        </a:bodyPr>
        <a:lstStyle/>
        <a:p>
          <a:pPr marL="0" lvl="0" indent="0" algn="ctr" defTabSz="1911350">
            <a:lnSpc>
              <a:spcPct val="90000"/>
            </a:lnSpc>
            <a:spcBef>
              <a:spcPct val="0"/>
            </a:spcBef>
            <a:spcAft>
              <a:spcPct val="35000"/>
            </a:spcAft>
            <a:buNone/>
          </a:pPr>
          <a:r>
            <a:rPr lang="en-IN" sz="4300" kern="1200">
              <a:latin typeface="Abadi" panose="020B0604020104020204" pitchFamily="34" charset="0"/>
            </a:rPr>
            <a:t>When coding, you need to manage several files which are dependent on one another.</a:t>
          </a:r>
          <a:endParaRPr lang="en-US" sz="4300" kern="1200">
            <a:latin typeface="Abadi" panose="020B0604020104020204" pitchFamily="34" charset="0"/>
          </a:endParaRPr>
        </a:p>
      </dsp:txBody>
      <dsp:txXfrm>
        <a:off x="0" y="0"/>
        <a:ext cx="10332545" cy="1558636"/>
      </dsp:txXfrm>
    </dsp:sp>
    <dsp:sp modelId="{A46E7CAB-2181-4874-8D53-868B33717F6B}">
      <dsp:nvSpPr>
        <dsp:cNvPr id="0" name=""/>
        <dsp:cNvSpPr/>
      </dsp:nvSpPr>
      <dsp:spPr>
        <a:xfrm>
          <a:off x="1033254" y="1560158"/>
          <a:ext cx="8266036" cy="1566500"/>
        </a:xfrm>
        <a:prstGeom prst="roundRect">
          <a:avLst>
            <a:gd name="adj" fmla="val 10000"/>
          </a:avLst>
        </a:prstGeom>
        <a:gradFill rotWithShape="0">
          <a:gsLst>
            <a:gs pos="0">
              <a:schemeClr val="lt1">
                <a:hueOff val="0"/>
                <a:satOff val="0"/>
                <a:lumOff val="0"/>
                <a:alphaOff val="0"/>
                <a:satMod val="103000"/>
                <a:lumMod val="102000"/>
                <a:tint val="94000"/>
              </a:schemeClr>
            </a:gs>
            <a:gs pos="50000">
              <a:schemeClr val="lt1">
                <a:hueOff val="0"/>
                <a:satOff val="0"/>
                <a:lumOff val="0"/>
                <a:alphaOff val="0"/>
                <a:satMod val="110000"/>
                <a:lumMod val="100000"/>
                <a:shade val="100000"/>
              </a:schemeClr>
            </a:gs>
            <a:gs pos="100000">
              <a:schemeClr val="lt1">
                <a:hueOff val="0"/>
                <a:satOff val="0"/>
                <a:lumOff val="0"/>
                <a:alphaOff val="0"/>
                <a:lumMod val="99000"/>
                <a:satMod val="120000"/>
                <a:shade val="78000"/>
              </a:schemeClr>
            </a:gs>
          </a:gsLst>
          <a:lin ang="5400000" scaled="0"/>
        </a:gradFill>
        <a:ln>
          <a:noFill/>
        </a:ln>
        <a:effectLst/>
        <a:scene3d>
          <a:camera prst="orthographicFront"/>
          <a:lightRig rig="flat" dir="t"/>
        </a:scene3d>
        <a:sp3d prstMaterial="plastic">
          <a:bevelT w="120900" h="88900"/>
          <a:bevelB w="88900" h="31750" prst="angle"/>
        </a:sp3d>
      </dsp:spPr>
      <dsp:style>
        <a:lnRef idx="0">
          <a:scrgbClr r="0" g="0" b="0"/>
        </a:lnRef>
        <a:fillRef idx="3">
          <a:scrgbClr r="0" g="0" b="0"/>
        </a:fillRef>
        <a:effectRef idx="2">
          <a:scrgbClr r="0" g="0" b="0"/>
        </a:effectRef>
        <a:fontRef idx="minor">
          <a:schemeClr val="lt1"/>
        </a:fontRef>
      </dsp:style>
      <dsp:txBody>
        <a:bodyPr spcFirstLastPara="0" vert="horz" wrap="square" lIns="86360" tIns="64770" rIns="86360" bIns="64770" numCol="1" spcCol="1270" anchor="ctr" anchorCtr="0">
          <a:noAutofit/>
        </a:bodyPr>
        <a:lstStyle/>
        <a:p>
          <a:pPr marL="0" lvl="0" indent="0" algn="ctr" defTabSz="1511300">
            <a:lnSpc>
              <a:spcPct val="90000"/>
            </a:lnSpc>
            <a:spcBef>
              <a:spcPct val="0"/>
            </a:spcBef>
            <a:spcAft>
              <a:spcPct val="35000"/>
            </a:spcAft>
            <a:buNone/>
          </a:pPr>
          <a:r>
            <a:rPr lang="en-IN" sz="3400" kern="1200">
              <a:latin typeface="Abadi" panose="020B0604020104020204" pitchFamily="34" charset="0"/>
            </a:rPr>
            <a:t>If you want to save different versions, you need to save entire sets of files in different directories with version names.</a:t>
          </a:r>
          <a:endParaRPr lang="en-US" sz="3400" kern="1200">
            <a:latin typeface="Abadi" panose="020B0604020104020204" pitchFamily="34" charset="0"/>
          </a:endParaRPr>
        </a:p>
      </dsp:txBody>
      <dsp:txXfrm>
        <a:off x="1079135" y="1606039"/>
        <a:ext cx="8174274" cy="1474738"/>
      </dsp:txXfrm>
    </dsp:sp>
    <dsp:sp modelId="{795E0011-94CF-4B69-B60F-CA4EF12EC7B8}">
      <dsp:nvSpPr>
        <dsp:cNvPr id="0" name=""/>
        <dsp:cNvSpPr/>
      </dsp:nvSpPr>
      <dsp:spPr>
        <a:xfrm>
          <a:off x="1033254" y="3367659"/>
          <a:ext cx="8266036" cy="1566500"/>
        </a:xfrm>
        <a:prstGeom prst="roundRect">
          <a:avLst>
            <a:gd name="adj" fmla="val 10000"/>
          </a:avLst>
        </a:prstGeom>
        <a:gradFill rotWithShape="0">
          <a:gsLst>
            <a:gs pos="0">
              <a:schemeClr val="lt1">
                <a:hueOff val="0"/>
                <a:satOff val="0"/>
                <a:lumOff val="0"/>
                <a:alphaOff val="0"/>
                <a:satMod val="103000"/>
                <a:lumMod val="102000"/>
                <a:tint val="94000"/>
              </a:schemeClr>
            </a:gs>
            <a:gs pos="50000">
              <a:schemeClr val="lt1">
                <a:hueOff val="0"/>
                <a:satOff val="0"/>
                <a:lumOff val="0"/>
                <a:alphaOff val="0"/>
                <a:satMod val="110000"/>
                <a:lumMod val="100000"/>
                <a:shade val="100000"/>
              </a:schemeClr>
            </a:gs>
            <a:gs pos="100000">
              <a:schemeClr val="lt1">
                <a:hueOff val="0"/>
                <a:satOff val="0"/>
                <a:lumOff val="0"/>
                <a:alphaOff val="0"/>
                <a:lumMod val="99000"/>
                <a:satMod val="120000"/>
                <a:shade val="78000"/>
              </a:schemeClr>
            </a:gs>
          </a:gsLst>
          <a:lin ang="5400000" scaled="0"/>
        </a:gradFill>
        <a:ln>
          <a:noFill/>
        </a:ln>
        <a:effectLst/>
        <a:scene3d>
          <a:camera prst="orthographicFront"/>
          <a:lightRig rig="flat" dir="t"/>
        </a:scene3d>
        <a:sp3d prstMaterial="plastic">
          <a:bevelT w="120900" h="88900"/>
          <a:bevelB w="88900" h="31750" prst="angle"/>
        </a:sp3d>
      </dsp:spPr>
      <dsp:style>
        <a:lnRef idx="0">
          <a:scrgbClr r="0" g="0" b="0"/>
        </a:lnRef>
        <a:fillRef idx="3">
          <a:scrgbClr r="0" g="0" b="0"/>
        </a:fillRef>
        <a:effectRef idx="2">
          <a:scrgbClr r="0" g="0" b="0"/>
        </a:effectRef>
        <a:fontRef idx="minor">
          <a:schemeClr val="lt1"/>
        </a:fontRef>
      </dsp:style>
      <dsp:txBody>
        <a:bodyPr spcFirstLastPara="0" vert="horz" wrap="square" lIns="86360" tIns="64770" rIns="86360" bIns="64770" numCol="1" spcCol="1270" anchor="ctr" anchorCtr="0">
          <a:noAutofit/>
        </a:bodyPr>
        <a:lstStyle/>
        <a:p>
          <a:pPr marL="0" lvl="0" indent="0" algn="ctr" defTabSz="1511300">
            <a:lnSpc>
              <a:spcPct val="90000"/>
            </a:lnSpc>
            <a:spcBef>
              <a:spcPct val="0"/>
            </a:spcBef>
            <a:spcAft>
              <a:spcPct val="35000"/>
            </a:spcAft>
            <a:buNone/>
          </a:pPr>
          <a:r>
            <a:rPr lang="en-IN" sz="3400" kern="1200" dirty="0">
              <a:latin typeface="Abadi" panose="020B0604020104020204" pitchFamily="34" charset="0"/>
            </a:rPr>
            <a:t>This approach is very computer resource-consuming.</a:t>
          </a:r>
          <a:endParaRPr lang="en-US" sz="3400" kern="1200" dirty="0">
            <a:latin typeface="Abadi" panose="020B0604020104020204" pitchFamily="34" charset="0"/>
          </a:endParaRPr>
        </a:p>
      </dsp:txBody>
      <dsp:txXfrm>
        <a:off x="1079135" y="3413540"/>
        <a:ext cx="8174274" cy="1474738"/>
      </dsp:txXfrm>
    </dsp:sp>
  </dsp:spTree>
</dsp:drawing>
</file>

<file path=ppt/diagrams/drawing5.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C558C18C-8294-4FC7-A3B6-E4725E1D49EF}">
      <dsp:nvSpPr>
        <dsp:cNvPr id="0" name=""/>
        <dsp:cNvSpPr/>
      </dsp:nvSpPr>
      <dsp:spPr>
        <a:xfrm>
          <a:off x="1009" y="101876"/>
          <a:ext cx="3544868" cy="2250991"/>
        </a:xfrm>
        <a:prstGeom prst="roundRect">
          <a:avLst>
            <a:gd name="adj" fmla="val 10000"/>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9629C614-91F6-4435-8C9A-8FA89BB87AAD}">
      <dsp:nvSpPr>
        <dsp:cNvPr id="0" name=""/>
        <dsp:cNvSpPr/>
      </dsp:nvSpPr>
      <dsp:spPr>
        <a:xfrm>
          <a:off x="394884" y="476056"/>
          <a:ext cx="3544868" cy="2250991"/>
        </a:xfrm>
        <a:prstGeom prst="roundRect">
          <a:avLst>
            <a:gd name="adj" fmla="val 10000"/>
          </a:avLst>
        </a:prstGeom>
        <a:solidFill>
          <a:schemeClr val="lt1">
            <a:alpha val="90000"/>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198120" tIns="198120" rIns="198120" bIns="198120" numCol="1" spcCol="1270" anchor="ctr" anchorCtr="0">
          <a:noAutofit/>
        </a:bodyPr>
        <a:lstStyle/>
        <a:p>
          <a:pPr marL="0" lvl="0" indent="0" algn="ctr" defTabSz="2311400">
            <a:lnSpc>
              <a:spcPct val="90000"/>
            </a:lnSpc>
            <a:spcBef>
              <a:spcPct val="0"/>
            </a:spcBef>
            <a:spcAft>
              <a:spcPct val="35000"/>
            </a:spcAft>
            <a:buNone/>
          </a:pPr>
          <a:r>
            <a:rPr lang="en-US" sz="5200" kern="1200">
              <a:latin typeface="Abadi" panose="020B0604020104020204" pitchFamily="34" charset="0"/>
            </a:rPr>
            <a:t>Repository</a:t>
          </a:r>
        </a:p>
      </dsp:txBody>
      <dsp:txXfrm>
        <a:off x="460813" y="541985"/>
        <a:ext cx="3413010" cy="2119133"/>
      </dsp:txXfrm>
    </dsp:sp>
    <dsp:sp modelId="{DA674716-1124-4747-872C-C736696B4EB0}">
      <dsp:nvSpPr>
        <dsp:cNvPr id="0" name=""/>
        <dsp:cNvSpPr/>
      </dsp:nvSpPr>
      <dsp:spPr>
        <a:xfrm>
          <a:off x="4333627" y="101876"/>
          <a:ext cx="3544868" cy="2250991"/>
        </a:xfrm>
        <a:prstGeom prst="roundRect">
          <a:avLst>
            <a:gd name="adj" fmla="val 10000"/>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9B238B9E-FFC4-4AF3-9AD6-F082ED77708A}">
      <dsp:nvSpPr>
        <dsp:cNvPr id="0" name=""/>
        <dsp:cNvSpPr/>
      </dsp:nvSpPr>
      <dsp:spPr>
        <a:xfrm>
          <a:off x="4727501" y="476056"/>
          <a:ext cx="3544868" cy="2250991"/>
        </a:xfrm>
        <a:prstGeom prst="roundRect">
          <a:avLst>
            <a:gd name="adj" fmla="val 10000"/>
          </a:avLst>
        </a:prstGeom>
        <a:solidFill>
          <a:schemeClr val="lt1">
            <a:alpha val="90000"/>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198120" tIns="198120" rIns="198120" bIns="198120" numCol="1" spcCol="1270" anchor="ctr" anchorCtr="0">
          <a:noAutofit/>
        </a:bodyPr>
        <a:lstStyle/>
        <a:p>
          <a:pPr marL="0" lvl="0" indent="0" algn="ctr" defTabSz="2311400">
            <a:lnSpc>
              <a:spcPct val="90000"/>
            </a:lnSpc>
            <a:spcBef>
              <a:spcPct val="0"/>
            </a:spcBef>
            <a:spcAft>
              <a:spcPct val="35000"/>
            </a:spcAft>
            <a:buNone/>
          </a:pPr>
          <a:r>
            <a:rPr lang="en-US" sz="5200" kern="1200">
              <a:latin typeface="Abadi" panose="020B0604020104020204" pitchFamily="34" charset="0"/>
            </a:rPr>
            <a:t>Commit</a:t>
          </a:r>
        </a:p>
      </dsp:txBody>
      <dsp:txXfrm>
        <a:off x="4793430" y="541985"/>
        <a:ext cx="3413010" cy="2119133"/>
      </dsp:txXfrm>
    </dsp:sp>
  </dsp:spTree>
</dsp:drawing>
</file>

<file path=ppt/diagrams/drawing6.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FBEE139A-3AEE-45E8-862F-9214A1FF08A8}">
      <dsp:nvSpPr>
        <dsp:cNvPr id="0" name=""/>
        <dsp:cNvSpPr/>
      </dsp:nvSpPr>
      <dsp:spPr>
        <a:xfrm>
          <a:off x="6368343" y="1836310"/>
          <a:ext cx="2221086" cy="770955"/>
        </a:xfrm>
        <a:custGeom>
          <a:avLst/>
          <a:gdLst/>
          <a:ahLst/>
          <a:cxnLst/>
          <a:rect l="0" t="0" r="0" b="0"/>
          <a:pathLst>
            <a:path>
              <a:moveTo>
                <a:pt x="0" y="0"/>
              </a:moveTo>
              <a:lnTo>
                <a:pt x="0" y="385477"/>
              </a:lnTo>
              <a:lnTo>
                <a:pt x="2221086" y="385477"/>
              </a:lnTo>
              <a:lnTo>
                <a:pt x="2221086" y="770955"/>
              </a:lnTo>
            </a:path>
          </a:pathLst>
        </a:custGeom>
        <a:noFill/>
        <a:ln w="12700" cap="flat" cmpd="sng" algn="ctr">
          <a:solidFill>
            <a:schemeClr val="dk2">
              <a:shade val="6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F82658E5-2597-4627-8EFD-2E20BADF92B2}">
      <dsp:nvSpPr>
        <dsp:cNvPr id="0" name=""/>
        <dsp:cNvSpPr/>
      </dsp:nvSpPr>
      <dsp:spPr>
        <a:xfrm>
          <a:off x="4147256" y="1836310"/>
          <a:ext cx="2221086" cy="770955"/>
        </a:xfrm>
        <a:custGeom>
          <a:avLst/>
          <a:gdLst/>
          <a:ahLst/>
          <a:cxnLst/>
          <a:rect l="0" t="0" r="0" b="0"/>
          <a:pathLst>
            <a:path>
              <a:moveTo>
                <a:pt x="2221086" y="0"/>
              </a:moveTo>
              <a:lnTo>
                <a:pt x="2221086" y="385477"/>
              </a:lnTo>
              <a:lnTo>
                <a:pt x="0" y="385477"/>
              </a:lnTo>
              <a:lnTo>
                <a:pt x="0" y="770955"/>
              </a:lnTo>
            </a:path>
          </a:pathLst>
        </a:custGeom>
        <a:noFill/>
        <a:ln w="12700" cap="flat" cmpd="sng" algn="ctr">
          <a:solidFill>
            <a:schemeClr val="dk2">
              <a:shade val="6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C9AA7598-9F52-4AC8-AC67-14EDC29E982E}">
      <dsp:nvSpPr>
        <dsp:cNvPr id="0" name=""/>
        <dsp:cNvSpPr/>
      </dsp:nvSpPr>
      <dsp:spPr>
        <a:xfrm>
          <a:off x="1008365" y="701"/>
          <a:ext cx="1835608" cy="1835608"/>
        </a:xfrm>
        <a:prstGeom prst="arc">
          <a:avLst>
            <a:gd name="adj1" fmla="val 13200000"/>
            <a:gd name="adj2" fmla="val 19200000"/>
          </a:avLst>
        </a:prstGeom>
        <a:noFill/>
        <a:ln w="12700" cap="flat" cmpd="sng" algn="ctr">
          <a:solidFill>
            <a:schemeClr val="dk2">
              <a:shade val="6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7660880F-0286-4F99-BC8E-498748B88B5D}">
      <dsp:nvSpPr>
        <dsp:cNvPr id="0" name=""/>
        <dsp:cNvSpPr/>
      </dsp:nvSpPr>
      <dsp:spPr>
        <a:xfrm>
          <a:off x="1008365" y="701"/>
          <a:ext cx="1835608" cy="1835608"/>
        </a:xfrm>
        <a:prstGeom prst="arc">
          <a:avLst>
            <a:gd name="adj1" fmla="val 2400000"/>
            <a:gd name="adj2" fmla="val 8400000"/>
          </a:avLst>
        </a:prstGeom>
        <a:noFill/>
        <a:ln w="12700" cap="flat" cmpd="sng" algn="ctr">
          <a:solidFill>
            <a:schemeClr val="dk2">
              <a:shade val="6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92A919BF-20DE-4992-88DD-C19C038C2AD0}">
      <dsp:nvSpPr>
        <dsp:cNvPr id="0" name=""/>
        <dsp:cNvSpPr/>
      </dsp:nvSpPr>
      <dsp:spPr>
        <a:xfrm>
          <a:off x="90560" y="331111"/>
          <a:ext cx="3671217" cy="1174789"/>
        </a:xfrm>
        <a:prstGeom prst="rect">
          <a:avLst/>
        </a:prstGeom>
        <a:noFill/>
        <a:ln w="12700" cap="flat" cmpd="sng" algn="ctr">
          <a:noFill/>
          <a:prstDash val="solid"/>
          <a:miter lim="800000"/>
        </a:ln>
        <a:effectLst/>
        <a:sp3d/>
      </dsp:spPr>
      <dsp:style>
        <a:lnRef idx="2">
          <a:scrgbClr r="0" g="0" b="0"/>
        </a:lnRef>
        <a:fillRef idx="1">
          <a:scrgbClr r="0" g="0" b="0"/>
        </a:fillRef>
        <a:effectRef idx="0">
          <a:scrgbClr r="0" g="0" b="0"/>
        </a:effectRef>
        <a:fontRef idx="minor"/>
      </dsp:style>
      <dsp:txBody>
        <a:bodyPr spcFirstLastPara="0" vert="horz" wrap="square" lIns="13970" tIns="13970" rIns="13970" bIns="13970" numCol="1" spcCol="1270" anchor="ctr" anchorCtr="0">
          <a:noAutofit/>
        </a:bodyPr>
        <a:lstStyle/>
        <a:p>
          <a:pPr marL="0" lvl="0" indent="0" algn="ctr" defTabSz="977900">
            <a:lnSpc>
              <a:spcPct val="90000"/>
            </a:lnSpc>
            <a:spcBef>
              <a:spcPct val="0"/>
            </a:spcBef>
            <a:spcAft>
              <a:spcPct val="35000"/>
            </a:spcAft>
            <a:buNone/>
            <a:defRPr b="1"/>
          </a:pPr>
          <a:r>
            <a:rPr lang="en-US" sz="2200" kern="1200"/>
            <a:t>A </a:t>
          </a:r>
          <a:r>
            <a:rPr lang="en-US" sz="2200" b="1" kern="1200"/>
            <a:t>repository</a:t>
          </a:r>
          <a:r>
            <a:rPr lang="en-US" sz="2200" kern="1200"/>
            <a:t> is a location where different versions of codes are stored.</a:t>
          </a:r>
        </a:p>
      </dsp:txBody>
      <dsp:txXfrm>
        <a:off x="90560" y="331111"/>
        <a:ext cx="3671217" cy="1174789"/>
      </dsp:txXfrm>
    </dsp:sp>
    <dsp:sp modelId="{185C85E4-66FC-4357-A81F-58D453F2621C}">
      <dsp:nvSpPr>
        <dsp:cNvPr id="0" name=""/>
        <dsp:cNvSpPr/>
      </dsp:nvSpPr>
      <dsp:spPr>
        <a:xfrm>
          <a:off x="5450538" y="701"/>
          <a:ext cx="1835608" cy="1835608"/>
        </a:xfrm>
        <a:prstGeom prst="arc">
          <a:avLst>
            <a:gd name="adj1" fmla="val 13200000"/>
            <a:gd name="adj2" fmla="val 19200000"/>
          </a:avLst>
        </a:prstGeom>
        <a:noFill/>
        <a:ln w="12700" cap="flat" cmpd="sng" algn="ctr">
          <a:solidFill>
            <a:schemeClr val="dk2">
              <a:shade val="6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F4F15932-5344-4F54-A7E2-C4E3E9327074}">
      <dsp:nvSpPr>
        <dsp:cNvPr id="0" name=""/>
        <dsp:cNvSpPr/>
      </dsp:nvSpPr>
      <dsp:spPr>
        <a:xfrm>
          <a:off x="5450538" y="701"/>
          <a:ext cx="1835608" cy="1835608"/>
        </a:xfrm>
        <a:prstGeom prst="arc">
          <a:avLst>
            <a:gd name="adj1" fmla="val 2400000"/>
            <a:gd name="adj2" fmla="val 8400000"/>
          </a:avLst>
        </a:prstGeom>
        <a:noFill/>
        <a:ln w="12700" cap="flat" cmpd="sng" algn="ctr">
          <a:solidFill>
            <a:schemeClr val="dk2">
              <a:shade val="6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0A03AFF5-BB57-4C1B-AB0B-B98327F9B51C}">
      <dsp:nvSpPr>
        <dsp:cNvPr id="0" name=""/>
        <dsp:cNvSpPr/>
      </dsp:nvSpPr>
      <dsp:spPr>
        <a:xfrm>
          <a:off x="4532734" y="331111"/>
          <a:ext cx="3671217" cy="1174789"/>
        </a:xfrm>
        <a:prstGeom prst="rect">
          <a:avLst/>
        </a:prstGeom>
        <a:noFill/>
        <a:ln w="12700" cap="flat" cmpd="sng" algn="ctr">
          <a:noFill/>
          <a:prstDash val="solid"/>
          <a:miter lim="800000"/>
        </a:ln>
        <a:effectLst/>
        <a:sp3d/>
      </dsp:spPr>
      <dsp:style>
        <a:lnRef idx="2">
          <a:scrgbClr r="0" g="0" b="0"/>
        </a:lnRef>
        <a:fillRef idx="1">
          <a:scrgbClr r="0" g="0" b="0"/>
        </a:fillRef>
        <a:effectRef idx="0">
          <a:scrgbClr r="0" g="0" b="0"/>
        </a:effectRef>
        <a:fontRef idx="minor"/>
      </dsp:style>
      <dsp:txBody>
        <a:bodyPr spcFirstLastPara="0" vert="horz" wrap="square" lIns="13970" tIns="13970" rIns="13970" bIns="13970" numCol="1" spcCol="1270" anchor="ctr" anchorCtr="0">
          <a:noAutofit/>
        </a:bodyPr>
        <a:lstStyle/>
        <a:p>
          <a:pPr marL="0" lvl="0" indent="0" algn="ctr" defTabSz="977900">
            <a:lnSpc>
              <a:spcPct val="90000"/>
            </a:lnSpc>
            <a:spcBef>
              <a:spcPct val="0"/>
            </a:spcBef>
            <a:spcAft>
              <a:spcPct val="35000"/>
            </a:spcAft>
            <a:buNone/>
            <a:defRPr b="1"/>
          </a:pPr>
          <a:r>
            <a:rPr lang="en-US" sz="2200" kern="1200"/>
            <a:t>There are two types of repositories:</a:t>
          </a:r>
        </a:p>
      </dsp:txBody>
      <dsp:txXfrm>
        <a:off x="4532734" y="331111"/>
        <a:ext cx="3671217" cy="1174789"/>
      </dsp:txXfrm>
    </dsp:sp>
    <dsp:sp modelId="{21C31CF0-92AF-4AB5-9048-1A5CFB2CAB48}">
      <dsp:nvSpPr>
        <dsp:cNvPr id="0" name=""/>
        <dsp:cNvSpPr/>
      </dsp:nvSpPr>
      <dsp:spPr>
        <a:xfrm>
          <a:off x="3229452" y="2607266"/>
          <a:ext cx="1835608" cy="1835608"/>
        </a:xfrm>
        <a:prstGeom prst="arc">
          <a:avLst>
            <a:gd name="adj1" fmla="val 13200000"/>
            <a:gd name="adj2" fmla="val 19200000"/>
          </a:avLst>
        </a:prstGeom>
        <a:noFill/>
        <a:ln w="12700" cap="flat" cmpd="sng" algn="ctr">
          <a:solidFill>
            <a:schemeClr val="dk2">
              <a:shade val="6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E12ADB56-5CCA-4983-B780-8D5C61459D47}">
      <dsp:nvSpPr>
        <dsp:cNvPr id="0" name=""/>
        <dsp:cNvSpPr/>
      </dsp:nvSpPr>
      <dsp:spPr>
        <a:xfrm>
          <a:off x="3229452" y="2607266"/>
          <a:ext cx="1835608" cy="1835608"/>
        </a:xfrm>
        <a:prstGeom prst="arc">
          <a:avLst>
            <a:gd name="adj1" fmla="val 2400000"/>
            <a:gd name="adj2" fmla="val 8400000"/>
          </a:avLst>
        </a:prstGeom>
        <a:noFill/>
        <a:ln w="12700" cap="flat" cmpd="sng" algn="ctr">
          <a:solidFill>
            <a:schemeClr val="dk2">
              <a:shade val="6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7C2C3A74-EFC4-40A9-AA59-8CDE67A4C79C}">
      <dsp:nvSpPr>
        <dsp:cNvPr id="0" name=""/>
        <dsp:cNvSpPr/>
      </dsp:nvSpPr>
      <dsp:spPr>
        <a:xfrm>
          <a:off x="2311647" y="2937675"/>
          <a:ext cx="3671217" cy="1174789"/>
        </a:xfrm>
        <a:prstGeom prst="rect">
          <a:avLst/>
        </a:prstGeom>
        <a:noFill/>
        <a:ln w="12700" cap="flat" cmpd="sng" algn="ctr">
          <a:noFill/>
          <a:prstDash val="solid"/>
          <a:miter lim="800000"/>
        </a:ln>
        <a:effectLst/>
        <a:sp3d/>
      </dsp:spPr>
      <dsp:style>
        <a:lnRef idx="2">
          <a:scrgbClr r="0" g="0" b="0"/>
        </a:lnRef>
        <a:fillRef idx="1">
          <a:scrgbClr r="0" g="0" b="0"/>
        </a:fillRef>
        <a:effectRef idx="0">
          <a:scrgbClr r="0" g="0" b="0"/>
        </a:effectRef>
        <a:fontRef idx="minor"/>
      </dsp:style>
      <dsp:txBody>
        <a:bodyPr spcFirstLastPara="0" vert="horz" wrap="square" lIns="13970" tIns="13970" rIns="13970" bIns="13970" numCol="1" spcCol="1270" anchor="ctr" anchorCtr="0">
          <a:noAutofit/>
        </a:bodyPr>
        <a:lstStyle/>
        <a:p>
          <a:pPr marL="0" lvl="0" indent="0" algn="ctr" defTabSz="977900">
            <a:lnSpc>
              <a:spcPct val="90000"/>
            </a:lnSpc>
            <a:spcBef>
              <a:spcPct val="0"/>
            </a:spcBef>
            <a:spcAft>
              <a:spcPct val="35000"/>
            </a:spcAft>
            <a:buNone/>
          </a:pPr>
          <a:r>
            <a:rPr lang="en-US" sz="2200" b="1" kern="1200"/>
            <a:t>Local Repository</a:t>
          </a:r>
          <a:r>
            <a:rPr lang="en-US" sz="2200" kern="1200"/>
            <a:t>: it is installed on your local computer</a:t>
          </a:r>
        </a:p>
      </dsp:txBody>
      <dsp:txXfrm>
        <a:off x="2311647" y="2937675"/>
        <a:ext cx="3671217" cy="1174789"/>
      </dsp:txXfrm>
    </dsp:sp>
    <dsp:sp modelId="{C8E5EF51-09EC-43F6-9A10-284CF2B9ABA8}">
      <dsp:nvSpPr>
        <dsp:cNvPr id="0" name=""/>
        <dsp:cNvSpPr/>
      </dsp:nvSpPr>
      <dsp:spPr>
        <a:xfrm>
          <a:off x="7671625" y="2607266"/>
          <a:ext cx="1835608" cy="1835608"/>
        </a:xfrm>
        <a:prstGeom prst="arc">
          <a:avLst>
            <a:gd name="adj1" fmla="val 13200000"/>
            <a:gd name="adj2" fmla="val 19200000"/>
          </a:avLst>
        </a:prstGeom>
        <a:noFill/>
        <a:ln w="12700" cap="flat" cmpd="sng" algn="ctr">
          <a:solidFill>
            <a:schemeClr val="dk2">
              <a:shade val="6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5D0AF14D-1203-4CCE-BC70-88496CE749B0}">
      <dsp:nvSpPr>
        <dsp:cNvPr id="0" name=""/>
        <dsp:cNvSpPr/>
      </dsp:nvSpPr>
      <dsp:spPr>
        <a:xfrm>
          <a:off x="7671625" y="2607266"/>
          <a:ext cx="1835608" cy="1835608"/>
        </a:xfrm>
        <a:prstGeom prst="arc">
          <a:avLst>
            <a:gd name="adj1" fmla="val 2400000"/>
            <a:gd name="adj2" fmla="val 8400000"/>
          </a:avLst>
        </a:prstGeom>
        <a:noFill/>
        <a:ln w="12700" cap="flat" cmpd="sng" algn="ctr">
          <a:solidFill>
            <a:schemeClr val="dk2">
              <a:shade val="6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F334AD20-7F94-42AE-8134-9DD6B6DCBC4D}">
      <dsp:nvSpPr>
        <dsp:cNvPr id="0" name=""/>
        <dsp:cNvSpPr/>
      </dsp:nvSpPr>
      <dsp:spPr>
        <a:xfrm>
          <a:off x="6753821" y="2937675"/>
          <a:ext cx="3671217" cy="1174789"/>
        </a:xfrm>
        <a:prstGeom prst="rect">
          <a:avLst/>
        </a:prstGeom>
        <a:noFill/>
        <a:ln w="12700" cap="flat" cmpd="sng" algn="ctr">
          <a:noFill/>
          <a:prstDash val="solid"/>
          <a:miter lim="800000"/>
        </a:ln>
        <a:effectLst/>
        <a:sp3d/>
      </dsp:spPr>
      <dsp:style>
        <a:lnRef idx="2">
          <a:scrgbClr r="0" g="0" b="0"/>
        </a:lnRef>
        <a:fillRef idx="1">
          <a:scrgbClr r="0" g="0" b="0"/>
        </a:fillRef>
        <a:effectRef idx="0">
          <a:scrgbClr r="0" g="0" b="0"/>
        </a:effectRef>
        <a:fontRef idx="minor"/>
      </dsp:style>
      <dsp:txBody>
        <a:bodyPr spcFirstLastPara="0" vert="horz" wrap="square" lIns="13970" tIns="13970" rIns="13970" bIns="13970" numCol="1" spcCol="1270" anchor="ctr" anchorCtr="0">
          <a:noAutofit/>
        </a:bodyPr>
        <a:lstStyle/>
        <a:p>
          <a:pPr marL="0" lvl="0" indent="0" algn="ctr" defTabSz="977900">
            <a:lnSpc>
              <a:spcPct val="90000"/>
            </a:lnSpc>
            <a:spcBef>
              <a:spcPct val="0"/>
            </a:spcBef>
            <a:spcAft>
              <a:spcPct val="35000"/>
            </a:spcAft>
            <a:buNone/>
          </a:pPr>
          <a:r>
            <a:rPr lang="en-US" sz="2200" b="1" kern="1200"/>
            <a:t>Remote Repository</a:t>
          </a:r>
          <a:r>
            <a:rPr lang="en-US" sz="2200" kern="1200"/>
            <a:t>: it is usually created under a web platform such as GitHub on the Internet.</a:t>
          </a:r>
        </a:p>
      </dsp:txBody>
      <dsp:txXfrm>
        <a:off x="6753821" y="2937675"/>
        <a:ext cx="3671217" cy="1174789"/>
      </dsp:txXfrm>
    </dsp:sp>
  </dsp:spTree>
</dsp:drawing>
</file>

<file path=ppt/diagrams/drawing7.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4CBA7F4B-4886-49DE-84B1-0C8F6B8D7320}">
      <dsp:nvSpPr>
        <dsp:cNvPr id="0" name=""/>
        <dsp:cNvSpPr/>
      </dsp:nvSpPr>
      <dsp:spPr>
        <a:xfrm>
          <a:off x="2445461" y="595685"/>
          <a:ext cx="960906" cy="1037405"/>
        </a:xfrm>
        <a:prstGeom prst="rect">
          <a:avLst/>
        </a:prstGeom>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12700" cap="flat" cmpd="sng" algn="ctr">
          <a:solidFill>
            <a:schemeClr val="lt2">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66F3DD0A-F74B-40F5-A54F-B5081622FA5C}">
      <dsp:nvSpPr>
        <dsp:cNvPr id="0" name=""/>
        <dsp:cNvSpPr/>
      </dsp:nvSpPr>
      <dsp:spPr>
        <a:xfrm>
          <a:off x="765914" y="2382119"/>
          <a:ext cx="4320000" cy="12150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1244600">
            <a:lnSpc>
              <a:spcPct val="100000"/>
            </a:lnSpc>
            <a:spcBef>
              <a:spcPct val="0"/>
            </a:spcBef>
            <a:spcAft>
              <a:spcPct val="35000"/>
            </a:spcAft>
            <a:buNone/>
          </a:pPr>
          <a:r>
            <a:rPr lang="en-US" sz="2800" b="1" kern="1200" dirty="0">
              <a:latin typeface="Abadi" panose="020B0604020104020204" pitchFamily="34" charset="0"/>
            </a:rPr>
            <a:t>Commit</a:t>
          </a:r>
          <a:r>
            <a:rPr lang="en-US" sz="2800" kern="1200" dirty="0">
              <a:latin typeface="Abadi" panose="020B0604020104020204" pitchFamily="34" charset="0"/>
            </a:rPr>
            <a:t> creates a snapshot to record the status of coding in a repository.</a:t>
          </a:r>
        </a:p>
      </dsp:txBody>
      <dsp:txXfrm>
        <a:off x="765914" y="2382119"/>
        <a:ext cx="4320000" cy="1215000"/>
      </dsp:txXfrm>
    </dsp:sp>
    <dsp:sp modelId="{B3A8C567-FA93-45BE-9D7A-79ED32109A8B}">
      <dsp:nvSpPr>
        <dsp:cNvPr id="0" name=""/>
        <dsp:cNvSpPr/>
      </dsp:nvSpPr>
      <dsp:spPr>
        <a:xfrm>
          <a:off x="7363874" y="344566"/>
          <a:ext cx="1276080" cy="1517991"/>
        </a:xfrm>
        <a:prstGeom prst="rect">
          <a:avLst/>
        </a:prstGeom>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w="12700" cap="flat" cmpd="sng" algn="ctr">
          <a:solidFill>
            <a:schemeClr val="lt2">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B143E7FC-51BE-4758-BE40-5B5913DE408E}">
      <dsp:nvSpPr>
        <dsp:cNvPr id="0" name=""/>
        <dsp:cNvSpPr/>
      </dsp:nvSpPr>
      <dsp:spPr>
        <a:xfrm>
          <a:off x="5749552" y="2362354"/>
          <a:ext cx="4320000" cy="12150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1244600">
            <a:lnSpc>
              <a:spcPct val="100000"/>
            </a:lnSpc>
            <a:spcBef>
              <a:spcPct val="0"/>
            </a:spcBef>
            <a:spcAft>
              <a:spcPct val="35000"/>
            </a:spcAft>
            <a:buNone/>
          </a:pPr>
          <a:r>
            <a:rPr lang="en-US" sz="2800" kern="1200" dirty="0">
              <a:latin typeface="Abadi" panose="020B0604020104020204" pitchFamily="34" charset="0"/>
            </a:rPr>
            <a:t>Only committed files are recorded in the Git log system.</a:t>
          </a:r>
        </a:p>
      </dsp:txBody>
      <dsp:txXfrm>
        <a:off x="5749552" y="2362354"/>
        <a:ext cx="4320000" cy="1215000"/>
      </dsp:txXfrm>
    </dsp:sp>
  </dsp:spTree>
</dsp:drawing>
</file>

<file path=ppt/diagrams/drawing8.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5BDCEC4C-AB27-4BEA-8C44-972FF04B9E2E}">
      <dsp:nvSpPr>
        <dsp:cNvPr id="0" name=""/>
        <dsp:cNvSpPr/>
      </dsp:nvSpPr>
      <dsp:spPr>
        <a:xfrm>
          <a:off x="1283" y="507953"/>
          <a:ext cx="4505585" cy="2861046"/>
        </a:xfrm>
        <a:prstGeom prst="roundRect">
          <a:avLst>
            <a:gd name="adj" fmla="val 10000"/>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7CFF7B62-93B8-44EA-B52A-860F60E30D18}">
      <dsp:nvSpPr>
        <dsp:cNvPr id="0" name=""/>
        <dsp:cNvSpPr/>
      </dsp:nvSpPr>
      <dsp:spPr>
        <a:xfrm>
          <a:off x="501904" y="983543"/>
          <a:ext cx="4505585" cy="2861046"/>
        </a:xfrm>
        <a:prstGeom prst="roundRect">
          <a:avLst>
            <a:gd name="adj" fmla="val 10000"/>
          </a:avLst>
        </a:prstGeom>
        <a:solidFill>
          <a:schemeClr val="lt1">
            <a:alpha val="90000"/>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137160" tIns="137160" rIns="137160" bIns="137160" numCol="1" spcCol="1270" anchor="ctr" anchorCtr="0">
          <a:noAutofit/>
        </a:bodyPr>
        <a:lstStyle/>
        <a:p>
          <a:pPr marL="0" lvl="0" indent="0" algn="ctr" defTabSz="1600200">
            <a:lnSpc>
              <a:spcPct val="90000"/>
            </a:lnSpc>
            <a:spcBef>
              <a:spcPct val="0"/>
            </a:spcBef>
            <a:spcAft>
              <a:spcPct val="35000"/>
            </a:spcAft>
            <a:buNone/>
          </a:pPr>
          <a:r>
            <a:rPr lang="en-IN" sz="3600" kern="1200" dirty="0">
              <a:latin typeface="Abadi" panose="020B0604020104020204" pitchFamily="34" charset="0"/>
            </a:rPr>
            <a:t>Committed files are stored in a Local or Remote Repository.</a:t>
          </a:r>
          <a:endParaRPr lang="en-US" sz="3600" kern="1200" dirty="0">
            <a:latin typeface="Abadi" panose="020B0604020104020204" pitchFamily="34" charset="0"/>
          </a:endParaRPr>
        </a:p>
      </dsp:txBody>
      <dsp:txXfrm>
        <a:off x="585701" y="1067340"/>
        <a:ext cx="4337991" cy="2693452"/>
      </dsp:txXfrm>
    </dsp:sp>
    <dsp:sp modelId="{008202DC-1DC8-4A84-9B84-A73239452AF4}">
      <dsp:nvSpPr>
        <dsp:cNvPr id="0" name=""/>
        <dsp:cNvSpPr/>
      </dsp:nvSpPr>
      <dsp:spPr>
        <a:xfrm>
          <a:off x="5508110" y="507953"/>
          <a:ext cx="4505585" cy="2861046"/>
        </a:xfrm>
        <a:prstGeom prst="roundRect">
          <a:avLst>
            <a:gd name="adj" fmla="val 10000"/>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2FB8F5AE-7E2B-4ACE-844F-D1C30D5248EA}">
      <dsp:nvSpPr>
        <dsp:cNvPr id="0" name=""/>
        <dsp:cNvSpPr/>
      </dsp:nvSpPr>
      <dsp:spPr>
        <a:xfrm>
          <a:off x="6008730" y="983543"/>
          <a:ext cx="4505585" cy="2861046"/>
        </a:xfrm>
        <a:prstGeom prst="roundRect">
          <a:avLst>
            <a:gd name="adj" fmla="val 10000"/>
          </a:avLst>
        </a:prstGeom>
        <a:solidFill>
          <a:schemeClr val="lt1">
            <a:alpha val="90000"/>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137160" tIns="137160" rIns="137160" bIns="137160" numCol="1" spcCol="1270" anchor="ctr" anchorCtr="0">
          <a:noAutofit/>
        </a:bodyPr>
        <a:lstStyle/>
        <a:p>
          <a:pPr marL="0" lvl="0" indent="0" algn="ctr" defTabSz="1600200">
            <a:lnSpc>
              <a:spcPct val="90000"/>
            </a:lnSpc>
            <a:spcBef>
              <a:spcPct val="0"/>
            </a:spcBef>
            <a:spcAft>
              <a:spcPct val="35000"/>
            </a:spcAft>
            <a:buNone/>
          </a:pPr>
          <a:r>
            <a:rPr lang="en-IN" sz="3600" kern="1200">
              <a:latin typeface="Abadi" panose="020B0604020104020204" pitchFamily="34" charset="0"/>
            </a:rPr>
            <a:t>Through the Remote Repository, you can share your work and collaborate with others.</a:t>
          </a:r>
          <a:endParaRPr lang="en-US" sz="3600" kern="1200">
            <a:latin typeface="Abadi" panose="020B0604020104020204" pitchFamily="34" charset="0"/>
          </a:endParaRPr>
        </a:p>
      </dsp:txBody>
      <dsp:txXfrm>
        <a:off x="6092527" y="1067340"/>
        <a:ext cx="4337991" cy="2693452"/>
      </dsp:txXfrm>
    </dsp:sp>
  </dsp:spTree>
</dsp:drawing>
</file>

<file path=ppt/diagrams/layout1.xml><?xml version="1.0" encoding="utf-8"?>
<dgm:layoutDef xmlns:dgm="http://schemas.openxmlformats.org/drawingml/2006/diagram" xmlns:a="http://schemas.openxmlformats.org/drawingml/2006/main" uniqueId="urn:microsoft.com/office/officeart/2008/layout/LinedList">
  <dgm:title val=""/>
  <dgm:desc val=""/>
  <dgm:catLst>
    <dgm:cat type="hierarchy" pri="8000"/>
    <dgm:cat type="list" pri="2500"/>
  </dgm:catLst>
  <dgm:sampData>
    <dgm:dataModel>
      <dgm:ptLst>
        <dgm:pt modelId="0" type="doc"/>
        <dgm:pt modelId="1">
          <dgm:prSet phldr="1"/>
        </dgm:pt>
        <dgm:pt modelId="11">
          <dgm:prSet phldr="1"/>
        </dgm:pt>
        <dgm:pt modelId="12">
          <dgm:prSet phldr="1"/>
        </dgm:pt>
        <dgm:pt modelId="13">
          <dgm:prSet phldr="1"/>
        </dgm:pt>
      </dgm:ptLst>
      <dgm:cxnLst>
        <dgm:cxn modelId="2" srcId="0" destId="1" srcOrd="0" destOrd="0"/>
        <dgm:cxn modelId="3" srcId="1" destId="11" srcOrd="0" destOrd="0"/>
        <dgm:cxn modelId="4" srcId="1" destId="12" srcOrd="1" destOrd="0"/>
        <dgm:cxn modelId="5" srcId="1" destId="13" srcOrd="2" destOrd="0"/>
      </dgm:cxnLst>
      <dgm:bg/>
      <dgm:whole/>
    </dgm:dataModel>
  </dgm:sampData>
  <dgm:styleData>
    <dgm:dataModel>
      <dgm:ptLst>
        <dgm:pt modelId="0" type="doc"/>
        <dgm:pt modelId="1">
          <dgm:prSet phldr="1"/>
        </dgm:pt>
        <dgm:pt modelId="11">
          <dgm:prSet phldr="1"/>
        </dgm:pt>
        <dgm:pt modelId="12">
          <dgm:prSet phldr="1"/>
        </dgm:pt>
      </dgm:ptLst>
      <dgm:cxnLst>
        <dgm:cxn modelId="2" srcId="0" destId="1" srcOrd="0" destOrd="0"/>
        <dgm:cxn modelId="3" srcId="1" destId="11" srcOrd="0" destOrd="0"/>
        <dgm:cxn modelId="4" srcId="1" destId="12" srcOrd="1" destOrd="0"/>
      </dgm:cxnLst>
      <dgm:bg/>
      <dgm:whole/>
    </dgm:dataModel>
  </dgm:styleData>
  <dgm:clrData>
    <dgm:dataModel>
      <dgm:ptLst>
        <dgm:pt modelId="0" type="doc"/>
        <dgm:pt modelId="1">
          <dgm:prSet phldr="1"/>
        </dgm:pt>
        <dgm:pt modelId="11">
          <dgm:prSet phldr="1"/>
        </dgm:pt>
        <dgm:pt modelId="12">
          <dgm:prSet phldr="1"/>
        </dgm:pt>
      </dgm:ptLst>
      <dgm:cxnLst>
        <dgm:cxn modelId="2" srcId="0" destId="1" srcOrd="0" destOrd="0"/>
        <dgm:cxn modelId="3" srcId="1" destId="11" srcOrd="0" destOrd="0"/>
        <dgm:cxn modelId="4" srcId="1" destId="12" srcOrd="1" destOrd="0"/>
      </dgm:cxnLst>
      <dgm:bg/>
      <dgm:whole/>
    </dgm:dataModel>
  </dgm:clrData>
  <dgm:layoutNode name="vert0">
    <dgm:varLst>
      <dgm:dir/>
      <dgm:animOne val="branch"/>
      <dgm:animLvl val="lvl"/>
    </dgm:varLst>
    <dgm:choose name="Name0">
      <dgm:if name="Name1"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onstrLst>
      <dgm:constr type="w" for="ch" forName="horz1" refType="w"/>
      <dgm:constr type="h" for="ch" forName="horz1" refType="h"/>
      <dgm:constr type="h" for="des" forName="vert1" refType="h"/>
      <dgm:constr type="h" for="des" forName="tx1" refType="h"/>
      <dgm:constr type="h" for="des" forName="horz2" refType="h"/>
      <dgm:constr type="h" for="des" forName="vert2" refType="h"/>
      <dgm:constr type="h" for="des" forName="horz3" refType="h"/>
      <dgm:constr type="h" for="des" forName="vert3" refType="h"/>
      <dgm:constr type="h" for="des" forName="horz4" refType="h"/>
      <dgm:constr type="h" for="des" ptType="node" refType="h"/>
      <dgm:constr type="primFontSz" for="des" forName="tx1" op="equ" val="65"/>
      <dgm:constr type="primFontSz" for="des" forName="tx2" op="equ" val="65"/>
      <dgm:constr type="primFontSz" for="des" forName="tx3" op="equ" val="65"/>
      <dgm:constr type="primFontSz" for="des" forName="tx4" op="equ" val="65"/>
      <dgm:constr type="w" for="des" forName="thickLine" refType="w"/>
      <dgm:constr type="h" for="des" forName="thickLine"/>
      <dgm:constr type="h" for="des" forName="thinLine1"/>
      <dgm:constr type="h" for="des" forName="thinLine2b"/>
      <dgm:constr type="h" for="des" forName="thinLine3"/>
      <dgm:constr type="h" for="des" forName="vertSpace2a" refType="h" fact="0.05"/>
      <dgm:constr type="h" for="des" forName="vertSpace2b" refType="h" refFor="des" refForName="vertSpace2a"/>
    </dgm:constrLst>
    <dgm:forEach name="Name3" axis="ch" ptType="node">
      <dgm:layoutNode name="thickLine" styleLbl="alignNode1">
        <dgm:alg type="sp"/>
        <dgm:shape xmlns:r="http://schemas.openxmlformats.org/officeDocument/2006/relationships" type="line" r:blip="">
          <dgm:adjLst/>
        </dgm:shape>
        <dgm:presOf/>
      </dgm:layoutNode>
      <dgm:layoutNode name="horz1">
        <dgm:choose name="Name4">
          <dgm:if name="Name5" func="var" arg="dir" op="equ" val="norm">
            <dgm:alg type="lin">
              <dgm:param type="linDir" val="fromL"/>
              <dgm:param type="nodeVertAlign" val="t"/>
            </dgm:alg>
          </dgm:if>
          <dgm:else name="Name6">
            <dgm:alg type="lin">
              <dgm:param type="linDir" val="fromR"/>
              <dgm:param type="nodeVertAlign" val="t"/>
            </dgm:alg>
          </dgm:else>
        </dgm:choose>
        <dgm:shape xmlns:r="http://schemas.openxmlformats.org/officeDocument/2006/relationships" r:blip="">
          <dgm:adjLst/>
        </dgm:shape>
        <dgm:presOf/>
        <dgm:choose name="Name7">
          <dgm:if name="Name8" axis="root des" func="maxDepth" op="equ" val="1">
            <dgm:constrLst>
              <dgm:constr type="w" for="ch" forName="tx1" refType="w"/>
            </dgm:constrLst>
          </dgm:if>
          <dgm:if name="Name9" axis="root des" func="maxDepth" op="equ" val="2">
            <dgm:constrLst>
              <dgm:constr type="w" for="ch" forName="tx1" refType="w" fact="0.2"/>
              <dgm:constr type="w" for="des" forName="tx2" refType="w" fact="0.785"/>
              <dgm:constr type="w" for="des" forName="horzSpace2" refType="w" fact="0.015"/>
              <dgm:constr type="w" for="des" forName="thinLine2b" refType="w" fact="0.8"/>
            </dgm:constrLst>
          </dgm:if>
          <dgm:if name="Name10" axis="root des" func="maxDepth" op="equ" val="3">
            <dgm:constrLst>
              <dgm:constr type="w" for="ch" forName="tx1" refType="w" fact="0.2"/>
              <dgm:constr type="w" for="des" forName="tx2" refType="w" fact="0.385"/>
              <dgm:constr type="w" for="des" forName="tx3" refType="w" fact="0.385"/>
              <dgm:constr type="w" for="des" forName="horzSpace2" refType="w" fact="0.015"/>
              <dgm:constr type="w" for="des" forName="horzSpace3" refType="w" fact="0.015"/>
              <dgm:constr type="w" for="des" forName="thinLine2b" refType="w" fact="0.8"/>
              <dgm:constr type="w" for="des" forName="thinLine3" refType="w" fact="0.385"/>
            </dgm:constrLst>
          </dgm:if>
          <dgm:if name="Name11" axis="root des" func="maxDepth" op="gte" val="4">
            <dgm:constrLst>
              <dgm:constr type="w" for="ch" forName="tx1" refType="w" fact="0.2"/>
              <dgm:constr type="w" for="des" forName="tx2" refType="w" fact="0.2516"/>
              <dgm:constr type="w" for="des" forName="tx3" refType="w" fact="0.2516"/>
              <dgm:constr type="w" for="des" forName="tx4" refType="w" fact="0.2516"/>
              <dgm:constr type="w" for="des" forName="horzSpace2" refType="w" fact="0.015"/>
              <dgm:constr type="w" for="des" forName="horzSpace3" refType="w" fact="0.015"/>
              <dgm:constr type="w" for="des" forName="horzSpace4" refType="w" fact="0.015"/>
              <dgm:constr type="w" for="des" forName="thinLine2b" refType="w" fact="0.8"/>
              <dgm:constr type="w" for="des" forName="thinLine3" refType="w" fact="0.5332"/>
            </dgm:constrLst>
          </dgm:if>
          <dgm:else name="Name12"/>
        </dgm:choose>
        <dgm:layoutNode name="tx1"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1">
          <dgm:choose name="Name13">
            <dgm:if name="Name14" func="var" arg="dir" op="equ" val="norm">
              <dgm:alg type="lin">
                <dgm:param type="linDir" val="fromT"/>
                <dgm:param type="nodeHorzAlign" val="l"/>
              </dgm:alg>
            </dgm:if>
            <dgm:else name="Name15">
              <dgm:alg type="lin">
                <dgm:param type="linDir" val="fromT"/>
                <dgm:param type="nodeHorzAlign" val="r"/>
              </dgm:alg>
            </dgm:else>
          </dgm:choose>
          <dgm:shape xmlns:r="http://schemas.openxmlformats.org/officeDocument/2006/relationships" r:blip="">
            <dgm:adjLst/>
          </dgm:shape>
          <dgm:presOf/>
          <dgm:forEach name="Name16" axis="ch" ptType="node">
            <dgm:choose name="Name17">
              <dgm:if name="Name18" axis="self" ptType="node" func="pos" op="equ" val="1">
                <dgm:layoutNode name="vertSpace2a">
                  <dgm:alg type="sp"/>
                  <dgm:shape xmlns:r="http://schemas.openxmlformats.org/officeDocument/2006/relationships" r:blip="">
                    <dgm:adjLst/>
                  </dgm:shape>
                  <dgm:presOf/>
                </dgm:layoutNode>
              </dgm:if>
              <dgm:else name="Name19"/>
            </dgm:choose>
            <dgm:layoutNode name="horz2">
              <dgm:choose name="Name20">
                <dgm:if name="Name21" func="var" arg="dir" op="equ" val="norm">
                  <dgm:alg type="lin">
                    <dgm:param type="linDir" val="fromL"/>
                    <dgm:param type="nodeVertAlign" val="t"/>
                  </dgm:alg>
                </dgm:if>
                <dgm:else name="Name22">
                  <dgm:alg type="lin">
                    <dgm:param type="linDir" val="fromR"/>
                    <dgm:param type="nodeVertAlign" val="t"/>
                  </dgm:alg>
                </dgm:else>
              </dgm:choose>
              <dgm:shape xmlns:r="http://schemas.openxmlformats.org/officeDocument/2006/relationships" r:blip="">
                <dgm:adjLst/>
              </dgm:shape>
              <dgm:presOf/>
              <dgm:layoutNode name="horzSpace2">
                <dgm:alg type="sp"/>
                <dgm:shape xmlns:r="http://schemas.openxmlformats.org/officeDocument/2006/relationships" r:blip="">
                  <dgm:adjLst/>
                </dgm:shape>
                <dgm:presOf/>
              </dgm:layoutNode>
              <dgm:layoutNode name="tx2"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2">
                <dgm:choose name="Name23">
                  <dgm:if name="Name24" func="var" arg="dir" op="equ" val="norm">
                    <dgm:alg type="lin">
                      <dgm:param type="linDir" val="fromT"/>
                      <dgm:param type="nodeHorzAlign" val="l"/>
                    </dgm:alg>
                  </dgm:if>
                  <dgm:else name="Name25">
                    <dgm:alg type="lin">
                      <dgm:param type="linDir" val="fromT"/>
                      <dgm:param type="nodeHorzAlign" val="r"/>
                    </dgm:alg>
                  </dgm:else>
                </dgm:choose>
                <dgm:shape xmlns:r="http://schemas.openxmlformats.org/officeDocument/2006/relationships" r:blip="">
                  <dgm:adjLst/>
                </dgm:shape>
                <dgm:presOf/>
                <dgm:forEach name="Name26" axis="ch" ptType="node">
                  <dgm:layoutNode name="horz3">
                    <dgm:choose name="Name27">
                      <dgm:if name="Name28" func="var" arg="dir" op="equ" val="norm">
                        <dgm:alg type="lin">
                          <dgm:param type="linDir" val="fromL"/>
                          <dgm:param type="nodeVertAlign" val="t"/>
                        </dgm:alg>
                      </dgm:if>
                      <dgm:else name="Name29">
                        <dgm:alg type="lin">
                          <dgm:param type="linDir" val="fromR"/>
                          <dgm:param type="nodeVertAlign" val="t"/>
                        </dgm:alg>
                      </dgm:else>
                    </dgm:choose>
                    <dgm:shape xmlns:r="http://schemas.openxmlformats.org/officeDocument/2006/relationships" r:blip="">
                      <dgm:adjLst/>
                    </dgm:shape>
                    <dgm:presOf/>
                    <dgm:layoutNode name="horzSpace3">
                      <dgm:alg type="sp"/>
                      <dgm:shape xmlns:r="http://schemas.openxmlformats.org/officeDocument/2006/relationships" r:blip="">
                        <dgm:adjLst/>
                      </dgm:shape>
                      <dgm:presOf/>
                    </dgm:layoutNode>
                    <dgm:layoutNode name="tx3"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3">
                      <dgm:choose name="Name30">
                        <dgm:if name="Name31" func="var" arg="dir" op="equ" val="norm">
                          <dgm:alg type="lin">
                            <dgm:param type="linDir" val="fromT"/>
                            <dgm:param type="nodeHorzAlign" val="l"/>
                          </dgm:alg>
                        </dgm:if>
                        <dgm:else name="Name32">
                          <dgm:alg type="lin">
                            <dgm:param type="linDir" val="fromT"/>
                            <dgm:param type="nodeHorzAlign" val="r"/>
                          </dgm:alg>
                        </dgm:else>
                      </dgm:choose>
                      <dgm:shape xmlns:r="http://schemas.openxmlformats.org/officeDocument/2006/relationships" r:blip="">
                        <dgm:adjLst/>
                      </dgm:shape>
                      <dgm:presOf/>
                      <dgm:forEach name="Name33" axis="ch" ptType="node">
                        <dgm:layoutNode name="horz4">
                          <dgm:choose name="Name34">
                            <dgm:if name="Name35" func="var" arg="dir" op="equ" val="norm">
                              <dgm:alg type="lin">
                                <dgm:param type="linDir" val="fromL"/>
                                <dgm:param type="nodeVertAlign" val="t"/>
                              </dgm:alg>
                            </dgm:if>
                            <dgm:else name="Name36">
                              <dgm:alg type="lin">
                                <dgm:param type="linDir" val="fromR"/>
                                <dgm:param type="nodeVertAlign" val="t"/>
                              </dgm:alg>
                            </dgm:else>
                          </dgm:choose>
                          <dgm:shape xmlns:r="http://schemas.openxmlformats.org/officeDocument/2006/relationships" r:blip="">
                            <dgm:adjLst/>
                          </dgm:shape>
                          <dgm:presOf/>
                          <dgm:layoutNode name="horzSpace4">
                            <dgm:alg type="sp"/>
                            <dgm:shape xmlns:r="http://schemas.openxmlformats.org/officeDocument/2006/relationships" r:blip="">
                              <dgm:adjLst/>
                            </dgm:shape>
                            <dgm:presOf/>
                          </dgm:layoutNode>
                          <dgm:layoutNode name="tx4" styleLbl="revTx">
                            <dgm:varLst>
                              <dgm:bulletEnabled val="1"/>
                            </dgm:varLst>
                            <dgm:alg type="tx">
                              <dgm:param type="parTxLTRAlign" val="l"/>
                              <dgm:param type="parTxRTLAlign" val="r"/>
                              <dgm:param type="txAnchorVert" val="t"/>
                            </dgm:alg>
                            <dgm:shape xmlns:r="http://schemas.openxmlformats.org/officeDocument/2006/relationships" type="rect" r:blip="">
                              <dgm:adjLst/>
                            </dgm:shape>
                            <dgm:presOf axis="desOrSelf" ptType="node"/>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forEach>
                    </dgm:layoutNode>
                  </dgm:layoutNode>
                  <dgm:forEach name="Name37" axis="followSib" ptType="sibTrans" cnt="1">
                    <dgm:layoutNode name="thinLine3" styleLbl="callout">
                      <dgm:alg type="sp"/>
                      <dgm:shape xmlns:r="http://schemas.openxmlformats.org/officeDocument/2006/relationships" type="line" r:blip="">
                        <dgm:adjLst/>
                      </dgm:shape>
                      <dgm:presOf/>
                    </dgm:layoutNode>
                  </dgm:forEach>
                </dgm:forEach>
              </dgm:layoutNode>
            </dgm:layoutNode>
            <dgm:layoutNode name="thinLine2b" styleLbl="callout">
              <dgm:alg type="sp"/>
              <dgm:shape xmlns:r="http://schemas.openxmlformats.org/officeDocument/2006/relationships" type="line" r:blip="">
                <dgm:adjLst/>
              </dgm:shape>
              <dgm:presOf/>
            </dgm:layoutNode>
            <dgm:layoutNode name="vertSpace2b">
              <dgm:alg type="sp"/>
              <dgm:shape xmlns:r="http://schemas.openxmlformats.org/officeDocument/2006/relationships" r:blip="">
                <dgm:adjLst/>
              </dgm:shape>
              <dgm:presOf/>
            </dgm:layoutNode>
          </dgm:forEach>
        </dgm:layoutNode>
      </dgm:layoutNode>
    </dgm:forEach>
  </dgm:layoutNode>
</dgm:layoutDef>
</file>

<file path=ppt/diagrams/layout2.xml><?xml version="1.0" encoding="utf-8"?>
<dgm:layoutDef xmlns:dgm="http://schemas.openxmlformats.org/drawingml/2006/diagram" xmlns:a="http://schemas.openxmlformats.org/drawingml/2006/main" uniqueId="urn:microsoft.com/office/officeart/2008/layout/LinedList">
  <dgm:title val=""/>
  <dgm:desc val=""/>
  <dgm:catLst>
    <dgm:cat type="hierarchy" pri="8000"/>
    <dgm:cat type="list" pri="2500"/>
  </dgm:catLst>
  <dgm:sampData>
    <dgm:dataModel>
      <dgm:ptLst>
        <dgm:pt modelId="0" type="doc"/>
        <dgm:pt modelId="1">
          <dgm:prSet phldr="1"/>
        </dgm:pt>
        <dgm:pt modelId="11">
          <dgm:prSet phldr="1"/>
        </dgm:pt>
        <dgm:pt modelId="12">
          <dgm:prSet phldr="1"/>
        </dgm:pt>
        <dgm:pt modelId="13">
          <dgm:prSet phldr="1"/>
        </dgm:pt>
      </dgm:ptLst>
      <dgm:cxnLst>
        <dgm:cxn modelId="2" srcId="0" destId="1" srcOrd="0" destOrd="0"/>
        <dgm:cxn modelId="3" srcId="1" destId="11" srcOrd="0" destOrd="0"/>
        <dgm:cxn modelId="4" srcId="1" destId="12" srcOrd="1" destOrd="0"/>
        <dgm:cxn modelId="5" srcId="1" destId="13" srcOrd="2" destOrd="0"/>
      </dgm:cxnLst>
      <dgm:bg/>
      <dgm:whole/>
    </dgm:dataModel>
  </dgm:sampData>
  <dgm:styleData>
    <dgm:dataModel>
      <dgm:ptLst>
        <dgm:pt modelId="0" type="doc"/>
        <dgm:pt modelId="1">
          <dgm:prSet phldr="1"/>
        </dgm:pt>
        <dgm:pt modelId="11">
          <dgm:prSet phldr="1"/>
        </dgm:pt>
        <dgm:pt modelId="12">
          <dgm:prSet phldr="1"/>
        </dgm:pt>
      </dgm:ptLst>
      <dgm:cxnLst>
        <dgm:cxn modelId="2" srcId="0" destId="1" srcOrd="0" destOrd="0"/>
        <dgm:cxn modelId="3" srcId="1" destId="11" srcOrd="0" destOrd="0"/>
        <dgm:cxn modelId="4" srcId="1" destId="12" srcOrd="1" destOrd="0"/>
      </dgm:cxnLst>
      <dgm:bg/>
      <dgm:whole/>
    </dgm:dataModel>
  </dgm:styleData>
  <dgm:clrData>
    <dgm:dataModel>
      <dgm:ptLst>
        <dgm:pt modelId="0" type="doc"/>
        <dgm:pt modelId="1">
          <dgm:prSet phldr="1"/>
        </dgm:pt>
        <dgm:pt modelId="11">
          <dgm:prSet phldr="1"/>
        </dgm:pt>
        <dgm:pt modelId="12">
          <dgm:prSet phldr="1"/>
        </dgm:pt>
      </dgm:ptLst>
      <dgm:cxnLst>
        <dgm:cxn modelId="2" srcId="0" destId="1" srcOrd="0" destOrd="0"/>
        <dgm:cxn modelId="3" srcId="1" destId="11" srcOrd="0" destOrd="0"/>
        <dgm:cxn modelId="4" srcId="1" destId="12" srcOrd="1" destOrd="0"/>
      </dgm:cxnLst>
      <dgm:bg/>
      <dgm:whole/>
    </dgm:dataModel>
  </dgm:clrData>
  <dgm:layoutNode name="vert0">
    <dgm:varLst>
      <dgm:dir/>
      <dgm:animOne val="branch"/>
      <dgm:animLvl val="lvl"/>
    </dgm:varLst>
    <dgm:choose name="Name0">
      <dgm:if name="Name1"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onstrLst>
      <dgm:constr type="w" for="ch" forName="horz1" refType="w"/>
      <dgm:constr type="h" for="ch" forName="horz1" refType="h"/>
      <dgm:constr type="h" for="des" forName="vert1" refType="h"/>
      <dgm:constr type="h" for="des" forName="tx1" refType="h"/>
      <dgm:constr type="h" for="des" forName="horz2" refType="h"/>
      <dgm:constr type="h" for="des" forName="vert2" refType="h"/>
      <dgm:constr type="h" for="des" forName="horz3" refType="h"/>
      <dgm:constr type="h" for="des" forName="vert3" refType="h"/>
      <dgm:constr type="h" for="des" forName="horz4" refType="h"/>
      <dgm:constr type="h" for="des" ptType="node" refType="h"/>
      <dgm:constr type="primFontSz" for="des" forName="tx1" op="equ" val="65"/>
      <dgm:constr type="primFontSz" for="des" forName="tx2" op="equ" val="65"/>
      <dgm:constr type="primFontSz" for="des" forName="tx3" op="equ" val="65"/>
      <dgm:constr type="primFontSz" for="des" forName="tx4" op="equ" val="65"/>
      <dgm:constr type="w" for="des" forName="thickLine" refType="w"/>
      <dgm:constr type="h" for="des" forName="thickLine"/>
      <dgm:constr type="h" for="des" forName="thinLine1"/>
      <dgm:constr type="h" for="des" forName="thinLine2b"/>
      <dgm:constr type="h" for="des" forName="thinLine3"/>
      <dgm:constr type="h" for="des" forName="vertSpace2a" refType="h" fact="0.05"/>
      <dgm:constr type="h" for="des" forName="vertSpace2b" refType="h" refFor="des" refForName="vertSpace2a"/>
    </dgm:constrLst>
    <dgm:forEach name="Name3" axis="ch" ptType="node">
      <dgm:layoutNode name="thickLine" styleLbl="alignNode1">
        <dgm:alg type="sp"/>
        <dgm:shape xmlns:r="http://schemas.openxmlformats.org/officeDocument/2006/relationships" type="line" r:blip="">
          <dgm:adjLst/>
        </dgm:shape>
        <dgm:presOf/>
      </dgm:layoutNode>
      <dgm:layoutNode name="horz1">
        <dgm:choose name="Name4">
          <dgm:if name="Name5" func="var" arg="dir" op="equ" val="norm">
            <dgm:alg type="lin">
              <dgm:param type="linDir" val="fromL"/>
              <dgm:param type="nodeVertAlign" val="t"/>
            </dgm:alg>
          </dgm:if>
          <dgm:else name="Name6">
            <dgm:alg type="lin">
              <dgm:param type="linDir" val="fromR"/>
              <dgm:param type="nodeVertAlign" val="t"/>
            </dgm:alg>
          </dgm:else>
        </dgm:choose>
        <dgm:shape xmlns:r="http://schemas.openxmlformats.org/officeDocument/2006/relationships" r:blip="">
          <dgm:adjLst/>
        </dgm:shape>
        <dgm:presOf/>
        <dgm:choose name="Name7">
          <dgm:if name="Name8" axis="root des" func="maxDepth" op="equ" val="1">
            <dgm:constrLst>
              <dgm:constr type="w" for="ch" forName="tx1" refType="w"/>
            </dgm:constrLst>
          </dgm:if>
          <dgm:if name="Name9" axis="root des" func="maxDepth" op="equ" val="2">
            <dgm:constrLst>
              <dgm:constr type="w" for="ch" forName="tx1" refType="w" fact="0.2"/>
              <dgm:constr type="w" for="des" forName="tx2" refType="w" fact="0.785"/>
              <dgm:constr type="w" for="des" forName="horzSpace2" refType="w" fact="0.015"/>
              <dgm:constr type="w" for="des" forName="thinLine2b" refType="w" fact="0.8"/>
            </dgm:constrLst>
          </dgm:if>
          <dgm:if name="Name10" axis="root des" func="maxDepth" op="equ" val="3">
            <dgm:constrLst>
              <dgm:constr type="w" for="ch" forName="tx1" refType="w" fact="0.2"/>
              <dgm:constr type="w" for="des" forName="tx2" refType="w" fact="0.385"/>
              <dgm:constr type="w" for="des" forName="tx3" refType="w" fact="0.385"/>
              <dgm:constr type="w" for="des" forName="horzSpace2" refType="w" fact="0.015"/>
              <dgm:constr type="w" for="des" forName="horzSpace3" refType="w" fact="0.015"/>
              <dgm:constr type="w" for="des" forName="thinLine2b" refType="w" fact="0.8"/>
              <dgm:constr type="w" for="des" forName="thinLine3" refType="w" fact="0.385"/>
            </dgm:constrLst>
          </dgm:if>
          <dgm:if name="Name11" axis="root des" func="maxDepth" op="gte" val="4">
            <dgm:constrLst>
              <dgm:constr type="w" for="ch" forName="tx1" refType="w" fact="0.2"/>
              <dgm:constr type="w" for="des" forName="tx2" refType="w" fact="0.2516"/>
              <dgm:constr type="w" for="des" forName="tx3" refType="w" fact="0.2516"/>
              <dgm:constr type="w" for="des" forName="tx4" refType="w" fact="0.2516"/>
              <dgm:constr type="w" for="des" forName="horzSpace2" refType="w" fact="0.015"/>
              <dgm:constr type="w" for="des" forName="horzSpace3" refType="w" fact="0.015"/>
              <dgm:constr type="w" for="des" forName="horzSpace4" refType="w" fact="0.015"/>
              <dgm:constr type="w" for="des" forName="thinLine2b" refType="w" fact="0.8"/>
              <dgm:constr type="w" for="des" forName="thinLine3" refType="w" fact="0.5332"/>
            </dgm:constrLst>
          </dgm:if>
          <dgm:else name="Name12"/>
        </dgm:choose>
        <dgm:layoutNode name="tx1"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1">
          <dgm:choose name="Name13">
            <dgm:if name="Name14" func="var" arg="dir" op="equ" val="norm">
              <dgm:alg type="lin">
                <dgm:param type="linDir" val="fromT"/>
                <dgm:param type="nodeHorzAlign" val="l"/>
              </dgm:alg>
            </dgm:if>
            <dgm:else name="Name15">
              <dgm:alg type="lin">
                <dgm:param type="linDir" val="fromT"/>
                <dgm:param type="nodeHorzAlign" val="r"/>
              </dgm:alg>
            </dgm:else>
          </dgm:choose>
          <dgm:shape xmlns:r="http://schemas.openxmlformats.org/officeDocument/2006/relationships" r:blip="">
            <dgm:adjLst/>
          </dgm:shape>
          <dgm:presOf/>
          <dgm:forEach name="Name16" axis="ch" ptType="node">
            <dgm:choose name="Name17">
              <dgm:if name="Name18" axis="self" ptType="node" func="pos" op="equ" val="1">
                <dgm:layoutNode name="vertSpace2a">
                  <dgm:alg type="sp"/>
                  <dgm:shape xmlns:r="http://schemas.openxmlformats.org/officeDocument/2006/relationships" r:blip="">
                    <dgm:adjLst/>
                  </dgm:shape>
                  <dgm:presOf/>
                </dgm:layoutNode>
              </dgm:if>
              <dgm:else name="Name19"/>
            </dgm:choose>
            <dgm:layoutNode name="horz2">
              <dgm:choose name="Name20">
                <dgm:if name="Name21" func="var" arg="dir" op="equ" val="norm">
                  <dgm:alg type="lin">
                    <dgm:param type="linDir" val="fromL"/>
                    <dgm:param type="nodeVertAlign" val="t"/>
                  </dgm:alg>
                </dgm:if>
                <dgm:else name="Name22">
                  <dgm:alg type="lin">
                    <dgm:param type="linDir" val="fromR"/>
                    <dgm:param type="nodeVertAlign" val="t"/>
                  </dgm:alg>
                </dgm:else>
              </dgm:choose>
              <dgm:shape xmlns:r="http://schemas.openxmlformats.org/officeDocument/2006/relationships" r:blip="">
                <dgm:adjLst/>
              </dgm:shape>
              <dgm:presOf/>
              <dgm:layoutNode name="horzSpace2">
                <dgm:alg type="sp"/>
                <dgm:shape xmlns:r="http://schemas.openxmlformats.org/officeDocument/2006/relationships" r:blip="">
                  <dgm:adjLst/>
                </dgm:shape>
                <dgm:presOf/>
              </dgm:layoutNode>
              <dgm:layoutNode name="tx2"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2">
                <dgm:choose name="Name23">
                  <dgm:if name="Name24" func="var" arg="dir" op="equ" val="norm">
                    <dgm:alg type="lin">
                      <dgm:param type="linDir" val="fromT"/>
                      <dgm:param type="nodeHorzAlign" val="l"/>
                    </dgm:alg>
                  </dgm:if>
                  <dgm:else name="Name25">
                    <dgm:alg type="lin">
                      <dgm:param type="linDir" val="fromT"/>
                      <dgm:param type="nodeHorzAlign" val="r"/>
                    </dgm:alg>
                  </dgm:else>
                </dgm:choose>
                <dgm:shape xmlns:r="http://schemas.openxmlformats.org/officeDocument/2006/relationships" r:blip="">
                  <dgm:adjLst/>
                </dgm:shape>
                <dgm:presOf/>
                <dgm:forEach name="Name26" axis="ch" ptType="node">
                  <dgm:layoutNode name="horz3">
                    <dgm:choose name="Name27">
                      <dgm:if name="Name28" func="var" arg="dir" op="equ" val="norm">
                        <dgm:alg type="lin">
                          <dgm:param type="linDir" val="fromL"/>
                          <dgm:param type="nodeVertAlign" val="t"/>
                        </dgm:alg>
                      </dgm:if>
                      <dgm:else name="Name29">
                        <dgm:alg type="lin">
                          <dgm:param type="linDir" val="fromR"/>
                          <dgm:param type="nodeVertAlign" val="t"/>
                        </dgm:alg>
                      </dgm:else>
                    </dgm:choose>
                    <dgm:shape xmlns:r="http://schemas.openxmlformats.org/officeDocument/2006/relationships" r:blip="">
                      <dgm:adjLst/>
                    </dgm:shape>
                    <dgm:presOf/>
                    <dgm:layoutNode name="horzSpace3">
                      <dgm:alg type="sp"/>
                      <dgm:shape xmlns:r="http://schemas.openxmlformats.org/officeDocument/2006/relationships" r:blip="">
                        <dgm:adjLst/>
                      </dgm:shape>
                      <dgm:presOf/>
                    </dgm:layoutNode>
                    <dgm:layoutNode name="tx3"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3">
                      <dgm:choose name="Name30">
                        <dgm:if name="Name31" func="var" arg="dir" op="equ" val="norm">
                          <dgm:alg type="lin">
                            <dgm:param type="linDir" val="fromT"/>
                            <dgm:param type="nodeHorzAlign" val="l"/>
                          </dgm:alg>
                        </dgm:if>
                        <dgm:else name="Name32">
                          <dgm:alg type="lin">
                            <dgm:param type="linDir" val="fromT"/>
                            <dgm:param type="nodeHorzAlign" val="r"/>
                          </dgm:alg>
                        </dgm:else>
                      </dgm:choose>
                      <dgm:shape xmlns:r="http://schemas.openxmlformats.org/officeDocument/2006/relationships" r:blip="">
                        <dgm:adjLst/>
                      </dgm:shape>
                      <dgm:presOf/>
                      <dgm:forEach name="Name33" axis="ch" ptType="node">
                        <dgm:layoutNode name="horz4">
                          <dgm:choose name="Name34">
                            <dgm:if name="Name35" func="var" arg="dir" op="equ" val="norm">
                              <dgm:alg type="lin">
                                <dgm:param type="linDir" val="fromL"/>
                                <dgm:param type="nodeVertAlign" val="t"/>
                              </dgm:alg>
                            </dgm:if>
                            <dgm:else name="Name36">
                              <dgm:alg type="lin">
                                <dgm:param type="linDir" val="fromR"/>
                                <dgm:param type="nodeVertAlign" val="t"/>
                              </dgm:alg>
                            </dgm:else>
                          </dgm:choose>
                          <dgm:shape xmlns:r="http://schemas.openxmlformats.org/officeDocument/2006/relationships" r:blip="">
                            <dgm:adjLst/>
                          </dgm:shape>
                          <dgm:presOf/>
                          <dgm:layoutNode name="horzSpace4">
                            <dgm:alg type="sp"/>
                            <dgm:shape xmlns:r="http://schemas.openxmlformats.org/officeDocument/2006/relationships" r:blip="">
                              <dgm:adjLst/>
                            </dgm:shape>
                            <dgm:presOf/>
                          </dgm:layoutNode>
                          <dgm:layoutNode name="tx4" styleLbl="revTx">
                            <dgm:varLst>
                              <dgm:bulletEnabled val="1"/>
                            </dgm:varLst>
                            <dgm:alg type="tx">
                              <dgm:param type="parTxLTRAlign" val="l"/>
                              <dgm:param type="parTxRTLAlign" val="r"/>
                              <dgm:param type="txAnchorVert" val="t"/>
                            </dgm:alg>
                            <dgm:shape xmlns:r="http://schemas.openxmlformats.org/officeDocument/2006/relationships" type="rect" r:blip="">
                              <dgm:adjLst/>
                            </dgm:shape>
                            <dgm:presOf axis="desOrSelf" ptType="node"/>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forEach>
                    </dgm:layoutNode>
                  </dgm:layoutNode>
                  <dgm:forEach name="Name37" axis="followSib" ptType="sibTrans" cnt="1">
                    <dgm:layoutNode name="thinLine3" styleLbl="callout">
                      <dgm:alg type="sp"/>
                      <dgm:shape xmlns:r="http://schemas.openxmlformats.org/officeDocument/2006/relationships" type="line" r:blip="">
                        <dgm:adjLst/>
                      </dgm:shape>
                      <dgm:presOf/>
                    </dgm:layoutNode>
                  </dgm:forEach>
                </dgm:forEach>
              </dgm:layoutNode>
            </dgm:layoutNode>
            <dgm:layoutNode name="thinLine2b" styleLbl="callout">
              <dgm:alg type="sp"/>
              <dgm:shape xmlns:r="http://schemas.openxmlformats.org/officeDocument/2006/relationships" type="line" r:blip="">
                <dgm:adjLst/>
              </dgm:shape>
              <dgm:presOf/>
            </dgm:layoutNode>
            <dgm:layoutNode name="vertSpace2b">
              <dgm:alg type="sp"/>
              <dgm:shape xmlns:r="http://schemas.openxmlformats.org/officeDocument/2006/relationships" r:blip="">
                <dgm:adjLst/>
              </dgm:shape>
              <dgm:presOf/>
            </dgm:layoutNode>
          </dgm:forEach>
        </dgm:layoutNode>
      </dgm:layoutNode>
    </dgm:forEach>
  </dgm:layoutNode>
</dgm:layoutDef>
</file>

<file path=ppt/diagrams/layout3.xml><?xml version="1.0" encoding="utf-8"?>
<dgm:layoutDef xmlns:dgm="http://schemas.openxmlformats.org/drawingml/2006/diagram" xmlns:a="http://schemas.openxmlformats.org/drawingml/2006/main" uniqueId="urn:microsoft.com/office/officeart/2005/8/layout/hList1">
  <dgm:title val=""/>
  <dgm:desc val=""/>
  <dgm:catLst>
    <dgm:cat type="list" pri="5000"/>
    <dgm:cat type="convert" pri="5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13" srcId="1" destId="11" srcOrd="0" destOrd="0"/>
        <dgm:cxn modelId="14" srcId="1" destId="12" srcOrd="1" destOrd="0"/>
        <dgm:cxn modelId="23" srcId="2" destId="21" srcOrd="0" destOrd="0"/>
        <dgm:cxn modelId="24" srcId="2" destId="22" srcOrd="1" destOrd="0"/>
        <dgm:cxn modelId="33" srcId="3" destId="31" srcOrd="0" destOrd="0"/>
        <dgm:cxn modelId="34" srcId="3" destId="32" srcOrd="1" destOrd="0"/>
      </dgm:cxnLst>
      <dgm:bg/>
      <dgm:whole/>
    </dgm:dataModel>
  </dgm:sampData>
  <dgm:styleData>
    <dgm:dataModel>
      <dgm:ptLst>
        <dgm:pt modelId="0" type="doc"/>
        <dgm:pt modelId="1">
          <dgm:prSet phldr="1"/>
        </dgm:pt>
        <dgm:pt modelId="2">
          <dgm:prSet phldr="1"/>
        </dgm:pt>
      </dgm:ptLst>
      <dgm:cxnLst>
        <dgm:cxn modelId="3" srcId="0" destId="1" srcOrd="0" destOrd="0"/>
        <dgm:cxn modelId="4" srcId="0" destId="2" srcOrd="1" destOrd="0"/>
      </dgm:cxnLst>
      <dgm:bg/>
      <dgm:whole/>
    </dgm:dataModel>
  </dgm:styleData>
  <dgm:clrData>
    <dgm:dataModel>
      <dgm:ptLst>
        <dgm:pt modelId="0" type="doc"/>
        <dgm:pt modelId="1">
          <dgm:prSet phldr="1"/>
        </dgm:pt>
        <dgm:pt modelId="2">
          <dgm:prSet phldr="1"/>
        </dgm:pt>
        <dgm:pt modelId="3">
          <dgm:prSet phldr="1"/>
        </dgm:pt>
        <dgm:pt modelId="4">
          <dgm:prSet phldr="1"/>
        </dgm:pt>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animLvl val="lvl"/>
      <dgm:resizeHandles val="exact"/>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presOf/>
    <dgm:constrLst>
      <dgm:constr type="h" for="ch" forName="composite" refType="h"/>
      <dgm:constr type="w" for="ch" forName="composite" refType="w"/>
      <dgm:constr type="w" for="des" forName="parTx"/>
      <dgm:constr type="h" for="des" forName="parTx" op="equ"/>
      <dgm:constr type="w" for="des" forName="desTx"/>
      <dgm:constr type="h" for="des" forName="desTx" op="equ"/>
      <dgm:constr type="primFontSz" for="des" forName="parTx" val="65"/>
      <dgm:constr type="secFontSz" for="des" forName="desTx" refType="primFontSz" refFor="des" refForName="parTx" op="equ"/>
      <dgm:constr type="h" for="des" forName="parTx" refType="primFontSz" refFor="des" refForName="parTx" fact="0.8"/>
      <dgm:constr type="h" for="des" forName="desTx" refType="primFontSz" refFor="des" refForName="parTx" fact="1.22"/>
      <dgm:constr type="w" for="ch" forName="space" refType="w" refFor="ch" refForName="composite" op="equ" fact="0.14"/>
    </dgm:constrLst>
    <dgm:ruleLst>
      <dgm:rule type="w" for="ch" forName="composite" val="0" fact="NaN" max="NaN"/>
      <dgm:rule type="primFontSz" for="des" forName="parTx" val="5" fact="NaN" max="NaN"/>
    </dgm:ruleLst>
    <dgm:forEach name="Name4" axis="ch" ptType="node">
      <dgm:layoutNode name="composite">
        <dgm:alg type="composite"/>
        <dgm:shape xmlns:r="http://schemas.openxmlformats.org/officeDocument/2006/relationships" r:blip="">
          <dgm:adjLst/>
        </dgm:shape>
        <dgm:presOf/>
        <dgm:constrLst>
          <dgm:constr type="l" for="ch" forName="parTx"/>
          <dgm:constr type="w" for="ch" forName="parTx" refType="w"/>
          <dgm:constr type="t" for="ch" forName="parTx"/>
          <dgm:constr type="l" for="ch" forName="desTx"/>
          <dgm:constr type="w" for="ch" forName="desTx" refType="w" refFor="ch" refForName="parTx"/>
          <dgm:constr type="t" for="ch" forName="desTx" refType="h" refFor="ch" refForName="parTx"/>
        </dgm:constrLst>
        <dgm:ruleLst>
          <dgm:rule type="h" val="INF" fact="NaN" max="NaN"/>
        </dgm:ruleLst>
        <dgm:layoutNode name="parTx" styleLbl="alignNode1">
          <dgm:varLst>
            <dgm:chMax val="0"/>
            <dgm:chPref val="0"/>
            <dgm:bulletEnabled val="1"/>
          </dgm:varLst>
          <dgm:alg type="tx"/>
          <dgm:shape xmlns:r="http://schemas.openxmlformats.org/officeDocument/2006/relationships" type="rect" r:blip="">
            <dgm:adjLst/>
          </dgm:shape>
          <dgm:presOf axis="self" ptType="node"/>
          <dgm:constrLst>
            <dgm:constr type="h" refType="w" op="lte" fact="0.4"/>
            <dgm:constr type="h"/>
            <dgm:constr type="tMarg" refType="primFontSz" fact="0.32"/>
            <dgm:constr type="bMarg" refType="primFontSz" fact="0.32"/>
          </dgm:constrLst>
          <dgm:ruleLst>
            <dgm:rule type="h" val="INF" fact="NaN" max="NaN"/>
          </dgm:ruleLst>
        </dgm:layoutNode>
        <dgm:layoutNode name="desTx" styleLbl="alignAccFollowNode1">
          <dgm:varLst>
            <dgm:bulletEnabled val="1"/>
          </dgm:varLst>
          <dgm:alg type="tx">
            <dgm:param type="stBulletLvl" val="1"/>
          </dgm:alg>
          <dgm:shape xmlns:r="http://schemas.openxmlformats.org/officeDocument/2006/relationships" type="rect" r:blip="">
            <dgm:adjLst/>
          </dgm:shape>
          <dgm:presOf axis="des" ptType="node"/>
          <dgm:constrLst>
            <dgm:constr type="secFontSz" val="65"/>
            <dgm:constr type="primFontSz" refType="secFontSz"/>
            <dgm:constr type="h"/>
            <dgm:constr type="lMarg" refType="primFontSz" fact="0.42"/>
            <dgm:constr type="tMarg" refType="primFontSz" fact="0.42"/>
            <dgm:constr type="bMarg" refType="primFontSz" fact="0.63"/>
          </dgm:constrLst>
          <dgm:ruleLst>
            <dgm:rule type="h" val="INF" fact="NaN" max="NaN"/>
          </dgm:ruleLst>
        </dgm:layoutNode>
      </dgm:layoutNode>
      <dgm:forEach name="Name5" axis="followSib" ptType="sibTrans" cnt="1">
        <dgm:layoutNode name="space">
          <dgm:alg type="sp"/>
          <dgm:shape xmlns:r="http://schemas.openxmlformats.org/officeDocument/2006/relationships" r:blip="">
            <dgm:adjLst/>
          </dgm:shape>
          <dgm:presOf/>
          <dgm:constrLst/>
          <dgm:ruleLst/>
        </dgm:layoutNode>
      </dgm:forEach>
    </dgm:forEach>
  </dgm:layoutNode>
</dgm:layoutDef>
</file>

<file path=ppt/diagrams/layout4.xml><?xml version="1.0" encoding="utf-8"?>
<dgm:layoutDef xmlns:dgm="http://schemas.openxmlformats.org/drawingml/2006/diagram" xmlns:a="http://schemas.openxmlformats.org/drawingml/2006/main" uniqueId="urn:microsoft.com/office/officeart/2005/8/layout/lProcess2">
  <dgm:title val=""/>
  <dgm:desc val=""/>
  <dgm:catLst>
    <dgm:cat type="list" pri="10000"/>
    <dgm:cat type="relationship" pri="13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13" srcId="1" destId="11" srcOrd="0" destOrd="0"/>
        <dgm:cxn modelId="14" srcId="1" destId="12" srcOrd="0" destOrd="0"/>
        <dgm:cxn modelId="23" srcId="2" destId="21" srcOrd="0" destOrd="0"/>
        <dgm:cxn modelId="24" srcId="2" destId="22" srcOrd="0" destOrd="0"/>
        <dgm:cxn modelId="33" srcId="3" destId="31" srcOrd="0" destOrd="0"/>
        <dgm:cxn modelId="34" srcId="3" destId="32" srcOrd="0" destOrd="0"/>
      </dgm:cxnLst>
      <dgm:bg/>
      <dgm:whole/>
    </dgm:dataModel>
  </dgm:sampData>
  <dgm:styleData useDef="1">
    <dgm:dataModel>
      <dgm:ptLst/>
      <dgm:bg/>
      <dgm:whole/>
    </dgm:dataModel>
  </dgm:styleData>
  <dgm:clrData useDef="1">
    <dgm:dataModel>
      <dgm:ptLst/>
      <dgm:bg/>
      <dgm:whole/>
    </dgm:dataModel>
  </dgm:clrData>
  <dgm:layoutNode name="theList">
    <dgm:varLst>
      <dgm:dir/>
      <dgm:animLvl val="lvl"/>
      <dgm:resizeHandles val="exact"/>
    </dgm:varLst>
    <dgm:choose name="Name0">
      <dgm:if name="Name1" func="var" arg="dir" op="equ" val="norm">
        <dgm:alg type="lin"/>
      </dgm:if>
      <dgm:else name="Name2">
        <dgm:alg type="lin">
          <dgm:param type="linDir" val="fromR"/>
        </dgm:alg>
      </dgm:else>
    </dgm:choose>
    <dgm:shape xmlns:r="http://schemas.openxmlformats.org/officeDocument/2006/relationships" r:blip="">
      <dgm:adjLst/>
    </dgm:shape>
    <dgm:presOf/>
    <dgm:constrLst>
      <dgm:constr type="w" for="ch" forName="compNode" refType="w"/>
      <dgm:constr type="h" for="ch" forName="compNode" refType="h"/>
      <dgm:constr type="w" for="ch" forName="aSpace" refType="w" fact="0.075"/>
      <dgm:constr type="h" for="des" forName="aSpace2" refType="h" fact="0.1"/>
      <dgm:constr type="primFontSz" for="des" forName="textNode" op="equ"/>
      <dgm:constr type="primFontSz" for="des" forName="childNode" op="equ"/>
    </dgm:constrLst>
    <dgm:ruleLst/>
    <dgm:forEach name="aNodeForEach" axis="ch" ptType="node">
      <dgm:layoutNode name="compNode">
        <dgm:alg type="composite"/>
        <dgm:shape xmlns:r="http://schemas.openxmlformats.org/officeDocument/2006/relationships" r:blip="">
          <dgm:adjLst/>
        </dgm:shape>
        <dgm:presOf/>
        <dgm:constrLst>
          <dgm:constr type="w" for="ch" forName="aNode" refType="w"/>
          <dgm:constr type="h" for="ch" forName="aNode" refType="h"/>
          <dgm:constr type="w" for="ch" forName="textNode" refType="w"/>
          <dgm:constr type="h" for="ch" forName="textNode" refType="h" fact="0.3"/>
          <dgm:constr type="ctrX" for="ch" forName="textNode" refType="w" fact="0.5"/>
          <dgm:constr type="w" for="ch" forName="compChildNode" refType="w" fact="0.8"/>
          <dgm:constr type="h" for="ch" forName="compChildNode" refType="h" fact="0.65"/>
          <dgm:constr type="t" for="ch" forName="compChildNode" refType="h" fact="0.3"/>
          <dgm:constr type="ctrX" for="ch" forName="compChildNode" refType="w" fact="0.5"/>
        </dgm:constrLst>
        <dgm:ruleLst/>
        <dgm:layoutNode name="aNode" styleLbl="bgShp">
          <dgm:alg type="sp"/>
          <dgm:shape xmlns:r="http://schemas.openxmlformats.org/officeDocument/2006/relationships" type="roundRect" r:blip="">
            <dgm:adjLst>
              <dgm:adj idx="1" val="0.1"/>
            </dgm:adjLst>
          </dgm:shape>
          <dgm:presOf axis="self"/>
          <dgm:constrLst/>
          <dgm:ruleLst/>
        </dgm:layoutNode>
        <dgm:layoutNode name="textNode" styleLbl="bgShp">
          <dgm:alg type="tx"/>
          <dgm:shape xmlns:r="http://schemas.openxmlformats.org/officeDocument/2006/relationships" type="rect" r:blip="" hideGeom="1">
            <dgm:adjLst>
              <dgm:adj idx="1" val="0.1"/>
            </dgm:adjLst>
          </dgm:shape>
          <dgm:presOf axis="self"/>
          <dgm:constrLst>
            <dgm:constr type="primFontSz" val="65"/>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compChildNode">
          <dgm:alg type="composite"/>
          <dgm:shape xmlns:r="http://schemas.openxmlformats.org/officeDocument/2006/relationships" r:blip="">
            <dgm:adjLst/>
          </dgm:shape>
          <dgm:presOf/>
          <dgm:constrLst>
            <dgm:constr type="w" for="des" forName="childNode" refType="w"/>
            <dgm:constr type="h" for="des" forName="childNode" refType="h"/>
          </dgm:constrLst>
          <dgm:ruleLst/>
          <dgm:layoutNode name="theInnerList">
            <dgm:alg type="lin">
              <dgm:param type="linDir" val="fromT"/>
            </dgm:alg>
            <dgm:shape xmlns:r="http://schemas.openxmlformats.org/officeDocument/2006/relationships" r:blip="">
              <dgm:adjLst/>
            </dgm:shape>
            <dgm:presOf/>
            <dgm:constrLst/>
            <dgm:ruleLst/>
            <dgm:forEach name="childNodeForEach" axis="ch" ptType="node">
              <dgm:layoutNode name="childNode" styleLbl="node1">
                <dgm:varLst>
                  <dgm:bulletEnabled val="1"/>
                </dgm:varLst>
                <dgm:alg type="tx"/>
                <dgm:shape xmlns:r="http://schemas.openxmlformats.org/officeDocument/2006/relationships" type="roundRect" r:blip="">
                  <dgm:adjLst>
                    <dgm:adj idx="1" val="0.1"/>
                  </dgm:adjLst>
                </dgm:shape>
                <dgm:presOf axis="desOrSelf" ptType="node"/>
                <dgm:constrLst>
                  <dgm:constr type="primFontSz" val="65"/>
                  <dgm:constr type="tMarg" refType="primFontSz" fact="0.15"/>
                  <dgm:constr type="bMarg" refType="primFontSz" fact="0.15"/>
                  <dgm:constr type="lMarg" refType="primFontSz" fact="0.2"/>
                  <dgm:constr type="rMarg" refType="primFontSz" fact="0.2"/>
                </dgm:constrLst>
                <dgm:ruleLst>
                  <dgm:rule type="primFontSz" val="5" fact="NaN" max="NaN"/>
                </dgm:ruleLst>
              </dgm:layoutNode>
              <dgm:choose name="Name3">
                <dgm:if name="Name4" axis="self" ptType="node" func="revPos" op="equ" val="1"/>
                <dgm:else name="Name5">
                  <dgm:layoutNode name="aSpace2">
                    <dgm:alg type="sp"/>
                    <dgm:shape xmlns:r="http://schemas.openxmlformats.org/officeDocument/2006/relationships" r:blip="">
                      <dgm:adjLst/>
                    </dgm:shape>
                    <dgm:presOf/>
                    <dgm:constrLst/>
                    <dgm:ruleLst/>
                  </dgm:layoutNode>
                </dgm:else>
              </dgm:choose>
            </dgm:forEach>
          </dgm:layoutNode>
        </dgm:layoutNode>
      </dgm:layoutNode>
      <dgm:choose name="Name6">
        <dgm:if name="Name7" axis="self" ptType="node" func="revPos" op="equ" val="1"/>
        <dgm:else name="Name8">
          <dgm:layoutNode name="aSpace">
            <dgm:alg type="sp"/>
            <dgm:shape xmlns:r="http://schemas.openxmlformats.org/officeDocument/2006/relationships" r:blip="">
              <dgm:adjLst/>
            </dgm:shape>
            <dgm:presOf/>
            <dgm:constrLst/>
            <dgm:ruleLst/>
          </dgm:layoutNode>
        </dgm:else>
      </dgm:choose>
    </dgm:forEach>
  </dgm:layoutNode>
</dgm:layoutDef>
</file>

<file path=ppt/diagrams/layout5.xml><?xml version="1.0" encoding="utf-8"?>
<dgm:layoutDef xmlns:dgm="http://schemas.openxmlformats.org/drawingml/2006/diagram" xmlns:a="http://schemas.openxmlformats.org/drawingml/2006/main" uniqueId="urn:microsoft.com/office/officeart/2005/8/layout/hierarchy1">
  <dgm:title val=""/>
  <dgm:desc val=""/>
  <dgm:catLst>
    <dgm:cat type="hierarchy" pri="2000"/>
  </dgm:catLst>
  <dgm:sampData>
    <dgm:dataModel>
      <dgm:ptLst>
        <dgm:pt modelId="0" type="doc"/>
        <dgm:pt modelId="1">
          <dgm:prSet phldr="1"/>
        </dgm:pt>
        <dgm:pt modelId="2">
          <dgm:prSet phldr="1"/>
        </dgm:pt>
        <dgm:pt modelId="21">
          <dgm:prSet phldr="1"/>
        </dgm:pt>
        <dgm:pt modelId="22">
          <dgm:prSet phldr="1"/>
        </dgm:pt>
        <dgm:pt modelId="3">
          <dgm:prSet phldr="1"/>
        </dgm:pt>
        <dgm:pt modelId="31">
          <dgm:prSet phldr="1"/>
        </dgm:pt>
      </dgm:ptLst>
      <dgm:cxnLst>
        <dgm:cxn modelId="4" srcId="0" destId="1" srcOrd="0" destOrd="0"/>
        <dgm:cxn modelId="5" srcId="1" destId="2" srcOrd="0" destOrd="0"/>
        <dgm:cxn modelId="6" srcId="1" destId="3" srcOrd="1" destOrd="0"/>
        <dgm:cxn modelId="23" srcId="2" destId="21" srcOrd="0" destOrd="0"/>
        <dgm:cxn modelId="24" srcId="2" destId="22" srcOrd="1" destOrd="0"/>
        <dgm:cxn modelId="33" srcId="3" destId="31" srcOrd="0" destOrd="0"/>
      </dgm:cxnLst>
      <dgm:bg/>
      <dgm:whole/>
    </dgm:dataModel>
  </dgm:sampData>
  <dgm:styleData>
    <dgm:dataModel>
      <dgm:ptLst>
        <dgm:pt modelId="0" type="doc"/>
        <dgm:pt modelId="1"/>
        <dgm:pt modelId="11"/>
        <dgm:pt modelId="12"/>
      </dgm:ptLst>
      <dgm:cxnLst>
        <dgm:cxn modelId="2" srcId="0" destId="1" srcOrd="0" destOrd="0"/>
        <dgm:cxn modelId="13" srcId="1" destId="11" srcOrd="0" destOrd="0"/>
        <dgm:cxn modelId="14" srcId="1" destId="12" srcOrd="1" destOrd="0"/>
      </dgm:cxnLst>
      <dgm:bg/>
      <dgm:whole/>
    </dgm:dataModel>
  </dgm:styleData>
  <dgm:clrData>
    <dgm:dataModel>
      <dgm:ptLst>
        <dgm:pt modelId="0" type="doc"/>
        <dgm:pt modelId="1"/>
        <dgm:pt modelId="2"/>
        <dgm:pt modelId="21"/>
        <dgm:pt modelId="211"/>
        <dgm:pt modelId="3"/>
        <dgm:pt modelId="31"/>
        <dgm:pt modelId="311"/>
      </dgm:ptLst>
      <dgm:cxnLst>
        <dgm:cxn modelId="4" srcId="0" destId="1" srcOrd="0" destOrd="0"/>
        <dgm:cxn modelId="5" srcId="1" destId="2" srcOrd="0" destOrd="0"/>
        <dgm:cxn modelId="6" srcId="1" destId="3" srcOrd="1" destOrd="0"/>
        <dgm:cxn modelId="23" srcId="2" destId="21" srcOrd="0" destOrd="0"/>
        <dgm:cxn modelId="24" srcId="21" destId="211" srcOrd="0" destOrd="0"/>
        <dgm:cxn modelId="33" srcId="3" destId="31" srcOrd="0" destOrd="0"/>
        <dgm:cxn modelId="34" srcId="31" destId="311" srcOrd="0" destOrd="0"/>
      </dgm:cxnLst>
      <dgm:bg/>
      <dgm:whole/>
    </dgm:dataModel>
  </dgm:clrData>
  <dgm:layoutNode name="hierChild1">
    <dgm:varLst>
      <dgm:chPref val="1"/>
      <dgm:dir/>
      <dgm:animOne val="branch"/>
      <dgm:animLvl val="lvl"/>
      <dgm:resizeHandles/>
    </dgm:varLst>
    <dgm:choose name="Name0">
      <dgm:if name="Name1" func="var" arg="dir" op="equ" val="norm">
        <dgm:alg type="hierChild">
          <dgm:param type="linDir" val="fromL"/>
        </dgm:alg>
      </dgm:if>
      <dgm:else name="Name2">
        <dgm:alg type="hierChild">
          <dgm:param type="linDir" val="fromR"/>
        </dgm:alg>
      </dgm:else>
    </dgm:choose>
    <dgm:shape xmlns:r="http://schemas.openxmlformats.org/officeDocument/2006/relationships" r:blip="">
      <dgm:adjLst/>
    </dgm:shape>
    <dgm:presOf/>
    <dgm:constrLst>
      <dgm:constr type="primFontSz" for="des" ptType="node" op="equ" val="65"/>
      <dgm:constr type="w" for="des" forName="composite" refType="w"/>
      <dgm:constr type="h" for="des" forName="composite" refType="w" refFor="des" refForName="composite" fact="0.667"/>
      <dgm:constr type="w" for="des" forName="composite2" refType="w" refFor="des" refForName="composite"/>
      <dgm:constr type="h" for="des" forName="composite2" refType="h" refFor="des" refForName="composite"/>
      <dgm:constr type="w" for="des" forName="composite3" refType="w" refFor="des" refForName="composite"/>
      <dgm:constr type="h" for="des" forName="composite3" refType="h" refFor="des" refForName="composite"/>
      <dgm:constr type="w" for="des" forName="composite4" refType="w" refFor="des" refForName="composite"/>
      <dgm:constr type="h" for="des" forName="composite4" refType="h" refFor="des" refForName="composite"/>
      <dgm:constr type="w" for="des" forName="composite5" refType="w" refFor="des" refForName="composite"/>
      <dgm:constr type="h" for="des" forName="composite5" refType="h" refFor="des" refForName="composite"/>
      <dgm:constr type="sibSp" refType="w" refFor="des" refForName="composite" fact="0.1"/>
      <dgm:constr type="sibSp" for="des" forName="hierChild2" refType="sibSp"/>
      <dgm:constr type="sibSp" for="des" forName="hierChild3" refType="sibSp"/>
      <dgm:constr type="sibSp" for="des" forName="hierChild4" refType="sibSp"/>
      <dgm:constr type="sibSp" for="des" forName="hierChild5" refType="sibSp"/>
      <dgm:constr type="sibSp" for="des" forName="hierChild6" refType="sibSp"/>
      <dgm:constr type="sp" for="des" forName="hierRoot1" refType="h" refFor="des" refForName="composite" fact="0.25"/>
      <dgm:constr type="sp" for="des" forName="hierRoot2" refType="sp" refFor="des" refForName="hierRoot1"/>
      <dgm:constr type="sp" for="des" forName="hierRoot3" refType="sp" refFor="des" refForName="hierRoot1"/>
      <dgm:constr type="sp" for="des" forName="hierRoot4" refType="sp" refFor="des" refForName="hierRoot1"/>
      <dgm:constr type="sp" for="des" forName="hierRoot5" refType="sp" refFor="des" refForName="hierRoot1"/>
    </dgm:constrLst>
    <dgm:ruleLst/>
    <dgm:forEach name="Name3" axis="ch">
      <dgm:forEach name="Name4" axis="self" ptType="node">
        <dgm:layoutNode name="hierRoot1">
          <dgm:alg type="hierRoot"/>
          <dgm:shape xmlns:r="http://schemas.openxmlformats.org/officeDocument/2006/relationships" r:blip="">
            <dgm:adjLst/>
          </dgm:shape>
          <dgm:presOf/>
          <dgm:constrLst>
            <dgm:constr type="bendDist" for="des" ptType="parTrans" refType="sp" fact="0.5"/>
          </dgm:constrLst>
          <dgm:ruleLst/>
          <dgm:layoutNode name="composite">
            <dgm:alg type="composite"/>
            <dgm:shape xmlns:r="http://schemas.openxmlformats.org/officeDocument/2006/relationships" r:blip="">
              <dgm:adjLst/>
            </dgm:shape>
            <dgm:presOf/>
            <dgm:constrLst>
              <dgm:constr type="w" for="ch" forName="background" refType="w" fact="0.9"/>
              <dgm:constr type="h" for="ch" forName="background" refType="w" refFor="ch" refForName="background" fact="0.635"/>
              <dgm:constr type="t" for="ch" forName="background"/>
              <dgm:constr type="l" for="ch" forName="background"/>
              <dgm:constr type="w" for="ch" forName="text" refType="w" fact="0.9"/>
              <dgm:constr type="h" for="ch" forName="text" refType="w" refFor="ch" refForName="text" fact="0.635"/>
              <dgm:constr type="t" for="ch" forName="text" refType="w" fact="0.095"/>
              <dgm:constr type="l" for="ch" forName="text" refType="w" fact="0.1"/>
            </dgm:constrLst>
            <dgm:ruleLst/>
            <dgm:layoutNode name="background" styleLbl="node0" moveWith="text">
              <dgm:alg type="sp"/>
              <dgm:shape xmlns:r="http://schemas.openxmlformats.org/officeDocument/2006/relationships" type="roundRect" r:blip="">
                <dgm:adjLst>
                  <dgm:adj idx="1" val="0.1"/>
                </dgm:adjLst>
              </dgm:shape>
              <dgm:presOf/>
              <dgm:constrLst/>
              <dgm:ruleLst/>
            </dgm:layoutNode>
            <dgm:layoutNode name="text" styleLbl="fgAcc0">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2">
            <dgm:choose name="Name5">
              <dgm:if name="Name6" func="var" arg="dir" op="equ" val="norm">
                <dgm:alg type="hierChild">
                  <dgm:param type="linDir" val="fromL"/>
                </dgm:alg>
              </dgm:if>
              <dgm:else name="Name7">
                <dgm:alg type="hierChild">
                  <dgm:param type="linDir" val="fromR"/>
                </dgm:alg>
              </dgm:else>
            </dgm:choose>
            <dgm:shape xmlns:r="http://schemas.openxmlformats.org/officeDocument/2006/relationships" r:blip="">
              <dgm:adjLst/>
            </dgm:shape>
            <dgm:presOf/>
            <dgm:constrLst/>
            <dgm:ruleLst/>
            <dgm:forEach name="Name8" axis="ch">
              <dgm:forEach name="Name9" axis="self" ptType="parTrans" cnt="1">
                <dgm:layoutNode name="Name10">
                  <dgm:alg type="conn">
                    <dgm:param type="dim" val="1D"/>
                    <dgm:param type="endSty" val="noArr"/>
                    <dgm:param type="connRout" val="bend"/>
                    <dgm:param type="bendPt" val="end"/>
                    <dgm:param type="begPts" val="bCtr"/>
                    <dgm:param type="endPts" val="tCtr"/>
                    <dgm:param type="srcNode" val="background"/>
                    <dgm:param type="dstNode" val="background2"/>
                  </dgm:alg>
                  <dgm:shape xmlns:r="http://schemas.openxmlformats.org/officeDocument/2006/relationships" type="conn" r:blip="" zOrderOff="-999">
                    <dgm:adjLst/>
                  </dgm:shape>
                  <dgm:presOf axis="self"/>
                  <dgm:constrLst>
                    <dgm:constr type="begPad"/>
                    <dgm:constr type="endPad"/>
                  </dgm:constrLst>
                  <dgm:ruleLst/>
                </dgm:layoutNode>
              </dgm:forEach>
              <dgm:forEach name="Name11" axis="self" ptType="node">
                <dgm:layoutNode name="hierRoot2">
                  <dgm:alg type="hierRoot"/>
                  <dgm:shape xmlns:r="http://schemas.openxmlformats.org/officeDocument/2006/relationships" r:blip="">
                    <dgm:adjLst/>
                  </dgm:shape>
                  <dgm:presOf/>
                  <dgm:constrLst>
                    <dgm:constr type="bendDist" for="des" ptType="parTrans" refType="sp" fact="0.5"/>
                  </dgm:constrLst>
                  <dgm:ruleLst/>
                  <dgm:layoutNode name="composite2">
                    <dgm:alg type="composite"/>
                    <dgm:shape xmlns:r="http://schemas.openxmlformats.org/officeDocument/2006/relationships" r:blip="">
                      <dgm:adjLst/>
                    </dgm:shape>
                    <dgm:presOf/>
                    <dgm:constrLst>
                      <dgm:constr type="w" for="ch" forName="background2" refType="w" fact="0.9"/>
                      <dgm:constr type="h" for="ch" forName="background2" refType="w" refFor="ch" refForName="background2" fact="0.635"/>
                      <dgm:constr type="t" for="ch" forName="background2"/>
                      <dgm:constr type="l" for="ch" forName="background2"/>
                      <dgm:constr type="w" for="ch" forName="text2" refType="w" fact="0.9"/>
                      <dgm:constr type="h" for="ch" forName="text2" refType="w" refFor="ch" refForName="text2" fact="0.635"/>
                      <dgm:constr type="t" for="ch" forName="text2" refType="w" fact="0.095"/>
                      <dgm:constr type="l" for="ch" forName="text2" refType="w" fact="0.1"/>
                    </dgm:constrLst>
                    <dgm:ruleLst/>
                    <dgm:layoutNode name="background2" moveWith="text2">
                      <dgm:alg type="sp"/>
                      <dgm:shape xmlns:r="http://schemas.openxmlformats.org/officeDocument/2006/relationships" type="roundRect" r:blip="">
                        <dgm:adjLst>
                          <dgm:adj idx="1" val="0.1"/>
                        </dgm:adjLst>
                      </dgm:shape>
                      <dgm:presOf/>
                      <dgm:constrLst/>
                      <dgm:ruleLst/>
                    </dgm:layoutNode>
                    <dgm:layoutNode name="text2" styleLbl="fgAcc2">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3">
                    <dgm:choose name="Name12">
                      <dgm:if name="Name13" func="var" arg="dir" op="equ" val="norm">
                        <dgm:alg type="hierChild">
                          <dgm:param type="linDir" val="fromL"/>
                        </dgm:alg>
                      </dgm:if>
                      <dgm:else name="Name14">
                        <dgm:alg type="hierChild">
                          <dgm:param type="linDir" val="fromR"/>
                        </dgm:alg>
                      </dgm:else>
                    </dgm:choose>
                    <dgm:shape xmlns:r="http://schemas.openxmlformats.org/officeDocument/2006/relationships" r:blip="">
                      <dgm:adjLst/>
                    </dgm:shape>
                    <dgm:presOf/>
                    <dgm:constrLst/>
                    <dgm:ruleLst/>
                    <dgm:forEach name="Name15" axis="ch">
                      <dgm:forEach name="Name16" axis="self" ptType="parTrans" cnt="1">
                        <dgm:layoutNode name="Name17">
                          <dgm:alg type="conn">
                            <dgm:param type="dim" val="1D"/>
                            <dgm:param type="endSty" val="noArr"/>
                            <dgm:param type="connRout" val="bend"/>
                            <dgm:param type="bendPt" val="end"/>
                            <dgm:param type="begPts" val="bCtr"/>
                            <dgm:param type="endPts" val="tCtr"/>
                            <dgm:param type="srcNode" val="background2"/>
                            <dgm:param type="dstNode" val="background3"/>
                          </dgm:alg>
                          <dgm:shape xmlns:r="http://schemas.openxmlformats.org/officeDocument/2006/relationships" type="conn" r:blip="" zOrderOff="-999">
                            <dgm:adjLst/>
                          </dgm:shape>
                          <dgm:presOf axis="self"/>
                          <dgm:constrLst>
                            <dgm:constr type="begPad"/>
                            <dgm:constr type="endPad"/>
                          </dgm:constrLst>
                          <dgm:ruleLst/>
                        </dgm:layoutNode>
                      </dgm:forEach>
                      <dgm:forEach name="Name18" axis="self" ptType="node">
                        <dgm:layoutNode name="hierRoot3">
                          <dgm:alg type="hierRoot"/>
                          <dgm:shape xmlns:r="http://schemas.openxmlformats.org/officeDocument/2006/relationships" r:blip="">
                            <dgm:adjLst/>
                          </dgm:shape>
                          <dgm:presOf/>
                          <dgm:constrLst>
                            <dgm:constr type="bendDist" for="des" ptType="parTrans" refType="sp" fact="0.5"/>
                          </dgm:constrLst>
                          <dgm:ruleLst/>
                          <dgm:layoutNode name="composite3">
                            <dgm:alg type="composite"/>
                            <dgm:shape xmlns:r="http://schemas.openxmlformats.org/officeDocument/2006/relationships" r:blip="">
                              <dgm:adjLst/>
                            </dgm:shape>
                            <dgm:presOf/>
                            <dgm:constrLst>
                              <dgm:constr type="w" for="ch" forName="background3" refType="w" fact="0.9"/>
                              <dgm:constr type="h" for="ch" forName="background3" refType="w" refFor="ch" refForName="background3" fact="0.635"/>
                              <dgm:constr type="t" for="ch" forName="background3"/>
                              <dgm:constr type="l" for="ch" forName="background3"/>
                              <dgm:constr type="w" for="ch" forName="text3" refType="w" fact="0.9"/>
                              <dgm:constr type="h" for="ch" forName="text3" refType="w" refFor="ch" refForName="text3" fact="0.635"/>
                              <dgm:constr type="t" for="ch" forName="text3" refType="w" fact="0.095"/>
                              <dgm:constr type="l" for="ch" forName="text3" refType="w" fact="0.1"/>
                            </dgm:constrLst>
                            <dgm:ruleLst/>
                            <dgm:layoutNode name="background3" moveWith="text3">
                              <dgm:alg type="sp"/>
                              <dgm:shape xmlns:r="http://schemas.openxmlformats.org/officeDocument/2006/relationships" type="roundRect" r:blip="">
                                <dgm:adjLst>
                                  <dgm:adj idx="1" val="0.1"/>
                                </dgm:adjLst>
                              </dgm:shape>
                              <dgm:presOf/>
                              <dgm:constrLst/>
                              <dgm:ruleLst/>
                            </dgm:layoutNode>
                            <dgm:layoutNode name="text3" styleLbl="fgAcc3">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4">
                            <dgm:choose name="Name19">
                              <dgm:if name="Name20" func="var" arg="dir" op="equ" val="norm">
                                <dgm:alg type="hierChild">
                                  <dgm:param type="linDir" val="fromL"/>
                                </dgm:alg>
                              </dgm:if>
                              <dgm:else name="Name21">
                                <dgm:alg type="hierChild">
                                  <dgm:param type="linDir" val="fromR"/>
                                </dgm:alg>
                              </dgm:else>
                            </dgm:choose>
                            <dgm:shape xmlns:r="http://schemas.openxmlformats.org/officeDocument/2006/relationships" r:blip="">
                              <dgm:adjLst/>
                            </dgm:shape>
                            <dgm:presOf/>
                            <dgm:constrLst/>
                            <dgm:ruleLst/>
                            <dgm:forEach name="repeat" axis="ch">
                              <dgm:forEach name="Name22" axis="self" ptType="parTrans" cnt="1">
                                <dgm:layoutNode name="Name23">
                                  <dgm:choose name="Name24">
                                    <dgm:if name="Name25" axis="self" func="depth" op="lte" val="4">
                                      <dgm:alg type="conn">
                                        <dgm:param type="dim" val="1D"/>
                                        <dgm:param type="endSty" val="noArr"/>
                                        <dgm:param type="connRout" val="bend"/>
                                        <dgm:param type="bendPt" val="end"/>
                                        <dgm:param type="begPts" val="bCtr"/>
                                        <dgm:param type="endPts" val="tCtr"/>
                                        <dgm:param type="srcNode" val="background3"/>
                                        <dgm:param type="dstNode" val="background4"/>
                                      </dgm:alg>
                                    </dgm:if>
                                    <dgm:else name="Name26">
                                      <dgm:alg type="conn">
                                        <dgm:param type="dim" val="1D"/>
                                        <dgm:param type="endSty" val="noArr"/>
                                        <dgm:param type="connRout" val="bend"/>
                                        <dgm:param type="bendPt" val="end"/>
                                        <dgm:param type="begPts" val="bCtr"/>
                                        <dgm:param type="endPts" val="tCtr"/>
                                        <dgm:param type="srcNode" val="background4"/>
                                        <dgm:param type="dstNode" val="background4"/>
                                      </dgm:alg>
                                    </dgm:else>
                                  </dgm:choose>
                                  <dgm:shape xmlns:r="http://schemas.openxmlformats.org/officeDocument/2006/relationships" type="conn" r:blip="" zOrderOff="-999">
                                    <dgm:adjLst/>
                                  </dgm:shape>
                                  <dgm:presOf axis="self"/>
                                  <dgm:constrLst>
                                    <dgm:constr type="begPad"/>
                                    <dgm:constr type="endPad"/>
                                  </dgm:constrLst>
                                  <dgm:ruleLst/>
                                </dgm:layoutNode>
                              </dgm:forEach>
                              <dgm:forEach name="Name27" axis="self" ptType="node">
                                <dgm:layoutNode name="hierRoot4">
                                  <dgm:alg type="hierRoot"/>
                                  <dgm:shape xmlns:r="http://schemas.openxmlformats.org/officeDocument/2006/relationships" r:blip="">
                                    <dgm:adjLst/>
                                  </dgm:shape>
                                  <dgm:presOf/>
                                  <dgm:constrLst>
                                    <dgm:constr type="bendDist" for="des" ptType="parTrans" refType="sp" fact="0.5"/>
                                  </dgm:constrLst>
                                  <dgm:ruleLst/>
                                  <dgm:layoutNode name="composite4">
                                    <dgm:alg type="composite"/>
                                    <dgm:shape xmlns:r="http://schemas.openxmlformats.org/officeDocument/2006/relationships" r:blip="">
                                      <dgm:adjLst/>
                                    </dgm:shape>
                                    <dgm:presOf/>
                                    <dgm:constrLst>
                                      <dgm:constr type="w" for="ch" forName="background4" refType="w" fact="0.9"/>
                                      <dgm:constr type="h" for="ch" forName="background4" refType="w" refFor="ch" refForName="background4" fact="0.635"/>
                                      <dgm:constr type="t" for="ch" forName="background4"/>
                                      <dgm:constr type="l" for="ch" forName="background4"/>
                                      <dgm:constr type="w" for="ch" forName="text4" refType="w" fact="0.9"/>
                                      <dgm:constr type="h" for="ch" forName="text4" refType="w" refFor="ch" refForName="text4" fact="0.635"/>
                                      <dgm:constr type="t" for="ch" forName="text4" refType="w" fact="0.095"/>
                                      <dgm:constr type="l" for="ch" forName="text4" refType="w" fact="0.1"/>
                                    </dgm:constrLst>
                                    <dgm:ruleLst/>
                                    <dgm:layoutNode name="background4" moveWith="text4">
                                      <dgm:alg type="sp"/>
                                      <dgm:shape xmlns:r="http://schemas.openxmlformats.org/officeDocument/2006/relationships" type="roundRect" r:blip="">
                                        <dgm:adjLst>
                                          <dgm:adj idx="1" val="0.1"/>
                                        </dgm:adjLst>
                                      </dgm:shape>
                                      <dgm:presOf/>
                                      <dgm:constrLst/>
                                      <dgm:ruleLst/>
                                    </dgm:layoutNode>
                                    <dgm:layoutNode name="text4" styleLbl="fgAcc4">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5">
                                    <dgm:choose name="Name28">
                                      <dgm:if name="Name29" func="var" arg="dir" op="equ" val="norm">
                                        <dgm:alg type="hierChild">
                                          <dgm:param type="linDir" val="fromL"/>
                                        </dgm:alg>
                                      </dgm:if>
                                      <dgm:else name="Name30">
                                        <dgm:alg type="hierChild">
                                          <dgm:param type="linDir" val="fromR"/>
                                        </dgm:alg>
                                      </dgm:else>
                                    </dgm:choose>
                                    <dgm:shape xmlns:r="http://schemas.openxmlformats.org/officeDocument/2006/relationships" r:blip="">
                                      <dgm:adjLst/>
                                    </dgm:shape>
                                    <dgm:presOf/>
                                    <dgm:constrLst/>
                                    <dgm:ruleLst/>
                                    <dgm:forEach name="Name31" ref="repeat"/>
                                  </dgm:layoutNode>
                                </dgm:layoutNode>
                              </dgm:forEach>
                            </dgm:forEach>
                          </dgm:layoutNode>
                        </dgm:layoutNode>
                      </dgm:forEach>
                    </dgm:forEach>
                  </dgm:layoutNode>
                </dgm:layoutNode>
              </dgm:forEach>
            </dgm:forEach>
          </dgm:layoutNode>
        </dgm:layoutNode>
      </dgm:forEach>
    </dgm:forEach>
  </dgm:layoutNode>
</dgm:layoutDef>
</file>

<file path=ppt/diagrams/layout6.xml><?xml version="1.0" encoding="utf-8"?>
<dgm:layoutDef xmlns:dgm="http://schemas.openxmlformats.org/drawingml/2006/diagram" xmlns:a="http://schemas.openxmlformats.org/drawingml/2006/main" uniqueId="urn:microsoft.com/office/officeart/2008/layout/HalfCircleOrganizationChart">
  <dgm:title val=""/>
  <dgm:desc val=""/>
  <dgm:catLst>
    <dgm:cat type="hierarchy" pri="1500"/>
  </dgm:catLst>
  <dgm:sampData>
    <dgm:dataModel>
      <dgm:ptLst>
        <dgm:pt modelId="0" type="doc"/>
        <dgm:pt modelId="1">
          <dgm:prSet phldr="1"/>
        </dgm:pt>
        <dgm:pt modelId="11" type="asst">
          <dgm:prSet phldr="1"/>
        </dgm:pt>
        <dgm:pt modelId="12">
          <dgm:prSet phldr="1"/>
        </dgm:pt>
        <dgm:pt modelId="13">
          <dgm:prSet phldr="1"/>
        </dgm:pt>
        <dgm:pt modelId="14">
          <dgm:prSet phldr="1"/>
        </dgm:pt>
      </dgm:ptLst>
      <dgm:cxnLst>
        <dgm:cxn modelId="2" srcId="0" destId="1" srcOrd="0" destOrd="0"/>
        <dgm:cxn modelId="15" srcId="1" destId="11" srcOrd="0" destOrd="0"/>
        <dgm:cxn modelId="16" srcId="1" destId="12" srcOrd="1" destOrd="0"/>
        <dgm:cxn modelId="17" srcId="1" destId="13" srcOrd="2" destOrd="0"/>
        <dgm:cxn modelId="18" srcId="1" destId="14" srcOrd="2" destOrd="0"/>
      </dgm:cxnLst>
      <dgm:bg/>
      <dgm:whole/>
    </dgm:dataModel>
  </dgm:sampData>
  <dgm:styleData>
    <dgm:dataModel>
      <dgm:ptLst>
        <dgm:pt modelId="0" type="doc"/>
        <dgm:pt modelId="1">
          <dgm:prSet phldr="1"/>
        </dgm:pt>
        <dgm:pt modelId="11">
          <dgm:prSet phldr="1"/>
        </dgm:pt>
        <dgm:pt modelId="12">
          <dgm:prSet phldr="1"/>
        </dgm:pt>
      </dgm:ptLst>
      <dgm:cxnLst>
        <dgm:cxn modelId="2" srcId="0" destId="1" srcOrd="0" destOrd="0"/>
        <dgm:cxn modelId="3" srcId="1" destId="11" srcOrd="0" destOrd="0"/>
        <dgm:cxn modelId="4" srcId="1" destId="12" srcOrd="1" destOrd="0"/>
      </dgm:cxnLst>
      <dgm:bg/>
      <dgm:whole/>
    </dgm:dataModel>
  </dgm:styleData>
  <dgm:clrData>
    <dgm:dataModel>
      <dgm:ptLst>
        <dgm:pt modelId="0" type="doc"/>
        <dgm:pt modelId="1">
          <dgm:prSet phldr="1"/>
        </dgm:pt>
        <dgm:pt modelId="11" type="asst">
          <dgm:prSet phldr="1"/>
        </dgm:pt>
        <dgm:pt modelId="12">
          <dgm:prSet phldr="1"/>
        </dgm:pt>
        <dgm:pt modelId="13">
          <dgm:prSet phldr="1"/>
        </dgm:pt>
        <dgm:pt modelId="14">
          <dgm:prSet phldr="1"/>
        </dgm:pt>
      </dgm:ptLst>
      <dgm:cxnLst>
        <dgm:cxn modelId="2" srcId="0" destId="1" srcOrd="0" destOrd="0"/>
        <dgm:cxn modelId="15" srcId="1" destId="11" srcOrd="0" destOrd="0"/>
        <dgm:cxn modelId="16" srcId="1" destId="12" srcOrd="1" destOrd="0"/>
        <dgm:cxn modelId="17" srcId="1" destId="13" srcOrd="2" destOrd="0"/>
        <dgm:cxn modelId="18" srcId="1" destId="14" srcOrd="2" destOrd="0"/>
      </dgm:cxnLst>
      <dgm:bg/>
      <dgm:whole/>
    </dgm:dataModel>
  </dgm:clrData>
  <dgm:layoutNode name="Name0">
    <dgm:varLst>
      <dgm:orgChart val="1"/>
      <dgm:chPref val="1"/>
      <dgm:dir/>
      <dgm:animOne val="branch"/>
      <dgm:animLvl val="lvl"/>
      <dgm:resizeHandles/>
    </dgm:varLst>
    <dgm:choose name="Name1">
      <dgm:if name="Name2" func="var" arg="dir" op="equ" val="norm">
        <dgm:alg type="hierChild">
          <dgm:param type="linDir" val="fromL"/>
        </dgm:alg>
      </dgm:if>
      <dgm:else name="Name3">
        <dgm:alg type="hierChild">
          <dgm:param type="linDir" val="fromR"/>
        </dgm:alg>
      </dgm:else>
    </dgm:choose>
    <dgm:shape xmlns:r="http://schemas.openxmlformats.org/officeDocument/2006/relationships" r:blip="">
      <dgm:adjLst/>
    </dgm:shape>
    <dgm:presOf/>
    <dgm:constrLst>
      <dgm:constr type="w" for="des" forName="rootComposite1" refType="w" fact="10"/>
      <dgm:constr type="h" for="des" forName="rootComposite1" refType="w" refFor="des" refForName="rootComposite1" fact="0.5"/>
      <dgm:constr type="w" for="des" forName="rootComposite2" refType="w" fact="10"/>
      <dgm:constr type="h" for="des" forName="rootComposite2" refType="w" refFor="des" refForName="rootComposite1" fact="0.5"/>
      <dgm:constr type="w" for="des" forName="rootComposite3" refType="w" fact="10"/>
      <dgm:constr type="h" for="des" forName="rootComposite3" refType="w" refFor="des" refForName="rootComposite1" fact="0.5"/>
      <dgm:constr type="primFontSz" for="des" ptType="node" op="equ"/>
      <dgm:constr type="sp" for="des" op="equ"/>
      <dgm:constr type="sp" for="des" forName="hierRoot1" refType="w" refFor="des" refForName="rootComposite1" fact="0.21"/>
      <dgm:constr type="sp" for="des" forName="hierRoot2" refType="sp" refFor="des" refForName="hierRoot1"/>
      <dgm:constr type="sp" for="des" forName="hierRoot3" refType="sp" refFor="des" refForName="hierRoot1"/>
      <dgm:constr type="sibSp" refType="w" refFor="des" refForName="rootComposite1" fact="0.21"/>
      <dgm:constr type="sibSp" for="des" forName="hierChild2" refType="sibSp"/>
      <dgm:constr type="sibSp" for="des" forName="hierChild3" refType="sibSp"/>
      <dgm:constr type="sibSp" for="des" forName="hierChild4" refType="sibSp"/>
      <dgm:constr type="sibSp" for="des" forName="hierChild5" refType="sibSp"/>
      <dgm:constr type="sibSp" for="des" forName="hierChild6" refType="sibSp"/>
      <dgm:constr type="sibSp" for="des" forName="hierChild7" refType="sibSp"/>
      <dgm:constr type="secSibSp" refType="w" refFor="des" refForName="rootComposite1" fact="0.21"/>
      <dgm:constr type="secSibSp" for="des" forName="hierChild2" refType="secSibSp"/>
      <dgm:constr type="secSibSp" for="des" forName="hierChild3" refType="secSibSp"/>
      <dgm:constr type="secSibSp" for="des" forName="hierChild4" refType="secSibSp"/>
      <dgm:constr type="secSibSp" for="des" forName="hierChild5" refType="secSibSp"/>
      <dgm:constr type="secSibSp" for="des" forName="hierChild6" refType="secSibSp"/>
      <dgm:constr type="secSibSp" for="des" forName="hierChild7" refType="secSibSp"/>
    </dgm:constrLst>
    <dgm:forEach name="Name4" axis="ch">
      <dgm:forEach name="Name5" axis="self" ptType="node">
        <dgm:layoutNode name="hierRoot1">
          <dgm:varLst>
            <dgm:hierBranch val="init"/>
          </dgm:varLst>
          <dgm:choose name="Name6">
            <dgm:if name="Name7" func="var" arg="hierBranch" op="equ" val="l">
              <dgm:alg type="hierRoot">
                <dgm:param type="hierAlign" val="tR"/>
              </dgm:alg>
              <dgm:constrLst>
                <dgm:constr type="alignOff" val="0.65"/>
              </dgm:constrLst>
            </dgm:if>
            <dgm:if name="Name8" func="var" arg="hierBranch" op="equ" val="r">
              <dgm:alg type="hierRoot">
                <dgm:param type="hierAlign" val="tL"/>
              </dgm:alg>
              <dgm:constrLst>
                <dgm:constr type="alignOff" val="0.65"/>
              </dgm:constrLst>
            </dgm:if>
            <dgm:if name="Name9" func="var" arg="hierBranch" op="equ" val="hang">
              <dgm:alg type="hierRoot"/>
              <dgm:constrLst>
                <dgm:constr type="alignOff" val="0.65"/>
              </dgm:constrLst>
            </dgm:if>
            <dgm:else name="Name10">
              <dgm:alg type="hierRoot"/>
              <dgm:constrLst>
                <dgm:constr type="alignOff"/>
                <dgm:constr type="bendDist" for="des" ptType="parTrans" refType="sp" fact="0.5"/>
              </dgm:constrLst>
            </dgm:else>
          </dgm:choose>
          <dgm:shape xmlns:r="http://schemas.openxmlformats.org/officeDocument/2006/relationships" r:blip="">
            <dgm:adjLst/>
          </dgm:shape>
          <dgm:presOf/>
          <dgm:layoutNode name="rootComposite1">
            <dgm:alg type="composite"/>
            <dgm:shape xmlns:r="http://schemas.openxmlformats.org/officeDocument/2006/relationships" r:blip="">
              <dgm:adjLst/>
            </dgm:shape>
            <dgm:presOf axis="self" ptType="node" cnt="1"/>
            <dgm:choose name="Name11">
              <dgm:if name="Name12" func="var" arg="hierBranch" op="equ" val="init">
                <dgm:constrLst>
                  <dgm:constr type="l" for="ch" forName="rootText1"/>
                  <dgm:constr type="t" for="ch" forName="rootText1" refType="h" fact="0.18"/>
                  <dgm:constr type="w" for="ch" forName="rootText1" refType="w"/>
                  <dgm:constr type="h" for="ch" forName="rootText1" refType="h" fact="0.64"/>
                  <dgm:constr type="l" for="ch" forName="topArc1" refType="w" fact="0.25"/>
                  <dgm:constr type="t" for="ch" forName="topArc1"/>
                  <dgm:constr type="w" for="ch" forName="topArc1" refType="h" refFor="ch" refForName="topArc1"/>
                  <dgm:constr type="h" for="ch" forName="topArc1" refType="h"/>
                  <dgm:constr type="l" for="ch" forName="bottomArc1" refType="w" fact="0.25"/>
                  <dgm:constr type="t" for="ch" forName="bottomArc1"/>
                  <dgm:constr type="w" for="ch" forName="bottomArc1" refType="h" refFor="ch" refForName="bottomArc1"/>
                  <dgm:constr type="h" for="ch" forName="bottomArc1" refType="h"/>
                  <dgm:constr type="ctrX" for="ch" forName="topConnNode1" refType="w" fact="0.5"/>
                  <dgm:constr type="t" for="ch" forName="topConnNode1"/>
                  <dgm:constr type="w" for="ch" forName="topConnNode1" refType="h" fact="0.76"/>
                  <dgm:constr type="b" for="ch" forName="topConnNode1" refType="t" refFor="ch" refForName="rootText1"/>
                </dgm:constrLst>
              </dgm:if>
              <dgm:if name="Name13" func="var" arg="hierBranch" op="equ" val="l">
                <dgm:constrLst>
                  <dgm:constr type="l" for="ch" forName="rootText1"/>
                  <dgm:constr type="t" for="ch" forName="rootText1" refType="h" fact="0.18"/>
                  <dgm:constr type="w" for="ch" forName="rootText1" refType="w"/>
                  <dgm:constr type="h" for="ch" forName="rootText1" refType="h" fact="0.64"/>
                  <dgm:constr type="l" for="ch" forName="topArc1" refType="w" fact="0.25"/>
                  <dgm:constr type="t" for="ch" forName="topArc1"/>
                  <dgm:constr type="w" for="ch" forName="topArc1" refType="h" refFor="ch" refForName="topArc1"/>
                  <dgm:constr type="h" for="ch" forName="topArc1" refType="h"/>
                  <dgm:constr type="l" for="ch" forName="bottomArc1" refType="w" fact="0.25"/>
                  <dgm:constr type="t" for="ch" forName="bottomArc1"/>
                  <dgm:constr type="w" for="ch" forName="bottomArc1" refType="h" refFor="ch" refForName="bottomArc1"/>
                  <dgm:constr type="h" for="ch" forName="bottomArc1" refType="h"/>
                  <dgm:constr type="ctrX" for="ch" forName="topConnNode1" refType="w" fact="0.5"/>
                  <dgm:constr type="t" for="ch" forName="topConnNode1"/>
                  <dgm:constr type="w" for="ch" forName="topConnNode1" refType="h" fact="0.76"/>
                  <dgm:constr type="b" for="ch" forName="topConnNode1" refType="t" refFor="ch" refForName="rootText1"/>
                </dgm:constrLst>
              </dgm:if>
              <dgm:if name="Name14" func="var" arg="hierBranch" op="equ" val="r">
                <dgm:constrLst>
                  <dgm:constr type="l" for="ch" forName="rootText1"/>
                  <dgm:constr type="t" for="ch" forName="rootText1" refType="h" fact="0.18"/>
                  <dgm:constr type="w" for="ch" forName="rootText1" refType="w"/>
                  <dgm:constr type="h" for="ch" forName="rootText1" refType="h" fact="0.64"/>
                  <dgm:constr type="l" for="ch" forName="topArc1" refType="w" fact="0.25"/>
                  <dgm:constr type="t" for="ch" forName="topArc1"/>
                  <dgm:constr type="w" for="ch" forName="topArc1" refType="h" refFor="ch" refForName="topArc1"/>
                  <dgm:constr type="h" for="ch" forName="topArc1" refType="h"/>
                  <dgm:constr type="l" for="ch" forName="bottomArc1" refType="w" fact="0.25"/>
                  <dgm:constr type="t" for="ch" forName="bottomArc1"/>
                  <dgm:constr type="w" for="ch" forName="bottomArc1" refType="h" refFor="ch" refForName="bottomArc1"/>
                  <dgm:constr type="h" for="ch" forName="bottomArc1" refType="h"/>
                  <dgm:constr type="ctrX" for="ch" forName="topConnNode1" refType="w" fact="0.5"/>
                  <dgm:constr type="t" for="ch" forName="topConnNode1"/>
                  <dgm:constr type="w" for="ch" forName="topConnNode1" refType="h" fact="0.76"/>
                  <dgm:constr type="b" for="ch" forName="topConnNode1" refType="t" refFor="ch" refForName="rootText1"/>
                </dgm:constrLst>
              </dgm:if>
              <dgm:else name="Name15">
                <dgm:constrLst>
                  <dgm:constr type="l" for="ch" forName="rootText1"/>
                  <dgm:constr type="t" for="ch" forName="rootText1" refType="h" fact="0.18"/>
                  <dgm:constr type="w" for="ch" forName="rootText1" refType="w"/>
                  <dgm:constr type="h" for="ch" forName="rootText1" refType="h" fact="0.64"/>
                  <dgm:constr type="l" for="ch" forName="topArc1" refType="w" fact="0.25"/>
                  <dgm:constr type="t" for="ch" forName="topArc1"/>
                  <dgm:constr type="w" for="ch" forName="topArc1" refType="h" refFor="ch" refForName="topArc1"/>
                  <dgm:constr type="h" for="ch" forName="topArc1" refType="h"/>
                  <dgm:constr type="l" for="ch" forName="bottomArc1" refType="w" fact="0.25"/>
                  <dgm:constr type="t" for="ch" forName="bottomArc1"/>
                  <dgm:constr type="w" for="ch" forName="bottomArc1" refType="h" refFor="ch" refForName="bottomArc1"/>
                  <dgm:constr type="h" for="ch" forName="bottomArc1" refType="h"/>
                  <dgm:constr type="ctrX" for="ch" forName="topConnNode1" refType="w" fact="0.5"/>
                  <dgm:constr type="t" for="ch" forName="topConnNode1"/>
                  <dgm:constr type="w" for="ch" forName="topConnNode1" refType="h" fact="0.76"/>
                  <dgm:constr type="b" for="ch" forName="topConnNode1" refType="t" refFor="ch" refForName="rootText1"/>
                </dgm:constrLst>
              </dgm:else>
            </dgm:choose>
            <dgm:layoutNode name="rootText1" styleLbl="alignAcc1">
              <dgm:varLst>
                <dgm:chPref val="3"/>
              </dgm:varLst>
              <dgm:alg type="tx"/>
              <dgm:shape xmlns:r="http://schemas.openxmlformats.org/officeDocument/2006/relationships" type="rect" r:blip="" hideGeom="1">
                <dgm:adjLst/>
              </dgm:shape>
              <dgm:presOf axis="self" ptType="node" cnt="1"/>
              <dgm:constrLst>
                <dgm:constr type="primFontSz" val="65"/>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layoutNode name="topArc1" styleLbl="parChTrans1D1" moveWith="rootText1">
              <dgm:alg type="sp"/>
              <dgm:shape xmlns:r="http://schemas.openxmlformats.org/officeDocument/2006/relationships" type="arc" r:blip="" zOrderOff="-2">
                <dgm:adjLst>
                  <dgm:adj idx="1" val="-140"/>
                  <dgm:adj idx="2" val="-40"/>
                </dgm:adjLst>
              </dgm:shape>
              <dgm:presOf/>
            </dgm:layoutNode>
            <dgm:layoutNode name="bottomArc1" styleLbl="parChTrans1D1" moveWith="rootText1">
              <dgm:alg type="sp"/>
              <dgm:shape xmlns:r="http://schemas.openxmlformats.org/officeDocument/2006/relationships" type="arc" r:blip="" zOrderOff="-2">
                <dgm:adjLst>
                  <dgm:adj idx="1" val="40"/>
                  <dgm:adj idx="2" val="140"/>
                </dgm:adjLst>
              </dgm:shape>
              <dgm:presOf/>
            </dgm:layoutNode>
            <dgm:layoutNode name="topConnNode1" moveWith="rootText1">
              <dgm:alg type="sp"/>
              <dgm:shape xmlns:r="http://schemas.openxmlformats.org/officeDocument/2006/relationships" type="rect" r:blip="" hideGeom="1">
                <dgm:adjLst/>
              </dgm:shape>
              <dgm:presOf axis="self" ptType="node" cnt="1"/>
            </dgm:layoutNode>
          </dgm:layoutNode>
          <dgm:layoutNode name="hierChild2">
            <dgm:choose name="Name16">
              <dgm:if name="Name17" func="var" arg="hierBranch" op="equ" val="l">
                <dgm:alg type="hierChild">
                  <dgm:param type="chAlign" val="r"/>
                  <dgm:param type="linDir" val="fromT"/>
                </dgm:alg>
              </dgm:if>
              <dgm:if name="Name18" func="var" arg="hierBranch" op="equ" val="r">
                <dgm:alg type="hierChild">
                  <dgm:param type="chAlign" val="l"/>
                  <dgm:param type="linDir" val="fromT"/>
                </dgm:alg>
              </dgm:if>
              <dgm:if name="Name19" func="var" arg="hierBranch" op="equ" val="hang">
                <dgm:choose name="Name20">
                  <dgm:if name="Name21" func="var" arg="dir" op="equ" val="norm">
                    <dgm:alg type="hierChild">
                      <dgm:param type="chAlign" val="l"/>
                      <dgm:param type="linDir" val="fromL"/>
                      <dgm:param type="secChAlign" val="t"/>
                      <dgm:param type="secLinDir" val="fromT"/>
                    </dgm:alg>
                  </dgm:if>
                  <dgm:else name="Name22">
                    <dgm:alg type="hierChild">
                      <dgm:param type="chAlign" val="l"/>
                      <dgm:param type="linDir" val="fromR"/>
                      <dgm:param type="secChAlign" val="t"/>
                      <dgm:param type="secLinDir" val="fromT"/>
                    </dgm:alg>
                  </dgm:else>
                </dgm:choose>
              </dgm:if>
              <dgm:else name="Name23">
                <dgm:choose name="Name24">
                  <dgm:if name="Name25" func="var" arg="dir" op="equ" val="norm">
                    <dgm:alg type="hierChild"/>
                  </dgm:if>
                  <dgm:else name="Name26">
                    <dgm:alg type="hierChild">
                      <dgm:param type="linDir" val="fromR"/>
                    </dgm:alg>
                  </dgm:else>
                </dgm:choose>
              </dgm:else>
            </dgm:choose>
            <dgm:shape xmlns:r="http://schemas.openxmlformats.org/officeDocument/2006/relationships" r:blip="">
              <dgm:adjLst/>
            </dgm:shape>
            <dgm:presOf/>
            <dgm:forEach name="rep2a" axis="ch" ptType="nonAsst">
              <dgm:forEach name="Name27" axis="precedSib" ptType="parTrans" st="-1" cnt="1">
                <dgm:layoutNode name="Name28">
                  <dgm:choose name="Name29">
                    <dgm:if name="Name30" func="var" arg="hierBranch" op="equ" val="std">
                      <dgm:choose name="Name31">
                        <dgm:if name="Name32" axis="self" func="depth" op="lte" val="2">
                          <dgm:alg type="conn">
                            <dgm:param type="connRout" val="bend"/>
                            <dgm:param type="dim" val="1D"/>
                            <dgm:param type="endSty" val="noArr"/>
                            <dgm:param type="begPts" val="bCtr"/>
                            <dgm:param type="endPts" val="tCtr"/>
                            <dgm:param type="bendPt" val="end"/>
                            <dgm:param type="srcNode" val="bottomArc1"/>
                            <dgm:param type="dstNode" val="topArc2"/>
                          </dgm:alg>
                        </dgm:if>
                        <dgm:if name="Name33" axis="par" ptType="asst" func="cnt" op="equ" val="1">
                          <dgm:alg type="conn">
                            <dgm:param type="connRout" val="bend"/>
                            <dgm:param type="dim" val="1D"/>
                            <dgm:param type="endSty" val="noArr"/>
                            <dgm:param type="begPts" val="bCtr"/>
                            <dgm:param type="endPts" val="tCtr"/>
                            <dgm:param type="bendPt" val="end"/>
                            <dgm:param type="srcNode" val="bottomArc3"/>
                            <dgm:param type="dstNode" val="topArc2"/>
                          </dgm:alg>
                        </dgm:if>
                        <dgm:else name="Name34">
                          <dgm:alg type="conn">
                            <dgm:param type="connRout" val="bend"/>
                            <dgm:param type="dim" val="1D"/>
                            <dgm:param type="endSty" val="noArr"/>
                            <dgm:param type="begPts" val="bCtr"/>
                            <dgm:param type="endPts" val="tCtr"/>
                            <dgm:param type="bendPt" val="end"/>
                            <dgm:param type="srcNode" val="bottomArc2"/>
                            <dgm:param type="dstNode" val="topArc2"/>
                          </dgm:alg>
                        </dgm:else>
                      </dgm:choose>
                    </dgm:if>
                    <dgm:if name="Name35" func="var" arg="hierBranch" op="equ" val="init">
                      <dgm:choose name="Name36">
                        <dgm:if name="Name37" axis="self" func="depth" op="lte" val="2">
                          <dgm:choose name="Name38">
                            <dgm:if name="Name39" axis="self" func="depth" op="lte" val="2">
                              <dgm:alg type="conn">
                                <dgm:param type="connRout" val="bend"/>
                                <dgm:param type="dim" val="1D"/>
                                <dgm:param type="endSty" val="noArr"/>
                                <dgm:param type="begPts" val="bCtr"/>
                                <dgm:param type="endPts" val="tCtr"/>
                                <dgm:param type="bendPt" val="end"/>
                                <dgm:param type="srcNode" val="bottomArc1"/>
                                <dgm:param type="dstNode" val="topArc2"/>
                              </dgm:alg>
                            </dgm:if>
                            <dgm:if name="Name40" axis="par" ptType="asst" func="cnt" op="equ" val="1">
                              <dgm:alg type="conn">
                                <dgm:param type="connRout" val="bend"/>
                                <dgm:param type="dim" val="1D"/>
                                <dgm:param type="endSty" val="noArr"/>
                                <dgm:param type="begPts" val="bCtr"/>
                                <dgm:param type="endPts" val="tCtr"/>
                                <dgm:param type="bendPt" val="end"/>
                                <dgm:param type="srcNode" val="bottomArc3"/>
                                <dgm:param type="dstNode" val="topArc2"/>
                              </dgm:alg>
                            </dgm:if>
                            <dgm:else name="Name41">
                              <dgm:alg type="conn">
                                <dgm:param type="connRout" val="bend"/>
                                <dgm:param type="dim" val="1D"/>
                                <dgm:param type="endSty" val="noArr"/>
                                <dgm:param type="begPts" val="bCtr"/>
                                <dgm:param type="endPts" val="tCtr"/>
                                <dgm:param type="bendPt" val="end"/>
                                <dgm:param type="srcNode" val="bottomArc2"/>
                                <dgm:param type="dstNode" val="topArc2"/>
                              </dgm:alg>
                            </dgm:else>
                          </dgm:choose>
                        </dgm:if>
                        <dgm:else name="Name42">
                          <dgm:choose name="Name43">
                            <dgm:if name="Name44" axis="par des" func="maxDepth" op="lte" val="1">
                              <dgm:choose name="Name45">
                                <dgm:if name="Name46" axis="self" func="depth" op="lte" val="2">
                                  <dgm:alg type="conn">
                                    <dgm:param type="connRout" val="bend"/>
                                    <dgm:param type="dim" val="1D"/>
                                    <dgm:param type="endSty" val="noArr"/>
                                    <dgm:param type="begPts" val="bCtr"/>
                                    <dgm:param type="endPts" val="bL bR"/>
                                    <dgm:param type="srcNode" val="bottomArc1"/>
                                    <dgm:param type="dstNode" val="topConnNode2"/>
                                  </dgm:alg>
                                </dgm:if>
                                <dgm:if name="Name47" axis="par" ptType="asst" func="cnt" op="equ" val="1">
                                  <dgm:alg type="conn">
                                    <dgm:param type="connRout" val="bend"/>
                                    <dgm:param type="dim" val="1D"/>
                                    <dgm:param type="endSty" val="noArr"/>
                                    <dgm:param type="begPts" val="bCtr"/>
                                    <dgm:param type="endPts" val="bL bR"/>
                                    <dgm:param type="srcNode" val="bottomArc3"/>
                                    <dgm:param type="dstNode" val="topConnNode2"/>
                                  </dgm:alg>
                                </dgm:if>
                                <dgm:else name="Name48">
                                  <dgm:alg type="conn">
                                    <dgm:param type="connRout" val="bend"/>
                                    <dgm:param type="dim" val="1D"/>
                                    <dgm:param type="endSty" val="noArr"/>
                                    <dgm:param type="begPts" val="bCtr"/>
                                    <dgm:param type="endPts" val="bL bR"/>
                                    <dgm:param type="srcNode" val="bottomArc2"/>
                                    <dgm:param type="dstNode" val="topConnNode2"/>
                                  </dgm:alg>
                                </dgm:else>
                              </dgm:choose>
                            </dgm:if>
                            <dgm:else name="Name49">
                              <dgm:choose name="Name50">
                                <dgm:if name="Name51" axis="self" func="depth" op="lte" val="2">
                                  <dgm:alg type="conn">
                                    <dgm:param type="connRout" val="bend"/>
                                    <dgm:param type="dim" val="1D"/>
                                    <dgm:param type="endSty" val="noArr"/>
                                    <dgm:param type="begPts" val="bCtr"/>
                                    <dgm:param type="endPts" val="tCtr"/>
                                    <dgm:param type="bendPt" val="end"/>
                                    <dgm:param type="srcNode" val="bottomArc1"/>
                                    <dgm:param type="dstNode" val="topArc2"/>
                                  </dgm:alg>
                                </dgm:if>
                                <dgm:if name="Name52" axis="par" ptType="asst" func="cnt" op="equ" val="1">
                                  <dgm:alg type="conn">
                                    <dgm:param type="connRout" val="bend"/>
                                    <dgm:param type="dim" val="1D"/>
                                    <dgm:param type="endSty" val="noArr"/>
                                    <dgm:param type="begPts" val="bCtr"/>
                                    <dgm:param type="endPts" val="tCtr"/>
                                    <dgm:param type="bendPt" val="end"/>
                                    <dgm:param type="srcNode" val="bottomArc3"/>
                                    <dgm:param type="dstNode" val="topArc2"/>
                                  </dgm:alg>
                                </dgm:if>
                                <dgm:else name="Name53">
                                  <dgm:alg type="conn">
                                    <dgm:param type="connRout" val="bend"/>
                                    <dgm:param type="dim" val="1D"/>
                                    <dgm:param type="endSty" val="noArr"/>
                                    <dgm:param type="begPts" val="bCtr"/>
                                    <dgm:param type="endPts" val="tCtr"/>
                                    <dgm:param type="bendPt" val="end"/>
                                    <dgm:param type="srcNode" val="bottomArc2"/>
                                    <dgm:param type="dstNode" val="topArc2"/>
                                  </dgm:alg>
                                </dgm:else>
                              </dgm:choose>
                            </dgm:else>
                          </dgm:choose>
                        </dgm:else>
                      </dgm:choose>
                    </dgm:if>
                    <dgm:else name="Name54">
                      <dgm:choose name="Name55">
                        <dgm:if name="Name56" axis="self" func="depth" op="lte" val="2">
                          <dgm:alg type="conn">
                            <dgm:param type="connRout" val="bend"/>
                            <dgm:param type="dim" val="1D"/>
                            <dgm:param type="endSty" val="noArr"/>
                            <dgm:param type="begPts" val="bCtr"/>
                            <dgm:param type="endPts" val="bL bR"/>
                            <dgm:param type="srcNode" val="bottomArc1"/>
                            <dgm:param type="dstNode" val="topConnNode2"/>
                          </dgm:alg>
                        </dgm:if>
                        <dgm:if name="Name57" axis="par" ptType="asst" func="cnt" op="equ" val="1">
                          <dgm:alg type="conn">
                            <dgm:param type="connRout" val="bend"/>
                            <dgm:param type="dim" val="1D"/>
                            <dgm:param type="endSty" val="noArr"/>
                            <dgm:param type="begPts" val="bCtr"/>
                            <dgm:param type="endPts" val="bL bR"/>
                            <dgm:param type="srcNode" val="bottomArc3"/>
                            <dgm:param type="dstNode" val="topConnNode2"/>
                          </dgm:alg>
                        </dgm:if>
                        <dgm:else name="Name58">
                          <dgm:alg type="conn">
                            <dgm:param type="connRout" val="bend"/>
                            <dgm:param type="dim" val="1D"/>
                            <dgm:param type="endSty" val="noArr"/>
                            <dgm:param type="begPts" val="bCtr"/>
                            <dgm:param type="endPts" val="bL bR"/>
                            <dgm:param type="srcNode" val="bottomArc2"/>
                            <dgm:param type="dstNode" val="topConnNode2"/>
                          </dgm:alg>
                        </dgm:else>
                      </dgm:choose>
                    </dgm:else>
                  </dgm:choose>
                  <dgm:shape xmlns:r="http://schemas.openxmlformats.org/officeDocument/2006/relationships" type="conn" r:blip="" zOrderOff="-99999">
                    <dgm:adjLst/>
                  </dgm:shape>
                  <dgm:presOf axis="self"/>
                  <dgm:constrLst>
                    <dgm:constr type="begPad"/>
                    <dgm:constr type="endPad"/>
                  </dgm:constrLst>
                </dgm:layoutNode>
              </dgm:forEach>
              <dgm:layoutNode name="hierRoot2">
                <dgm:varLst>
                  <dgm:hierBranch val="init"/>
                </dgm:varLst>
                <dgm:choose name="Name59">
                  <dgm:if name="Name60" func="var" arg="hierBranch" op="equ" val="l">
                    <dgm:alg type="hierRoot">
                      <dgm:param type="hierAlign" val="tR"/>
                    </dgm:alg>
                    <dgm:shape xmlns:r="http://schemas.openxmlformats.org/officeDocument/2006/relationships" r:blip="">
                      <dgm:adjLst/>
                    </dgm:shape>
                    <dgm:presOf/>
                    <dgm:constrLst>
                      <dgm:constr type="alignOff" val="0.65"/>
                    </dgm:constrLst>
                  </dgm:if>
                  <dgm:if name="Name61" func="var" arg="hierBranch" op="equ" val="r">
                    <dgm:alg type="hierRoot">
                      <dgm:param type="hierAlign" val="tL"/>
                    </dgm:alg>
                    <dgm:shape xmlns:r="http://schemas.openxmlformats.org/officeDocument/2006/relationships" r:blip="">
                      <dgm:adjLst/>
                    </dgm:shape>
                    <dgm:presOf/>
                    <dgm:constrLst>
                      <dgm:constr type="alignOff" val="0.65"/>
                    </dgm:constrLst>
                  </dgm:if>
                  <dgm:if name="Name62" func="var" arg="hierBranch" op="equ" val="std">
                    <dgm:alg type="hierRoot"/>
                    <dgm:shape xmlns:r="http://schemas.openxmlformats.org/officeDocument/2006/relationships" r:blip="">
                      <dgm:adjLst/>
                    </dgm:shape>
                    <dgm:presOf/>
                    <dgm:constrLst>
                      <dgm:constr type="alignOff"/>
                      <dgm:constr type="bendDist" for="des" ptType="parTrans" refType="sp" fact="0.5"/>
                    </dgm:constrLst>
                  </dgm:if>
                  <dgm:if name="Name63" func="var" arg="hierBranch" op="equ" val="init">
                    <dgm:choose name="Name64">
                      <dgm:if name="Name65" axis="des" func="maxDepth" op="lte" val="1">
                        <dgm:alg type="hierRoot">
                          <dgm:param type="hierAlign" val="tL"/>
                        </dgm:alg>
                        <dgm:shape xmlns:r="http://schemas.openxmlformats.org/officeDocument/2006/relationships" r:blip="">
                          <dgm:adjLst/>
                        </dgm:shape>
                        <dgm:presOf/>
                        <dgm:constrLst>
                          <dgm:constr type="alignOff" val="0.65"/>
                        </dgm:constrLst>
                      </dgm:if>
                      <dgm:else name="Name66">
                        <dgm:alg type="hierRoot"/>
                        <dgm:shape xmlns:r="http://schemas.openxmlformats.org/officeDocument/2006/relationships" r:blip="">
                          <dgm:adjLst/>
                        </dgm:shape>
                        <dgm:presOf/>
                        <dgm:constrLst>
                          <dgm:constr type="alignOff"/>
                          <dgm:constr type="bendDist" for="des" ptType="parTrans" refType="sp" fact="0.5"/>
                        </dgm:constrLst>
                      </dgm:else>
                    </dgm:choose>
                  </dgm:if>
                  <dgm:else name="Name67">
                    <dgm:alg type="hierRoot"/>
                    <dgm:shape xmlns:r="http://schemas.openxmlformats.org/officeDocument/2006/relationships" r:blip="">
                      <dgm:adjLst/>
                    </dgm:shape>
                    <dgm:presOf/>
                    <dgm:constrLst>
                      <dgm:constr type="alignOff" val="0.65"/>
                    </dgm:constrLst>
                  </dgm:else>
                </dgm:choose>
                <dgm:layoutNode name="rootComposite2">
                  <dgm:alg type="composite"/>
                  <dgm:shape xmlns:r="http://schemas.openxmlformats.org/officeDocument/2006/relationships" r:blip="">
                    <dgm:adjLst/>
                  </dgm:shape>
                  <dgm:presOf axis="self" ptType="node" cnt="1"/>
                  <dgm:choose name="Name68">
                    <dgm:if name="Name69" func="var" arg="hierBranch" op="equ" val="init">
                      <dgm:constrLst>
                        <dgm:constr type="l" for="ch" forName="rootText2"/>
                        <dgm:constr type="t" for="ch" forName="rootText2" refType="h" fact="0.18"/>
                        <dgm:constr type="w" for="ch" forName="rootText2" refType="w"/>
                        <dgm:constr type="h" for="ch" forName="rootText2" refType="h" fact="0.64"/>
                        <dgm:constr type="l" for="ch" forName="topArc2" refType="w" fact="0.25"/>
                        <dgm:constr type="t" for="ch" forName="topArc2"/>
                        <dgm:constr type="w" for="ch" forName="topArc2" refType="h" refFor="ch" refForName="topArc2"/>
                        <dgm:constr type="h" for="ch" forName="topArc2" refType="h"/>
                        <dgm:constr type="l" for="ch" forName="bottomArc2" refType="w" fact="0.25"/>
                        <dgm:constr type="t" for="ch" forName="bottomArc2"/>
                        <dgm:constr type="w" for="ch" forName="bottomArc2" refType="h" refFor="ch" refForName="bottomArc2"/>
                        <dgm:constr type="h" for="ch" forName="bottomArc2" refType="h"/>
                        <dgm:constr type="ctrX" for="ch" forName="topConnNode2" refType="w" fact="0.5"/>
                        <dgm:constr type="t" for="ch" forName="topConnNode2"/>
                        <dgm:constr type="w" for="ch" forName="topConnNode2" refType="h" fact="0.76"/>
                        <dgm:constr type="b" for="ch" forName="topConnNode2" refType="t" refFor="ch" refForName="rootText2"/>
                      </dgm:constrLst>
                    </dgm:if>
                    <dgm:if name="Name70" func="var" arg="hierBranch" op="equ" val="l">
                      <dgm:constrLst>
                        <dgm:constr type="l" for="ch" forName="rootText2"/>
                        <dgm:constr type="t" for="ch" forName="rootText2" refType="h" fact="0.18"/>
                        <dgm:constr type="w" for="ch" forName="rootText2" refType="w"/>
                        <dgm:constr type="h" for="ch" forName="rootText2" refType="h" fact="0.64"/>
                        <dgm:constr type="l" for="ch" forName="topArc2" refType="w" fact="0.25"/>
                        <dgm:constr type="t" for="ch" forName="topArc2"/>
                        <dgm:constr type="w" for="ch" forName="topArc2" refType="h" refFor="ch" refForName="topArc2"/>
                        <dgm:constr type="h" for="ch" forName="topArc2" refType="h"/>
                        <dgm:constr type="l" for="ch" forName="bottomArc2" refType="w" fact="0.25"/>
                        <dgm:constr type="t" for="ch" forName="bottomArc2"/>
                        <dgm:constr type="w" for="ch" forName="bottomArc2" refType="h" refFor="ch" refForName="bottomArc2"/>
                        <dgm:constr type="h" for="ch" forName="bottomArc2" refType="h"/>
                        <dgm:constr type="ctrX" for="ch" forName="topConnNode2" refType="w" fact="0.5"/>
                        <dgm:constr type="t" for="ch" forName="topConnNode2"/>
                        <dgm:constr type="w" for="ch" forName="topConnNode2" refType="h" fact="0.76"/>
                        <dgm:constr type="b" for="ch" forName="topConnNode2" refType="t" refFor="ch" refForName="rootText2"/>
                      </dgm:constrLst>
                    </dgm:if>
                    <dgm:if name="Name71" func="var" arg="hierBranch" op="equ" val="r">
                      <dgm:constrLst>
                        <dgm:constr type="l" for="ch" forName="rootText2"/>
                        <dgm:constr type="t" for="ch" forName="rootText2" refType="h" fact="0.18"/>
                        <dgm:constr type="w" for="ch" forName="rootText2" refType="w"/>
                        <dgm:constr type="h" for="ch" forName="rootText2" refType="h" fact="0.64"/>
                        <dgm:constr type="l" for="ch" forName="topArc2" refType="w" fact="0.25"/>
                        <dgm:constr type="t" for="ch" forName="topArc2"/>
                        <dgm:constr type="w" for="ch" forName="topArc2" refType="h" refFor="ch" refForName="topArc2"/>
                        <dgm:constr type="h" for="ch" forName="topArc2" refType="h"/>
                        <dgm:constr type="l" for="ch" forName="bottomArc2" refType="w" fact="0.25"/>
                        <dgm:constr type="t" for="ch" forName="bottomArc2"/>
                        <dgm:constr type="w" for="ch" forName="bottomArc2" refType="h" refFor="ch" refForName="bottomArc2"/>
                        <dgm:constr type="h" for="ch" forName="bottomArc2" refType="h"/>
                        <dgm:constr type="ctrX" for="ch" forName="topConnNode2" refType="w" fact="0.5"/>
                        <dgm:constr type="t" for="ch" forName="topConnNode2"/>
                        <dgm:constr type="w" for="ch" forName="topConnNode2" refType="h" fact="0.76"/>
                        <dgm:constr type="b" for="ch" forName="topConnNode2" refType="t" refFor="ch" refForName="rootText2"/>
                      </dgm:constrLst>
                    </dgm:if>
                    <dgm:else name="Name72">
                      <dgm:constrLst>
                        <dgm:constr type="l" for="ch" forName="rootText2"/>
                        <dgm:constr type="t" for="ch" forName="rootText2" refType="h" fact="0.18"/>
                        <dgm:constr type="w" for="ch" forName="rootText2" refType="w"/>
                        <dgm:constr type="h" for="ch" forName="rootText2" refType="h" fact="0.64"/>
                        <dgm:constr type="l" for="ch" forName="topArc2" refType="w" fact="0.25"/>
                        <dgm:constr type="t" for="ch" forName="topArc2"/>
                        <dgm:constr type="w" for="ch" forName="topArc2" refType="h" refFor="ch" refForName="topArc2"/>
                        <dgm:constr type="h" for="ch" forName="topArc2" refType="h"/>
                        <dgm:constr type="l" for="ch" forName="bottomArc2" refType="w" fact="0.25"/>
                        <dgm:constr type="t" for="ch" forName="bottomArc2"/>
                        <dgm:constr type="w" for="ch" forName="bottomArc2" refType="h" refFor="ch" refForName="bottomArc2"/>
                        <dgm:constr type="h" for="ch" forName="bottomArc2" refType="h"/>
                        <dgm:constr type="ctrX" for="ch" forName="topConnNode2" refType="w" fact="0.5"/>
                        <dgm:constr type="t" for="ch" forName="topConnNode2"/>
                        <dgm:constr type="w" for="ch" forName="topConnNode2" refType="h" fact="0.76"/>
                        <dgm:constr type="b" for="ch" forName="topConnNode2" refType="t" refFor="ch" refForName="rootText2"/>
                      </dgm:constrLst>
                    </dgm:else>
                  </dgm:choose>
                  <dgm:layoutNode name="rootText2" styleLbl="alignAcc1">
                    <dgm:varLst>
                      <dgm:chPref val="3"/>
                    </dgm:varLst>
                    <dgm:alg type="tx"/>
                    <dgm:shape xmlns:r="http://schemas.openxmlformats.org/officeDocument/2006/relationships" type="rect" r:blip="" hideGeom="1">
                      <dgm:adjLst/>
                    </dgm:shape>
                    <dgm:presOf axis="self" ptType="node" cnt="1"/>
                    <dgm:constrLst>
                      <dgm:constr type="primFontSz" val="65"/>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layoutNode name="topArc2" styleLbl="parChTrans1D1" moveWith="rootText2">
                    <dgm:alg type="sp"/>
                    <dgm:shape xmlns:r="http://schemas.openxmlformats.org/officeDocument/2006/relationships" type="arc" r:blip="" zOrderOff="-2">
                      <dgm:adjLst>
                        <dgm:adj idx="1" val="-140"/>
                        <dgm:adj idx="2" val="-40"/>
                      </dgm:adjLst>
                    </dgm:shape>
                    <dgm:presOf/>
                  </dgm:layoutNode>
                  <dgm:layoutNode name="bottomArc2" styleLbl="parChTrans1D1" moveWith="rootText2">
                    <dgm:alg type="sp"/>
                    <dgm:shape xmlns:r="http://schemas.openxmlformats.org/officeDocument/2006/relationships" type="arc" r:blip="" zOrderOff="-2">
                      <dgm:adjLst>
                        <dgm:adj idx="1" val="40"/>
                        <dgm:adj idx="2" val="140"/>
                      </dgm:adjLst>
                    </dgm:shape>
                    <dgm:presOf/>
                  </dgm:layoutNode>
                  <dgm:layoutNode name="topConnNode2" moveWith="rootText2">
                    <dgm:alg type="sp"/>
                    <dgm:shape xmlns:r="http://schemas.openxmlformats.org/officeDocument/2006/relationships" type="rect" r:blip="" hideGeom="1">
                      <dgm:adjLst/>
                    </dgm:shape>
                    <dgm:presOf axis="self" ptType="node" cnt="1"/>
                  </dgm:layoutNode>
                </dgm:layoutNode>
                <dgm:layoutNode name="hierChild4">
                  <dgm:choose name="Name73">
                    <dgm:if name="Name74" func="var" arg="hierBranch" op="equ" val="l">
                      <dgm:alg type="hierChild">
                        <dgm:param type="chAlign" val="r"/>
                        <dgm:param type="linDir" val="fromT"/>
                      </dgm:alg>
                    </dgm:if>
                    <dgm:if name="Name75" func="var" arg="hierBranch" op="equ" val="r">
                      <dgm:alg type="hierChild">
                        <dgm:param type="chAlign" val="l"/>
                        <dgm:param type="linDir" val="fromT"/>
                      </dgm:alg>
                    </dgm:if>
                    <dgm:if name="Name76" func="var" arg="hierBranch" op="equ" val="hang">
                      <dgm:choose name="Name77">
                        <dgm:if name="Name78" func="var" arg="dir" op="equ" val="norm">
                          <dgm:alg type="hierChild">
                            <dgm:param type="chAlign" val="l"/>
                            <dgm:param type="linDir" val="fromL"/>
                            <dgm:param type="secChAlign" val="t"/>
                            <dgm:param type="secLinDir" val="fromT"/>
                          </dgm:alg>
                        </dgm:if>
                        <dgm:else name="Name79">
                          <dgm:alg type="hierChild">
                            <dgm:param type="chAlign" val="l"/>
                            <dgm:param type="linDir" val="fromR"/>
                            <dgm:param type="secChAlign" val="t"/>
                            <dgm:param type="secLinDir" val="fromT"/>
                          </dgm:alg>
                        </dgm:else>
                      </dgm:choose>
                    </dgm:if>
                    <dgm:if name="Name80" func="var" arg="hierBranch" op="equ" val="std">
                      <dgm:choose name="Name81">
                        <dgm:if name="Name82" func="var" arg="dir" op="equ" val="norm">
                          <dgm:alg type="hierChild"/>
                        </dgm:if>
                        <dgm:else name="Name83">
                          <dgm:alg type="hierChild">
                            <dgm:param type="linDir" val="fromR"/>
                          </dgm:alg>
                        </dgm:else>
                      </dgm:choose>
                    </dgm:if>
                    <dgm:if name="Name84" func="var" arg="hierBranch" op="equ" val="init">
                      <dgm:choose name="Name85">
                        <dgm:if name="Name86" axis="des" func="maxDepth" op="lte" val="1">
                          <dgm:alg type="hierChild">
                            <dgm:param type="chAlign" val="l"/>
                            <dgm:param type="linDir" val="fromT"/>
                          </dgm:alg>
                        </dgm:if>
                        <dgm:else name="Name87">
                          <dgm:choose name="Name88">
                            <dgm:if name="Name89" func="var" arg="dir" op="equ" val="norm">
                              <dgm:alg type="hierChild"/>
                            </dgm:if>
                            <dgm:else name="Name90">
                              <dgm:alg type="hierChild">
                                <dgm:param type="linDir" val="fromR"/>
                              </dgm:alg>
                            </dgm:else>
                          </dgm:choose>
                        </dgm:else>
                      </dgm:choose>
                    </dgm:if>
                    <dgm:else name="Name91"/>
                  </dgm:choose>
                  <dgm:shape xmlns:r="http://schemas.openxmlformats.org/officeDocument/2006/relationships" r:blip="">
                    <dgm:adjLst/>
                  </dgm:shape>
                  <dgm:presOf/>
                  <dgm:forEach name="Name92" ref="rep2a"/>
                </dgm:layoutNode>
                <dgm:layoutNode name="hierChild5">
                  <dgm:choose name="Name93">
                    <dgm:if name="Name94" func="var" arg="dir" op="equ" val="norm">
                      <dgm:alg type="hierChild">
                        <dgm:param type="chAlign" val="l"/>
                        <dgm:param type="linDir" val="fromL"/>
                        <dgm:param type="secChAlign" val="t"/>
                        <dgm:param type="secLinDir" val="fromT"/>
                      </dgm:alg>
                    </dgm:if>
                    <dgm:else name="Name95">
                      <dgm:alg type="hierChild">
                        <dgm:param type="chAlign" val="l"/>
                        <dgm:param type="linDir" val="fromR"/>
                        <dgm:param type="secChAlign" val="t"/>
                        <dgm:param type="secLinDir" val="fromT"/>
                      </dgm:alg>
                    </dgm:else>
                  </dgm:choose>
                  <dgm:shape xmlns:r="http://schemas.openxmlformats.org/officeDocument/2006/relationships" r:blip="">
                    <dgm:adjLst/>
                  </dgm:shape>
                  <dgm:presOf/>
                  <dgm:forEach name="Name96" ref="rep2b"/>
                </dgm:layoutNode>
              </dgm:layoutNode>
            </dgm:forEach>
          </dgm:layoutNode>
          <dgm:layoutNode name="hierChild3">
            <dgm:choose name="Name97">
              <dgm:if name="Name98" func="var" arg="dir" op="equ" val="norm">
                <dgm:alg type="hierChild">
                  <dgm:param type="chAlign" val="l"/>
                  <dgm:param type="linDir" val="fromL"/>
                  <dgm:param type="secChAlign" val="t"/>
                  <dgm:param type="secLinDir" val="fromT"/>
                </dgm:alg>
              </dgm:if>
              <dgm:else name="Name99">
                <dgm:alg type="hierChild">
                  <dgm:param type="chAlign" val="l"/>
                  <dgm:param type="linDir" val="fromR"/>
                  <dgm:param type="secChAlign" val="t"/>
                  <dgm:param type="secLinDir" val="fromT"/>
                </dgm:alg>
              </dgm:else>
            </dgm:choose>
            <dgm:shape xmlns:r="http://schemas.openxmlformats.org/officeDocument/2006/relationships" r:blip="">
              <dgm:adjLst/>
            </dgm:shape>
            <dgm:presOf/>
            <dgm:forEach name="rep2b" axis="ch" ptType="asst">
              <dgm:forEach name="Name100" axis="precedSib" ptType="parTrans" st="-1" cnt="1">
                <dgm:layoutNode name="Name101">
                  <dgm:choose name="Name102">
                    <dgm:if name="Name103" axis="self" func="depth" op="lte" val="2">
                      <dgm:alg type="conn">
                        <dgm:param type="connRout" val="bend"/>
                        <dgm:param type="dim" val="1D"/>
                        <dgm:param type="endSty" val="noArr"/>
                        <dgm:param type="begPts" val="bCtr"/>
                        <dgm:param type="endPts" val="bL bR"/>
                        <dgm:param type="srcNode" val="bottomArc1"/>
                        <dgm:param type="dstNode" val="topConnNode3"/>
                      </dgm:alg>
                    </dgm:if>
                    <dgm:if name="Name104" axis="par" ptType="asst" func="cnt" op="equ" val="1">
                      <dgm:alg type="conn">
                        <dgm:param type="connRout" val="bend"/>
                        <dgm:param type="dim" val="1D"/>
                        <dgm:param type="endSty" val="noArr"/>
                        <dgm:param type="begPts" val="bCtr"/>
                        <dgm:param type="endPts" val="bL bR"/>
                        <dgm:param type="srcNode" val="bottomArc3"/>
                        <dgm:param type="dstNode" val="topConnNode3"/>
                      </dgm:alg>
                    </dgm:if>
                    <dgm:else name="Name105">
                      <dgm:alg type="conn">
                        <dgm:param type="connRout" val="bend"/>
                        <dgm:param type="dim" val="1D"/>
                        <dgm:param type="endSty" val="noArr"/>
                        <dgm:param type="begPts" val="bCtr"/>
                        <dgm:param type="endPts" val="bL bR"/>
                        <dgm:param type="srcNode" val="bottomArc2"/>
                        <dgm:param type="dstNode" val="topConnNode3"/>
                      </dgm:alg>
                    </dgm:else>
                  </dgm:choose>
                  <dgm:shape xmlns:r="http://schemas.openxmlformats.org/officeDocument/2006/relationships" type="conn" r:blip="" zOrderOff="-99999">
                    <dgm:adjLst/>
                  </dgm:shape>
                  <dgm:presOf axis="self"/>
                  <dgm:constrLst>
                    <dgm:constr type="begPad"/>
                    <dgm:constr type="endPad"/>
                  </dgm:constrLst>
                </dgm:layoutNode>
              </dgm:forEach>
              <dgm:layoutNode name="hierRoot3">
                <dgm:varLst>
                  <dgm:hierBranch val="init"/>
                </dgm:varLst>
                <dgm:choose name="Name106">
                  <dgm:if name="Name107" func="var" arg="hierBranch" op="equ" val="l">
                    <dgm:alg type="hierRoot">
                      <dgm:param type="hierAlign" val="tR"/>
                    </dgm:alg>
                    <dgm:shape xmlns:r="http://schemas.openxmlformats.org/officeDocument/2006/relationships" r:blip="">
                      <dgm:adjLst/>
                    </dgm:shape>
                    <dgm:presOf/>
                    <dgm:constrLst>
                      <dgm:constr type="alignOff" val="0.65"/>
                    </dgm:constrLst>
                  </dgm:if>
                  <dgm:if name="Name108" func="var" arg="hierBranch" op="equ" val="r">
                    <dgm:alg type="hierRoot">
                      <dgm:param type="hierAlign" val="tL"/>
                    </dgm:alg>
                    <dgm:shape xmlns:r="http://schemas.openxmlformats.org/officeDocument/2006/relationships" r:blip="">
                      <dgm:adjLst/>
                    </dgm:shape>
                    <dgm:presOf/>
                    <dgm:constrLst>
                      <dgm:constr type="alignOff" val="0.65"/>
                    </dgm:constrLst>
                  </dgm:if>
                  <dgm:if name="Name109" func="var" arg="hierBranch" op="equ" val="hang">
                    <dgm:alg type="hierRoot"/>
                    <dgm:shape xmlns:r="http://schemas.openxmlformats.org/officeDocument/2006/relationships" r:blip="">
                      <dgm:adjLst/>
                    </dgm:shape>
                    <dgm:presOf/>
                    <dgm:constrLst>
                      <dgm:constr type="alignOff" val="0.65"/>
                    </dgm:constrLst>
                  </dgm:if>
                  <dgm:if name="Name110" func="var" arg="hierBranch" op="equ" val="std">
                    <dgm:alg type="hierRoot"/>
                    <dgm:shape xmlns:r="http://schemas.openxmlformats.org/officeDocument/2006/relationships" r:blip="">
                      <dgm:adjLst/>
                    </dgm:shape>
                    <dgm:presOf/>
                    <dgm:constrLst>
                      <dgm:constr type="alignOff"/>
                      <dgm:constr type="bendDist" for="des" ptType="parTrans" refType="sp" fact="0.5"/>
                    </dgm:constrLst>
                  </dgm:if>
                  <dgm:if name="Name111" func="var" arg="hierBranch" op="equ" val="init">
                    <dgm:choose name="Name112">
                      <dgm:if name="Name113" axis="des" func="maxDepth" op="lte" val="1">
                        <dgm:alg type="hierRoot">
                          <dgm:param type="hierAlign" val="tL"/>
                        </dgm:alg>
                        <dgm:shape xmlns:r="http://schemas.openxmlformats.org/officeDocument/2006/relationships" r:blip="">
                          <dgm:adjLst/>
                        </dgm:shape>
                        <dgm:presOf/>
                        <dgm:constrLst>
                          <dgm:constr type="alignOff" val="0.65"/>
                        </dgm:constrLst>
                      </dgm:if>
                      <dgm:else name="Name114">
                        <dgm:alg type="hierRoot"/>
                        <dgm:shape xmlns:r="http://schemas.openxmlformats.org/officeDocument/2006/relationships" r:blip="">
                          <dgm:adjLst/>
                        </dgm:shape>
                        <dgm:presOf/>
                        <dgm:constrLst>
                          <dgm:constr type="alignOff"/>
                          <dgm:constr type="bendDist" for="des" ptType="parTrans" refType="sp" fact="0.5"/>
                        </dgm:constrLst>
                      </dgm:else>
                    </dgm:choose>
                  </dgm:if>
                  <dgm:else name="Name115"/>
                </dgm:choose>
                <dgm:layoutNode name="rootComposite3">
                  <dgm:alg type="composite"/>
                  <dgm:shape xmlns:r="http://schemas.openxmlformats.org/officeDocument/2006/relationships" r:blip="">
                    <dgm:adjLst/>
                  </dgm:shape>
                  <dgm:presOf axis="self" ptType="node" cnt="1"/>
                  <dgm:choose name="Name116">
                    <dgm:if name="Name117" func="var" arg="hierBranch" op="equ" val="init">
                      <dgm:constrLst>
                        <dgm:constr type="l" for="ch" forName="rootText3"/>
                        <dgm:constr type="t" for="ch" forName="rootText3" refType="h" fact="0.18"/>
                        <dgm:constr type="w" for="ch" forName="rootText3" refType="w"/>
                        <dgm:constr type="h" for="ch" forName="rootText3" refType="h" fact="0.64"/>
                        <dgm:constr type="l" for="ch" forName="topArc3" refType="w" fact="0.25"/>
                        <dgm:constr type="t" for="ch" forName="topArc3"/>
                        <dgm:constr type="w" for="ch" forName="topArc3" refType="h" refFor="ch" refForName="topArc3"/>
                        <dgm:constr type="h" for="ch" forName="topArc3" refType="h"/>
                        <dgm:constr type="l" for="ch" forName="bottomArc3" refType="w" fact="0.25"/>
                        <dgm:constr type="t" for="ch" forName="bottomArc3"/>
                        <dgm:constr type="w" for="ch" forName="bottomArc3" refType="h" refFor="ch" refForName="bottomArc3"/>
                        <dgm:constr type="h" for="ch" forName="bottomArc3" refType="h"/>
                        <dgm:constr type="ctrX" for="ch" forName="topConnNode3" refType="w" fact="0.5"/>
                        <dgm:constr type="t" for="ch" forName="topConnNode3"/>
                        <dgm:constr type="w" for="ch" forName="topConnNode3" refType="h" fact="0.76"/>
                        <dgm:constr type="b" for="ch" forName="topConnNode3" refType="t" refFor="ch" refForName="rootText3"/>
                      </dgm:constrLst>
                    </dgm:if>
                    <dgm:if name="Name118" func="var" arg="hierBranch" op="equ" val="l">
                      <dgm:constrLst>
                        <dgm:constr type="l" for="ch" forName="rootText3"/>
                        <dgm:constr type="t" for="ch" forName="rootText3" refType="h" fact="0.18"/>
                        <dgm:constr type="w" for="ch" forName="rootText3" refType="w"/>
                        <dgm:constr type="h" for="ch" forName="rootText3" refType="h" fact="0.64"/>
                        <dgm:constr type="l" for="ch" forName="topArc3" refType="w" fact="0.25"/>
                        <dgm:constr type="t" for="ch" forName="topArc3"/>
                        <dgm:constr type="w" for="ch" forName="topArc3" refType="h" refFor="ch" refForName="topArc3"/>
                        <dgm:constr type="h" for="ch" forName="topArc3" refType="h"/>
                        <dgm:constr type="l" for="ch" forName="bottomArc3" refType="w" fact="0.25"/>
                        <dgm:constr type="t" for="ch" forName="bottomArc3"/>
                        <dgm:constr type="w" for="ch" forName="bottomArc3" refType="h" refFor="ch" refForName="bottomArc3"/>
                        <dgm:constr type="h" for="ch" forName="bottomArc3" refType="h"/>
                        <dgm:constr type="ctrX" for="ch" forName="topConnNode3" refType="w" fact="0.5"/>
                        <dgm:constr type="t" for="ch" forName="topConnNode3"/>
                        <dgm:constr type="w" for="ch" forName="topConnNode3" refType="h" fact="0.76"/>
                        <dgm:constr type="b" for="ch" forName="topConnNode3" refType="t" refFor="ch" refForName="rootText3"/>
                      </dgm:constrLst>
                    </dgm:if>
                    <dgm:if name="Name119" func="var" arg="hierBranch" op="equ" val="r">
                      <dgm:constrLst>
                        <dgm:constr type="l" for="ch" forName="rootText3"/>
                        <dgm:constr type="t" for="ch" forName="rootText3" refType="h" fact="0.18"/>
                        <dgm:constr type="w" for="ch" forName="rootText3" refType="w"/>
                        <dgm:constr type="h" for="ch" forName="rootText3" refType="h" fact="0.64"/>
                        <dgm:constr type="l" for="ch" forName="topArc3" refType="w" fact="0.25"/>
                        <dgm:constr type="t" for="ch" forName="topArc3"/>
                        <dgm:constr type="w" for="ch" forName="topArc3" refType="h" refFor="ch" refForName="topArc3"/>
                        <dgm:constr type="h" for="ch" forName="topArc3" refType="h"/>
                        <dgm:constr type="l" for="ch" forName="bottomArc3" refType="w" fact="0.25"/>
                        <dgm:constr type="t" for="ch" forName="bottomArc3"/>
                        <dgm:constr type="w" for="ch" forName="bottomArc3" refType="h" refFor="ch" refForName="bottomArc3"/>
                        <dgm:constr type="h" for="ch" forName="bottomArc3" refType="h"/>
                        <dgm:constr type="ctrX" for="ch" forName="topConnNode3" refType="w" fact="0.5"/>
                        <dgm:constr type="t" for="ch" forName="topConnNode3"/>
                        <dgm:constr type="w" for="ch" forName="topConnNode3" refType="h" fact="0.76"/>
                        <dgm:constr type="b" for="ch" forName="topConnNode3" refType="t" refFor="ch" refForName="rootText3"/>
                      </dgm:constrLst>
                    </dgm:if>
                    <dgm:else name="Name120">
                      <dgm:constrLst>
                        <dgm:constr type="l" for="ch" forName="rootText3"/>
                        <dgm:constr type="t" for="ch" forName="rootText3" refType="h" fact="0.18"/>
                        <dgm:constr type="w" for="ch" forName="rootText3" refType="w"/>
                        <dgm:constr type="h" for="ch" forName="rootText3" refType="h" fact="0.64"/>
                        <dgm:constr type="l" for="ch" forName="topArc3" refType="w" fact="0.25"/>
                        <dgm:constr type="t" for="ch" forName="topArc3"/>
                        <dgm:constr type="w" for="ch" forName="topArc3" refType="h" refFor="ch" refForName="topArc3"/>
                        <dgm:constr type="h" for="ch" forName="topArc3" refType="h"/>
                        <dgm:constr type="l" for="ch" forName="bottomArc3" refType="w" fact="0.25"/>
                        <dgm:constr type="t" for="ch" forName="bottomArc3"/>
                        <dgm:constr type="w" for="ch" forName="bottomArc3" refType="h" refFor="ch" refForName="bottomArc3"/>
                        <dgm:constr type="h" for="ch" forName="bottomArc3" refType="h"/>
                        <dgm:constr type="ctrX" for="ch" forName="topConnNode3" refType="w" fact="0.5"/>
                        <dgm:constr type="t" for="ch" forName="topConnNode3"/>
                        <dgm:constr type="w" for="ch" forName="topConnNode3" refType="h" fact="0.76"/>
                        <dgm:constr type="b" for="ch" forName="topConnNode3" refType="t" refFor="ch" refForName="rootText3"/>
                      </dgm:constrLst>
                    </dgm:else>
                  </dgm:choose>
                  <dgm:layoutNode name="rootText3" styleLbl="alignAcc1">
                    <dgm:varLst>
                      <dgm:chPref val="3"/>
                    </dgm:varLst>
                    <dgm:alg type="tx"/>
                    <dgm:shape xmlns:r="http://schemas.openxmlformats.org/officeDocument/2006/relationships" type="rect" r:blip="" hideGeom="1">
                      <dgm:adjLst/>
                    </dgm:shape>
                    <dgm:presOf axis="self" ptType="node" cnt="1"/>
                    <dgm:constrLst>
                      <dgm:constr type="primFontSz" val="65"/>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layoutNode name="topArc3" styleLbl="parChTrans1D1" moveWith="rootText3">
                    <dgm:alg type="sp"/>
                    <dgm:shape xmlns:r="http://schemas.openxmlformats.org/officeDocument/2006/relationships" type="arc" r:blip="" zOrderOff="-2">
                      <dgm:adjLst>
                        <dgm:adj idx="1" val="-140"/>
                        <dgm:adj idx="2" val="-40"/>
                      </dgm:adjLst>
                    </dgm:shape>
                    <dgm:presOf/>
                  </dgm:layoutNode>
                  <dgm:layoutNode name="bottomArc3" styleLbl="parChTrans1D1" moveWith="rootText3">
                    <dgm:alg type="sp"/>
                    <dgm:shape xmlns:r="http://schemas.openxmlformats.org/officeDocument/2006/relationships" type="arc" r:blip="" zOrderOff="-2">
                      <dgm:adjLst>
                        <dgm:adj idx="1" val="40"/>
                        <dgm:adj idx="2" val="140"/>
                      </dgm:adjLst>
                    </dgm:shape>
                    <dgm:presOf/>
                  </dgm:layoutNode>
                  <dgm:layoutNode name="topConnNode3" moveWith="rootText3">
                    <dgm:alg type="sp"/>
                    <dgm:shape xmlns:r="http://schemas.openxmlformats.org/officeDocument/2006/relationships" type="rect" r:blip="" hideGeom="1">
                      <dgm:adjLst/>
                    </dgm:shape>
                    <dgm:presOf axis="self" ptType="node" cnt="1"/>
                  </dgm:layoutNode>
                </dgm:layoutNode>
                <dgm:layoutNode name="hierChild6">
                  <dgm:choose name="Name121">
                    <dgm:if name="Name122" func="var" arg="hierBranch" op="equ" val="l">
                      <dgm:alg type="hierChild">
                        <dgm:param type="chAlign" val="r"/>
                        <dgm:param type="linDir" val="fromT"/>
                      </dgm:alg>
                    </dgm:if>
                    <dgm:if name="Name123" func="var" arg="hierBranch" op="equ" val="r">
                      <dgm:alg type="hierChild">
                        <dgm:param type="chAlign" val="l"/>
                        <dgm:param type="linDir" val="fromT"/>
                      </dgm:alg>
                    </dgm:if>
                    <dgm:if name="Name124" func="var" arg="hierBranch" op="equ" val="hang">
                      <dgm:choose name="Name125">
                        <dgm:if name="Name126" func="var" arg="dir" op="equ" val="norm">
                          <dgm:alg type="hierChild">
                            <dgm:param type="chAlign" val="l"/>
                            <dgm:param type="linDir" val="fromL"/>
                            <dgm:param type="secChAlign" val="t"/>
                            <dgm:param type="secLinDir" val="fromT"/>
                          </dgm:alg>
                        </dgm:if>
                        <dgm:else name="Name127">
                          <dgm:alg type="hierChild">
                            <dgm:param type="chAlign" val="l"/>
                            <dgm:param type="linDir" val="fromR"/>
                            <dgm:param type="secChAlign" val="t"/>
                            <dgm:param type="secLinDir" val="fromT"/>
                          </dgm:alg>
                        </dgm:else>
                      </dgm:choose>
                    </dgm:if>
                    <dgm:if name="Name128" func="var" arg="hierBranch" op="equ" val="std">
                      <dgm:choose name="Name129">
                        <dgm:if name="Name130" func="var" arg="dir" op="equ" val="norm">
                          <dgm:alg type="hierChild"/>
                        </dgm:if>
                        <dgm:else name="Name131">
                          <dgm:alg type="hierChild">
                            <dgm:param type="linDir" val="fromR"/>
                          </dgm:alg>
                        </dgm:else>
                      </dgm:choose>
                    </dgm:if>
                    <dgm:if name="Name132" func="var" arg="hierBranch" op="equ" val="init">
                      <dgm:choose name="Name133">
                        <dgm:if name="Name134" axis="des" func="maxDepth" op="lte" val="1">
                          <dgm:alg type="hierChild">
                            <dgm:param type="chAlign" val="l"/>
                            <dgm:param type="linDir" val="fromT"/>
                          </dgm:alg>
                        </dgm:if>
                        <dgm:else name="Name135">
                          <dgm:alg type="hierChild"/>
                        </dgm:else>
                      </dgm:choose>
                    </dgm:if>
                    <dgm:else name="Name136"/>
                  </dgm:choose>
                  <dgm:shape xmlns:r="http://schemas.openxmlformats.org/officeDocument/2006/relationships" r:blip="">
                    <dgm:adjLst/>
                  </dgm:shape>
                  <dgm:presOf/>
                  <dgm:forEach name="Name137" ref="rep2a"/>
                </dgm:layoutNode>
                <dgm:layoutNode name="hierChild7">
                  <dgm:choose name="Name138">
                    <dgm:if name="Name139" func="var" arg="dir" op="equ" val="norm">
                      <dgm:alg type="hierChild">
                        <dgm:param type="chAlign" val="l"/>
                        <dgm:param type="linDir" val="fromL"/>
                        <dgm:param type="secChAlign" val="t"/>
                        <dgm:param type="secLinDir" val="fromT"/>
                      </dgm:alg>
                    </dgm:if>
                    <dgm:else name="Name140">
                      <dgm:alg type="hierChild">
                        <dgm:param type="chAlign" val="l"/>
                        <dgm:param type="linDir" val="fromR"/>
                        <dgm:param type="secChAlign" val="t"/>
                        <dgm:param type="secLinDir" val="fromT"/>
                      </dgm:alg>
                    </dgm:else>
                  </dgm:choose>
                  <dgm:shape xmlns:r="http://schemas.openxmlformats.org/officeDocument/2006/relationships" r:blip="">
                    <dgm:adjLst/>
                  </dgm:shape>
                  <dgm:presOf/>
                  <dgm:forEach name="Name141" ref="rep2b"/>
                </dgm:layoutNode>
              </dgm:layoutNode>
            </dgm:forEach>
          </dgm:layoutNode>
        </dgm:layoutNode>
      </dgm:forEach>
    </dgm:forEach>
  </dgm:layoutNode>
</dgm:layoutDef>
</file>

<file path=ppt/diagrams/layout7.xml><?xml version="1.0" encoding="utf-8"?>
<dgm:layoutDef xmlns:dgm="http://schemas.openxmlformats.org/drawingml/2006/diagram" xmlns:a="http://schemas.openxmlformats.org/drawingml/2006/main" uniqueId="urn:microsoft.com/office/officeart/2018/2/layout/IconLabelList">
  <dgm:title val="Icon Label List"/>
  <dgm:desc val="Use to show non-sequential or grouped chunks of information accompanied by a related visuals. Works best with icons or small pictures with short text ca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snake">
          <dgm:param type="grDir" val="tL"/>
          <dgm:param type="flowDir" val="row"/>
          <dgm:param type="contDir" val="sameDir"/>
          <dgm:param type="off" val="ctr"/>
          <dgm:param type="vertAlign" val="mid"/>
          <dgm:param type="horzAlign" val="ctr"/>
        </dgm:alg>
      </dgm:if>
      <dgm:else name="Name2">
        <dgm:alg type="snake">
          <dgm:param type="grDir" val="tR"/>
          <dgm:param type="flowDir" val="row"/>
          <dgm:param type="contDir" val="sameDir"/>
          <dgm:param type="off" val="ctr"/>
          <dgm:param type="vertAlign" val="mid"/>
          <dgm:param type="horzAlign" val="ctr"/>
        </dgm:alg>
      </dgm:else>
    </dgm:choose>
    <dgm:shape xmlns:r="http://schemas.openxmlformats.org/officeDocument/2006/relationships" r:blip="">
      <dgm:adjLst/>
    </dgm:shape>
    <dgm:presOf/>
    <dgm:choose name="Name3">
      <dgm:if name="Name4" axis="ch" ptType="node" func="cnt" op="lte" val="2">
        <dgm:constrLst>
          <dgm:constr type="h" for="ch" forName="compNode" refType="h" fact="0.4"/>
          <dgm:constr type="w" for="ch" forName="compNode" val="120"/>
          <dgm:constr type="w" for="ch" forName="sibTrans" refType="w" refFor="ch" refForName="compNode" fact="0.175"/>
          <dgm:constr type="sp" refType="w" refFor="ch" refForName="compNode" op="equ" fact="0.25"/>
          <dgm:constr type="primFontSz" for="des" ptType="node" op="equ" val="50"/>
          <dgm:constr type="h" for="des" forName="compNode" op="equ"/>
          <dgm:constr type="h" for="des" forName="textRect" op="equ"/>
        </dgm:constrLst>
      </dgm:if>
      <dgm:if name="Name5" axis="ch" ptType="node" func="cnt" op="lte" val="4">
        <dgm:constrLst>
          <dgm:constr type="h" for="ch" forName="compNode" refType="h" fact="0.4"/>
          <dgm:constr type="w" for="ch" forName="compNode" refType="w"/>
          <dgm:constr type="w" for="ch" forName="sibTrans" refType="w" refFor="ch" refForName="compNode" fact="0.175"/>
          <dgm:constr type="sp" refType="w" refFor="ch" refForName="compNode" op="equ" fact="0.25"/>
          <dgm:constr type="primFontSz" for="des" ptType="node" op="equ" val="36"/>
          <dgm:constr type="h" for="des" forName="compNode" op="equ"/>
          <dgm:constr type="h" for="des" forName="textRect" op="equ"/>
        </dgm:constrLst>
      </dgm:if>
      <dgm:else name="Name6">
        <dgm:constrLst>
          <dgm:constr type="h" for="ch" forName="compNode" refType="h" fact="0.4"/>
          <dgm:constr type="w" for="ch" forName="compNode" refType="w"/>
          <dgm:constr type="w" for="ch" forName="sibTrans" refType="w" refFor="ch" refForName="compNode" fact="0.175"/>
          <dgm:constr type="sp" refType="w" refFor="ch" refForName="compNode" op="equ" fact="0.25"/>
          <dgm:constr type="primFontSz" for="des" ptType="node" op="equ" val="24"/>
          <dgm:constr type="h" for="des" forName="compNode" op="equ"/>
          <dgm:constr type="h" for="des" forName="textRect" op="equ"/>
        </dgm:constrLst>
      </dgm:else>
    </dgm:choose>
    <dgm:ruleLst>
      <dgm:rule type="w" for="ch" forName="compNode" val="50" fact="NaN" max="NaN"/>
    </dgm:ruleLst>
    <dgm:forEach name="Name7" axis="ch" ptType="node">
      <dgm:layoutNode name="compNode">
        <dgm:alg type="composite"/>
        <dgm:shape xmlns:r="http://schemas.openxmlformats.org/officeDocument/2006/relationships" r:blip="">
          <dgm:adjLst/>
        </dgm:shape>
        <dgm:presOf axis="self"/>
        <dgm:constrLst>
          <dgm:constr type="w" for="ch" forName="iconRect" refType="w" fact="0.45"/>
          <dgm:constr type="h" for="ch" forName="iconRect" refType="w" refFor="ch" refForName="iconRect"/>
          <dgm:constr type="ctrX" for="ch" forName="iconRect" refType="w" fact="0.5"/>
          <dgm:constr type="t" for="ch" forName="iconRect"/>
          <dgm:constr type="h" for="ch" forName="spaceRect" refType="h" fact="0.15"/>
          <dgm:constr type="w" for="ch" forName="spaceRect" refType="w"/>
          <dgm:constr type="l" for="ch" forName="spaceRect"/>
          <dgm:constr type="t" for="ch" forName="spaceRect" refType="b" refFor="ch" refForName="iconRect"/>
          <dgm:constr type="h" for="ch" forName="textRect" val="20"/>
          <dgm:constr type="w" for="ch" forName="textRect" refType="w"/>
          <dgm:constr type="l" for="ch" forName="textRect"/>
          <dgm:constr type="t" for="ch" forName="textRect" refType="b" refFor="ch" refForName="spaceRect"/>
        </dgm:constrLst>
        <dgm:ruleLst>
          <dgm:rule type="h" val="INF" fact="NaN" max="NaN"/>
        </dgm:ruleLst>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textRect" styleLbl="revTx">
          <dgm:varLst>
            <dgm:chMax val="1"/>
            <dgm:chPref val="1"/>
          </dgm:varLst>
          <dgm:alg type="tx">
            <dgm:param type="txAnchorVert" val="t"/>
          </dgm:alg>
          <dgm:shape xmlns:r="http://schemas.openxmlformats.org/officeDocument/2006/relationships" type="rect" r:blip="">
            <dgm:adjLst/>
          </dgm:shape>
          <dgm:presOf axis="self" ptType="node"/>
          <dgm:constrLst>
            <dgm:constr type="lMarg"/>
            <dgm:constr type="rMarg"/>
            <dgm:constr type="tMarg"/>
            <dgm:constr type="bMarg"/>
          </dgm:constrLst>
          <dgm:ruleLst>
            <dgm:rule type="primFontSz" val="11" fact="NaN" max="NaN"/>
            <dgm:rule type="h" val="INF" fact="NaN" max="NaN"/>
          </dgm:ruleLst>
        </dgm:layoutNode>
      </dgm:layoutNode>
      <dgm:forEach name="Name8"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lvl1pPr>
      </dgm1612:lstStyle>
    </a:ext>
  </dgm:extLst>
</dgm:layoutDef>
</file>

<file path=ppt/diagrams/layout8.xml><?xml version="1.0" encoding="utf-8"?>
<dgm:layoutDef xmlns:dgm="http://schemas.openxmlformats.org/drawingml/2006/diagram" xmlns:a="http://schemas.openxmlformats.org/drawingml/2006/main" uniqueId="urn:microsoft.com/office/officeart/2005/8/layout/hierarchy1">
  <dgm:title val=""/>
  <dgm:desc val=""/>
  <dgm:catLst>
    <dgm:cat type="hierarchy" pri="2000"/>
  </dgm:catLst>
  <dgm:sampData>
    <dgm:dataModel>
      <dgm:ptLst>
        <dgm:pt modelId="0" type="doc"/>
        <dgm:pt modelId="1">
          <dgm:prSet phldr="1"/>
        </dgm:pt>
        <dgm:pt modelId="2">
          <dgm:prSet phldr="1"/>
        </dgm:pt>
        <dgm:pt modelId="21">
          <dgm:prSet phldr="1"/>
        </dgm:pt>
        <dgm:pt modelId="22">
          <dgm:prSet phldr="1"/>
        </dgm:pt>
        <dgm:pt modelId="3">
          <dgm:prSet phldr="1"/>
        </dgm:pt>
        <dgm:pt modelId="31">
          <dgm:prSet phldr="1"/>
        </dgm:pt>
      </dgm:ptLst>
      <dgm:cxnLst>
        <dgm:cxn modelId="4" srcId="0" destId="1" srcOrd="0" destOrd="0"/>
        <dgm:cxn modelId="5" srcId="1" destId="2" srcOrd="0" destOrd="0"/>
        <dgm:cxn modelId="6" srcId="1" destId="3" srcOrd="1" destOrd="0"/>
        <dgm:cxn modelId="23" srcId="2" destId="21" srcOrd="0" destOrd="0"/>
        <dgm:cxn modelId="24" srcId="2" destId="22" srcOrd="1" destOrd="0"/>
        <dgm:cxn modelId="33" srcId="3" destId="31" srcOrd="0" destOrd="0"/>
      </dgm:cxnLst>
      <dgm:bg/>
      <dgm:whole/>
    </dgm:dataModel>
  </dgm:sampData>
  <dgm:styleData>
    <dgm:dataModel>
      <dgm:ptLst>
        <dgm:pt modelId="0" type="doc"/>
        <dgm:pt modelId="1"/>
        <dgm:pt modelId="11"/>
        <dgm:pt modelId="12"/>
      </dgm:ptLst>
      <dgm:cxnLst>
        <dgm:cxn modelId="2" srcId="0" destId="1" srcOrd="0" destOrd="0"/>
        <dgm:cxn modelId="13" srcId="1" destId="11" srcOrd="0" destOrd="0"/>
        <dgm:cxn modelId="14" srcId="1" destId="12" srcOrd="1" destOrd="0"/>
      </dgm:cxnLst>
      <dgm:bg/>
      <dgm:whole/>
    </dgm:dataModel>
  </dgm:styleData>
  <dgm:clrData>
    <dgm:dataModel>
      <dgm:ptLst>
        <dgm:pt modelId="0" type="doc"/>
        <dgm:pt modelId="1"/>
        <dgm:pt modelId="2"/>
        <dgm:pt modelId="21"/>
        <dgm:pt modelId="211"/>
        <dgm:pt modelId="3"/>
        <dgm:pt modelId="31"/>
        <dgm:pt modelId="311"/>
      </dgm:ptLst>
      <dgm:cxnLst>
        <dgm:cxn modelId="4" srcId="0" destId="1" srcOrd="0" destOrd="0"/>
        <dgm:cxn modelId="5" srcId="1" destId="2" srcOrd="0" destOrd="0"/>
        <dgm:cxn modelId="6" srcId="1" destId="3" srcOrd="1" destOrd="0"/>
        <dgm:cxn modelId="23" srcId="2" destId="21" srcOrd="0" destOrd="0"/>
        <dgm:cxn modelId="24" srcId="21" destId="211" srcOrd="0" destOrd="0"/>
        <dgm:cxn modelId="33" srcId="3" destId="31" srcOrd="0" destOrd="0"/>
        <dgm:cxn modelId="34" srcId="31" destId="311" srcOrd="0" destOrd="0"/>
      </dgm:cxnLst>
      <dgm:bg/>
      <dgm:whole/>
    </dgm:dataModel>
  </dgm:clrData>
  <dgm:layoutNode name="hierChild1">
    <dgm:varLst>
      <dgm:chPref val="1"/>
      <dgm:dir/>
      <dgm:animOne val="branch"/>
      <dgm:animLvl val="lvl"/>
      <dgm:resizeHandles/>
    </dgm:varLst>
    <dgm:choose name="Name0">
      <dgm:if name="Name1" func="var" arg="dir" op="equ" val="norm">
        <dgm:alg type="hierChild">
          <dgm:param type="linDir" val="fromL"/>
        </dgm:alg>
      </dgm:if>
      <dgm:else name="Name2">
        <dgm:alg type="hierChild">
          <dgm:param type="linDir" val="fromR"/>
        </dgm:alg>
      </dgm:else>
    </dgm:choose>
    <dgm:shape xmlns:r="http://schemas.openxmlformats.org/officeDocument/2006/relationships" r:blip="">
      <dgm:adjLst/>
    </dgm:shape>
    <dgm:presOf/>
    <dgm:constrLst>
      <dgm:constr type="primFontSz" for="des" ptType="node" op="equ" val="65"/>
      <dgm:constr type="w" for="des" forName="composite" refType="w"/>
      <dgm:constr type="h" for="des" forName="composite" refType="w" refFor="des" refForName="composite" fact="0.667"/>
      <dgm:constr type="w" for="des" forName="composite2" refType="w" refFor="des" refForName="composite"/>
      <dgm:constr type="h" for="des" forName="composite2" refType="h" refFor="des" refForName="composite"/>
      <dgm:constr type="w" for="des" forName="composite3" refType="w" refFor="des" refForName="composite"/>
      <dgm:constr type="h" for="des" forName="composite3" refType="h" refFor="des" refForName="composite"/>
      <dgm:constr type="w" for="des" forName="composite4" refType="w" refFor="des" refForName="composite"/>
      <dgm:constr type="h" for="des" forName="composite4" refType="h" refFor="des" refForName="composite"/>
      <dgm:constr type="w" for="des" forName="composite5" refType="w" refFor="des" refForName="composite"/>
      <dgm:constr type="h" for="des" forName="composite5" refType="h" refFor="des" refForName="composite"/>
      <dgm:constr type="sibSp" refType="w" refFor="des" refForName="composite" fact="0.1"/>
      <dgm:constr type="sibSp" for="des" forName="hierChild2" refType="sibSp"/>
      <dgm:constr type="sibSp" for="des" forName="hierChild3" refType="sibSp"/>
      <dgm:constr type="sibSp" for="des" forName="hierChild4" refType="sibSp"/>
      <dgm:constr type="sibSp" for="des" forName="hierChild5" refType="sibSp"/>
      <dgm:constr type="sibSp" for="des" forName="hierChild6" refType="sibSp"/>
      <dgm:constr type="sp" for="des" forName="hierRoot1" refType="h" refFor="des" refForName="composite" fact="0.25"/>
      <dgm:constr type="sp" for="des" forName="hierRoot2" refType="sp" refFor="des" refForName="hierRoot1"/>
      <dgm:constr type="sp" for="des" forName="hierRoot3" refType="sp" refFor="des" refForName="hierRoot1"/>
      <dgm:constr type="sp" for="des" forName="hierRoot4" refType="sp" refFor="des" refForName="hierRoot1"/>
      <dgm:constr type="sp" for="des" forName="hierRoot5" refType="sp" refFor="des" refForName="hierRoot1"/>
    </dgm:constrLst>
    <dgm:ruleLst/>
    <dgm:forEach name="Name3" axis="ch">
      <dgm:forEach name="Name4" axis="self" ptType="node">
        <dgm:layoutNode name="hierRoot1">
          <dgm:alg type="hierRoot"/>
          <dgm:shape xmlns:r="http://schemas.openxmlformats.org/officeDocument/2006/relationships" r:blip="">
            <dgm:adjLst/>
          </dgm:shape>
          <dgm:presOf/>
          <dgm:constrLst>
            <dgm:constr type="bendDist" for="des" ptType="parTrans" refType="sp" fact="0.5"/>
          </dgm:constrLst>
          <dgm:ruleLst/>
          <dgm:layoutNode name="composite">
            <dgm:alg type="composite"/>
            <dgm:shape xmlns:r="http://schemas.openxmlformats.org/officeDocument/2006/relationships" r:blip="">
              <dgm:adjLst/>
            </dgm:shape>
            <dgm:presOf/>
            <dgm:constrLst>
              <dgm:constr type="w" for="ch" forName="background" refType="w" fact="0.9"/>
              <dgm:constr type="h" for="ch" forName="background" refType="w" refFor="ch" refForName="background" fact="0.635"/>
              <dgm:constr type="t" for="ch" forName="background"/>
              <dgm:constr type="l" for="ch" forName="background"/>
              <dgm:constr type="w" for="ch" forName="text" refType="w" fact="0.9"/>
              <dgm:constr type="h" for="ch" forName="text" refType="w" refFor="ch" refForName="text" fact="0.635"/>
              <dgm:constr type="t" for="ch" forName="text" refType="w" fact="0.095"/>
              <dgm:constr type="l" for="ch" forName="text" refType="w" fact="0.1"/>
            </dgm:constrLst>
            <dgm:ruleLst/>
            <dgm:layoutNode name="background" styleLbl="node0" moveWith="text">
              <dgm:alg type="sp"/>
              <dgm:shape xmlns:r="http://schemas.openxmlformats.org/officeDocument/2006/relationships" type="roundRect" r:blip="">
                <dgm:adjLst>
                  <dgm:adj idx="1" val="0.1"/>
                </dgm:adjLst>
              </dgm:shape>
              <dgm:presOf/>
              <dgm:constrLst/>
              <dgm:ruleLst/>
            </dgm:layoutNode>
            <dgm:layoutNode name="text" styleLbl="fgAcc0">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2">
            <dgm:choose name="Name5">
              <dgm:if name="Name6" func="var" arg="dir" op="equ" val="norm">
                <dgm:alg type="hierChild">
                  <dgm:param type="linDir" val="fromL"/>
                </dgm:alg>
              </dgm:if>
              <dgm:else name="Name7">
                <dgm:alg type="hierChild">
                  <dgm:param type="linDir" val="fromR"/>
                </dgm:alg>
              </dgm:else>
            </dgm:choose>
            <dgm:shape xmlns:r="http://schemas.openxmlformats.org/officeDocument/2006/relationships" r:blip="">
              <dgm:adjLst/>
            </dgm:shape>
            <dgm:presOf/>
            <dgm:constrLst/>
            <dgm:ruleLst/>
            <dgm:forEach name="Name8" axis="ch">
              <dgm:forEach name="Name9" axis="self" ptType="parTrans" cnt="1">
                <dgm:layoutNode name="Name10">
                  <dgm:alg type="conn">
                    <dgm:param type="dim" val="1D"/>
                    <dgm:param type="endSty" val="noArr"/>
                    <dgm:param type="connRout" val="bend"/>
                    <dgm:param type="bendPt" val="end"/>
                    <dgm:param type="begPts" val="bCtr"/>
                    <dgm:param type="endPts" val="tCtr"/>
                    <dgm:param type="srcNode" val="background"/>
                    <dgm:param type="dstNode" val="background2"/>
                  </dgm:alg>
                  <dgm:shape xmlns:r="http://schemas.openxmlformats.org/officeDocument/2006/relationships" type="conn" r:blip="" zOrderOff="-999">
                    <dgm:adjLst/>
                  </dgm:shape>
                  <dgm:presOf axis="self"/>
                  <dgm:constrLst>
                    <dgm:constr type="begPad"/>
                    <dgm:constr type="endPad"/>
                  </dgm:constrLst>
                  <dgm:ruleLst/>
                </dgm:layoutNode>
              </dgm:forEach>
              <dgm:forEach name="Name11" axis="self" ptType="node">
                <dgm:layoutNode name="hierRoot2">
                  <dgm:alg type="hierRoot"/>
                  <dgm:shape xmlns:r="http://schemas.openxmlformats.org/officeDocument/2006/relationships" r:blip="">
                    <dgm:adjLst/>
                  </dgm:shape>
                  <dgm:presOf/>
                  <dgm:constrLst>
                    <dgm:constr type="bendDist" for="des" ptType="parTrans" refType="sp" fact="0.5"/>
                  </dgm:constrLst>
                  <dgm:ruleLst/>
                  <dgm:layoutNode name="composite2">
                    <dgm:alg type="composite"/>
                    <dgm:shape xmlns:r="http://schemas.openxmlformats.org/officeDocument/2006/relationships" r:blip="">
                      <dgm:adjLst/>
                    </dgm:shape>
                    <dgm:presOf/>
                    <dgm:constrLst>
                      <dgm:constr type="w" for="ch" forName="background2" refType="w" fact="0.9"/>
                      <dgm:constr type="h" for="ch" forName="background2" refType="w" refFor="ch" refForName="background2" fact="0.635"/>
                      <dgm:constr type="t" for="ch" forName="background2"/>
                      <dgm:constr type="l" for="ch" forName="background2"/>
                      <dgm:constr type="w" for="ch" forName="text2" refType="w" fact="0.9"/>
                      <dgm:constr type="h" for="ch" forName="text2" refType="w" refFor="ch" refForName="text2" fact="0.635"/>
                      <dgm:constr type="t" for="ch" forName="text2" refType="w" fact="0.095"/>
                      <dgm:constr type="l" for="ch" forName="text2" refType="w" fact="0.1"/>
                    </dgm:constrLst>
                    <dgm:ruleLst/>
                    <dgm:layoutNode name="background2" moveWith="text2">
                      <dgm:alg type="sp"/>
                      <dgm:shape xmlns:r="http://schemas.openxmlformats.org/officeDocument/2006/relationships" type="roundRect" r:blip="">
                        <dgm:adjLst>
                          <dgm:adj idx="1" val="0.1"/>
                        </dgm:adjLst>
                      </dgm:shape>
                      <dgm:presOf/>
                      <dgm:constrLst/>
                      <dgm:ruleLst/>
                    </dgm:layoutNode>
                    <dgm:layoutNode name="text2" styleLbl="fgAcc2">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3">
                    <dgm:choose name="Name12">
                      <dgm:if name="Name13" func="var" arg="dir" op="equ" val="norm">
                        <dgm:alg type="hierChild">
                          <dgm:param type="linDir" val="fromL"/>
                        </dgm:alg>
                      </dgm:if>
                      <dgm:else name="Name14">
                        <dgm:alg type="hierChild">
                          <dgm:param type="linDir" val="fromR"/>
                        </dgm:alg>
                      </dgm:else>
                    </dgm:choose>
                    <dgm:shape xmlns:r="http://schemas.openxmlformats.org/officeDocument/2006/relationships" r:blip="">
                      <dgm:adjLst/>
                    </dgm:shape>
                    <dgm:presOf/>
                    <dgm:constrLst/>
                    <dgm:ruleLst/>
                    <dgm:forEach name="Name15" axis="ch">
                      <dgm:forEach name="Name16" axis="self" ptType="parTrans" cnt="1">
                        <dgm:layoutNode name="Name17">
                          <dgm:alg type="conn">
                            <dgm:param type="dim" val="1D"/>
                            <dgm:param type="endSty" val="noArr"/>
                            <dgm:param type="connRout" val="bend"/>
                            <dgm:param type="bendPt" val="end"/>
                            <dgm:param type="begPts" val="bCtr"/>
                            <dgm:param type="endPts" val="tCtr"/>
                            <dgm:param type="srcNode" val="background2"/>
                            <dgm:param type="dstNode" val="background3"/>
                          </dgm:alg>
                          <dgm:shape xmlns:r="http://schemas.openxmlformats.org/officeDocument/2006/relationships" type="conn" r:blip="" zOrderOff="-999">
                            <dgm:adjLst/>
                          </dgm:shape>
                          <dgm:presOf axis="self"/>
                          <dgm:constrLst>
                            <dgm:constr type="begPad"/>
                            <dgm:constr type="endPad"/>
                          </dgm:constrLst>
                          <dgm:ruleLst/>
                        </dgm:layoutNode>
                      </dgm:forEach>
                      <dgm:forEach name="Name18" axis="self" ptType="node">
                        <dgm:layoutNode name="hierRoot3">
                          <dgm:alg type="hierRoot"/>
                          <dgm:shape xmlns:r="http://schemas.openxmlformats.org/officeDocument/2006/relationships" r:blip="">
                            <dgm:adjLst/>
                          </dgm:shape>
                          <dgm:presOf/>
                          <dgm:constrLst>
                            <dgm:constr type="bendDist" for="des" ptType="parTrans" refType="sp" fact="0.5"/>
                          </dgm:constrLst>
                          <dgm:ruleLst/>
                          <dgm:layoutNode name="composite3">
                            <dgm:alg type="composite"/>
                            <dgm:shape xmlns:r="http://schemas.openxmlformats.org/officeDocument/2006/relationships" r:blip="">
                              <dgm:adjLst/>
                            </dgm:shape>
                            <dgm:presOf/>
                            <dgm:constrLst>
                              <dgm:constr type="w" for="ch" forName="background3" refType="w" fact="0.9"/>
                              <dgm:constr type="h" for="ch" forName="background3" refType="w" refFor="ch" refForName="background3" fact="0.635"/>
                              <dgm:constr type="t" for="ch" forName="background3"/>
                              <dgm:constr type="l" for="ch" forName="background3"/>
                              <dgm:constr type="w" for="ch" forName="text3" refType="w" fact="0.9"/>
                              <dgm:constr type="h" for="ch" forName="text3" refType="w" refFor="ch" refForName="text3" fact="0.635"/>
                              <dgm:constr type="t" for="ch" forName="text3" refType="w" fact="0.095"/>
                              <dgm:constr type="l" for="ch" forName="text3" refType="w" fact="0.1"/>
                            </dgm:constrLst>
                            <dgm:ruleLst/>
                            <dgm:layoutNode name="background3" moveWith="text3">
                              <dgm:alg type="sp"/>
                              <dgm:shape xmlns:r="http://schemas.openxmlformats.org/officeDocument/2006/relationships" type="roundRect" r:blip="">
                                <dgm:adjLst>
                                  <dgm:adj idx="1" val="0.1"/>
                                </dgm:adjLst>
                              </dgm:shape>
                              <dgm:presOf/>
                              <dgm:constrLst/>
                              <dgm:ruleLst/>
                            </dgm:layoutNode>
                            <dgm:layoutNode name="text3" styleLbl="fgAcc3">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4">
                            <dgm:choose name="Name19">
                              <dgm:if name="Name20" func="var" arg="dir" op="equ" val="norm">
                                <dgm:alg type="hierChild">
                                  <dgm:param type="linDir" val="fromL"/>
                                </dgm:alg>
                              </dgm:if>
                              <dgm:else name="Name21">
                                <dgm:alg type="hierChild">
                                  <dgm:param type="linDir" val="fromR"/>
                                </dgm:alg>
                              </dgm:else>
                            </dgm:choose>
                            <dgm:shape xmlns:r="http://schemas.openxmlformats.org/officeDocument/2006/relationships" r:blip="">
                              <dgm:adjLst/>
                            </dgm:shape>
                            <dgm:presOf/>
                            <dgm:constrLst/>
                            <dgm:ruleLst/>
                            <dgm:forEach name="repeat" axis="ch">
                              <dgm:forEach name="Name22" axis="self" ptType="parTrans" cnt="1">
                                <dgm:layoutNode name="Name23">
                                  <dgm:choose name="Name24">
                                    <dgm:if name="Name25" axis="self" func="depth" op="lte" val="4">
                                      <dgm:alg type="conn">
                                        <dgm:param type="dim" val="1D"/>
                                        <dgm:param type="endSty" val="noArr"/>
                                        <dgm:param type="connRout" val="bend"/>
                                        <dgm:param type="bendPt" val="end"/>
                                        <dgm:param type="begPts" val="bCtr"/>
                                        <dgm:param type="endPts" val="tCtr"/>
                                        <dgm:param type="srcNode" val="background3"/>
                                        <dgm:param type="dstNode" val="background4"/>
                                      </dgm:alg>
                                    </dgm:if>
                                    <dgm:else name="Name26">
                                      <dgm:alg type="conn">
                                        <dgm:param type="dim" val="1D"/>
                                        <dgm:param type="endSty" val="noArr"/>
                                        <dgm:param type="connRout" val="bend"/>
                                        <dgm:param type="bendPt" val="end"/>
                                        <dgm:param type="begPts" val="bCtr"/>
                                        <dgm:param type="endPts" val="tCtr"/>
                                        <dgm:param type="srcNode" val="background4"/>
                                        <dgm:param type="dstNode" val="background4"/>
                                      </dgm:alg>
                                    </dgm:else>
                                  </dgm:choose>
                                  <dgm:shape xmlns:r="http://schemas.openxmlformats.org/officeDocument/2006/relationships" type="conn" r:blip="" zOrderOff="-999">
                                    <dgm:adjLst/>
                                  </dgm:shape>
                                  <dgm:presOf axis="self"/>
                                  <dgm:constrLst>
                                    <dgm:constr type="begPad"/>
                                    <dgm:constr type="endPad"/>
                                  </dgm:constrLst>
                                  <dgm:ruleLst/>
                                </dgm:layoutNode>
                              </dgm:forEach>
                              <dgm:forEach name="Name27" axis="self" ptType="node">
                                <dgm:layoutNode name="hierRoot4">
                                  <dgm:alg type="hierRoot"/>
                                  <dgm:shape xmlns:r="http://schemas.openxmlformats.org/officeDocument/2006/relationships" r:blip="">
                                    <dgm:adjLst/>
                                  </dgm:shape>
                                  <dgm:presOf/>
                                  <dgm:constrLst>
                                    <dgm:constr type="bendDist" for="des" ptType="parTrans" refType="sp" fact="0.5"/>
                                  </dgm:constrLst>
                                  <dgm:ruleLst/>
                                  <dgm:layoutNode name="composite4">
                                    <dgm:alg type="composite"/>
                                    <dgm:shape xmlns:r="http://schemas.openxmlformats.org/officeDocument/2006/relationships" r:blip="">
                                      <dgm:adjLst/>
                                    </dgm:shape>
                                    <dgm:presOf/>
                                    <dgm:constrLst>
                                      <dgm:constr type="w" for="ch" forName="background4" refType="w" fact="0.9"/>
                                      <dgm:constr type="h" for="ch" forName="background4" refType="w" refFor="ch" refForName="background4" fact="0.635"/>
                                      <dgm:constr type="t" for="ch" forName="background4"/>
                                      <dgm:constr type="l" for="ch" forName="background4"/>
                                      <dgm:constr type="w" for="ch" forName="text4" refType="w" fact="0.9"/>
                                      <dgm:constr type="h" for="ch" forName="text4" refType="w" refFor="ch" refForName="text4" fact="0.635"/>
                                      <dgm:constr type="t" for="ch" forName="text4" refType="w" fact="0.095"/>
                                      <dgm:constr type="l" for="ch" forName="text4" refType="w" fact="0.1"/>
                                    </dgm:constrLst>
                                    <dgm:ruleLst/>
                                    <dgm:layoutNode name="background4" moveWith="text4">
                                      <dgm:alg type="sp"/>
                                      <dgm:shape xmlns:r="http://schemas.openxmlformats.org/officeDocument/2006/relationships" type="roundRect" r:blip="">
                                        <dgm:adjLst>
                                          <dgm:adj idx="1" val="0.1"/>
                                        </dgm:adjLst>
                                      </dgm:shape>
                                      <dgm:presOf/>
                                      <dgm:constrLst/>
                                      <dgm:ruleLst/>
                                    </dgm:layoutNode>
                                    <dgm:layoutNode name="text4" styleLbl="fgAcc4">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5">
                                    <dgm:choose name="Name28">
                                      <dgm:if name="Name29" func="var" arg="dir" op="equ" val="norm">
                                        <dgm:alg type="hierChild">
                                          <dgm:param type="linDir" val="fromL"/>
                                        </dgm:alg>
                                      </dgm:if>
                                      <dgm:else name="Name30">
                                        <dgm:alg type="hierChild">
                                          <dgm:param type="linDir" val="fromR"/>
                                        </dgm:alg>
                                      </dgm:else>
                                    </dgm:choose>
                                    <dgm:shape xmlns:r="http://schemas.openxmlformats.org/officeDocument/2006/relationships" r:blip="">
                                      <dgm:adjLst/>
                                    </dgm:shape>
                                    <dgm:presOf/>
                                    <dgm:constrLst/>
                                    <dgm:ruleLst/>
                                    <dgm:forEach name="Name31" ref="repeat"/>
                                  </dgm:layoutNode>
                                </dgm:layoutNode>
                              </dgm:forEach>
                            </dgm:forEach>
                          </dgm:layoutNode>
                        </dgm:layoutNode>
                      </dgm:forEach>
                    </dgm:forEach>
                  </dgm:layoutNode>
                </dgm:layoutNode>
              </dgm:forEach>
            </dgm:forEach>
          </dgm:layoutNode>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4.xml><?xml version="1.0" encoding="utf-8"?>
<dgm:styleDef xmlns:dgm="http://schemas.openxmlformats.org/drawingml/2006/diagram" xmlns:a="http://schemas.openxmlformats.org/drawingml/2006/main" uniqueId="urn:microsoft.com/office/officeart/2005/8/quickstyle/3d1">
  <dgm:title val=""/>
  <dgm:desc val=""/>
  <dgm:catLst>
    <dgm:cat type="3D" pri="11100"/>
  </dgm:catLst>
  <dgm:scene3d>
    <a:camera prst="orthographicFront"/>
    <a:lightRig rig="threePt" dir="t"/>
  </dgm:scene3d>
  <dgm:styleLbl name="node0">
    <dgm:scene3d>
      <a:camera prst="orthographicFront"/>
      <a:lightRig rig="flat" dir="t"/>
    </dgm:scene3d>
    <dgm:sp3d prstMaterial="plastic">
      <a:bevelT w="120900" h="88900"/>
      <a:bevelB w="88900" h="31750" prst="angle"/>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vennNode1">
    <dgm:scene3d>
      <a:camera prst="orthographicFront"/>
      <a:lightRig rig="flat" dir="t"/>
    </dgm:scene3d>
    <dgm:sp3d prstMaterial="plastic">
      <a:bevelT w="120900" h="88900"/>
      <a:bevelB w="88900" h="31750" prst="angle"/>
    </dgm:sp3d>
    <dgm:txPr/>
    <dgm:style>
      <a:lnRef idx="0">
        <a:scrgbClr r="0" g="0" b="0"/>
      </a:lnRef>
      <a:fillRef idx="1">
        <a:scrgbClr r="0" g="0" b="0"/>
      </a:fillRef>
      <a:effectRef idx="1">
        <a:scrgbClr r="0" g="0" b="0"/>
      </a:effectRef>
      <a:fontRef idx="minor">
        <a:schemeClr val="tx1"/>
      </a:fontRef>
    </dgm:style>
  </dgm:styleLbl>
  <dgm:styleLbl name="alignNode1">
    <dgm:scene3d>
      <a:camera prst="orthographicFront"/>
      <a:lightRig rig="flat" dir="t"/>
    </dgm:scene3d>
    <dgm:sp3d prstMaterial="plastic">
      <a:bevelT w="120900" h="88900"/>
      <a:bevelB w="88900" h="31750" prst="angle"/>
    </dgm:sp3d>
    <dgm:txPr/>
    <dgm:style>
      <a:lnRef idx="1">
        <a:scrgbClr r="0" g="0" b="0"/>
      </a:lnRef>
      <a:fillRef idx="3">
        <a:scrgbClr r="0" g="0" b="0"/>
      </a:fillRef>
      <a:effectRef idx="2">
        <a:scrgbClr r="0" g="0" b="0"/>
      </a:effectRef>
      <a:fontRef idx="minor">
        <a:schemeClr val="lt1"/>
      </a:fontRef>
    </dgm:style>
  </dgm:styleLbl>
  <dgm:styleLbl name="node1">
    <dgm:scene3d>
      <a:camera prst="orthographicFront"/>
      <a:lightRig rig="flat" dir="t"/>
    </dgm:scene3d>
    <dgm:sp3d prstMaterial="plastic">
      <a:bevelT w="120900" h="88900"/>
      <a:bevelB w="88900" h="31750" prst="angle"/>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node3">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node4">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fgImgPlace1">
    <dgm:scene3d>
      <a:camera prst="orthographicFront"/>
      <a:lightRig rig="flat" dir="t"/>
    </dgm:scene3d>
    <dgm:sp3d z="127000" prstMaterial="plastic">
      <a:bevelT w="88900" h="88900"/>
      <a:bevelB w="88900" h="31750" prst="angle"/>
    </dgm:sp3d>
    <dgm:txPr/>
    <dgm:style>
      <a:lnRef idx="0">
        <a:scrgbClr r="0" g="0" b="0"/>
      </a:lnRef>
      <a:fillRef idx="3">
        <a:scrgbClr r="0" g="0" b="0"/>
      </a:fillRef>
      <a:effectRef idx="2">
        <a:scrgbClr r="0" g="0" b="0"/>
      </a:effectRef>
      <a:fontRef idx="minor"/>
    </dgm:style>
  </dgm:styleLbl>
  <dgm:styleLbl name="alignImgPlace1">
    <dgm:scene3d>
      <a:camera prst="orthographicFront"/>
      <a:lightRig rig="flat" dir="t"/>
    </dgm:scene3d>
    <dgm:sp3d prstMaterial="plastic">
      <a:bevelT w="88900" h="88900"/>
      <a:bevelB w="88900" h="31750" prst="angle"/>
    </dgm:sp3d>
    <dgm:txPr/>
    <dgm:style>
      <a:lnRef idx="0">
        <a:scrgbClr r="0" g="0" b="0"/>
      </a:lnRef>
      <a:fillRef idx="3">
        <a:scrgbClr r="0" g="0" b="0"/>
      </a:fillRef>
      <a:effectRef idx="2">
        <a:scrgbClr r="0" g="0" b="0"/>
      </a:effectRef>
      <a:fontRef idx="minor"/>
    </dgm:style>
  </dgm:styleLbl>
  <dgm:styleLbl name="bgImgPlace1">
    <dgm:scene3d>
      <a:camera prst="orthographicFront"/>
      <a:lightRig rig="flat" dir="t"/>
    </dgm:scene3d>
    <dgm:sp3d z="-190500" prstMaterial="plastic">
      <a:bevelT w="88900" h="88900"/>
      <a:bevelB w="88900" h="31750" prst="angle"/>
    </dgm:sp3d>
    <dgm:txPr/>
    <dgm:style>
      <a:lnRef idx="0">
        <a:scrgbClr r="0" g="0" b="0"/>
      </a:lnRef>
      <a:fillRef idx="3">
        <a:scrgbClr r="0" g="0" b="0"/>
      </a:fillRef>
      <a:effectRef idx="2">
        <a:scrgbClr r="0" g="0" b="0"/>
      </a:effectRef>
      <a:fontRef idx="minor"/>
    </dgm:style>
  </dgm:styleLbl>
  <dgm:styleLbl name="sibTrans2D1">
    <dgm:scene3d>
      <a:camera prst="orthographicFront"/>
      <a:lightRig rig="flat" dir="t"/>
    </dgm:scene3d>
    <dgm:sp3d z="-80000" prstMaterial="plastic">
      <a:bevelT w="50800" h="50800"/>
      <a:bevelB w="25400" h="25400" prst="angle"/>
    </dgm:sp3d>
    <dgm:txPr/>
    <dgm:style>
      <a:lnRef idx="0">
        <a:scrgbClr r="0" g="0" b="0"/>
      </a:lnRef>
      <a:fillRef idx="3">
        <a:scrgbClr r="0" g="0" b="0"/>
      </a:fillRef>
      <a:effectRef idx="2">
        <a:scrgbClr r="0" g="0" b="0"/>
      </a:effectRef>
      <a:fontRef idx="minor">
        <a:schemeClr val="lt1"/>
      </a:fontRef>
    </dgm:style>
  </dgm:styleLbl>
  <dgm:styleLbl name="fgSibTrans2D1">
    <dgm:scene3d>
      <a:camera prst="orthographicFront"/>
      <a:lightRig rig="flat" dir="t"/>
    </dgm:scene3d>
    <dgm:sp3d z="127000" prstMaterial="plastic">
      <a:bevelT w="50800" h="50800"/>
      <a:bevelB w="25400" h="25400" prst="angle"/>
    </dgm:sp3d>
    <dgm:txPr/>
    <dgm:style>
      <a:lnRef idx="0">
        <a:scrgbClr r="0" g="0" b="0"/>
      </a:lnRef>
      <a:fillRef idx="3">
        <a:scrgbClr r="0" g="0" b="0"/>
      </a:fillRef>
      <a:effectRef idx="2">
        <a:scrgbClr r="0" g="0" b="0"/>
      </a:effectRef>
      <a:fontRef idx="minor">
        <a:schemeClr val="lt1"/>
      </a:fontRef>
    </dgm:style>
  </dgm:styleLbl>
  <dgm:styleLbl name="bgSibTrans2D1">
    <dgm:scene3d>
      <a:camera prst="orthographicFront"/>
      <a:lightRig rig="flat" dir="t"/>
    </dgm:scene3d>
    <dgm:sp3d z="-190500" prstMaterial="plastic">
      <a:bevelT w="50800" h="50800"/>
      <a:bevelB w="25400" h="25400" prst="angle"/>
    </dgm:sp3d>
    <dgm:txPr/>
    <dgm:style>
      <a:lnRef idx="0">
        <a:scrgbClr r="0" g="0" b="0"/>
      </a:lnRef>
      <a:fillRef idx="3">
        <a:scrgbClr r="0" g="0" b="0"/>
      </a:fillRef>
      <a:effectRef idx="2">
        <a:scrgbClr r="0" g="0" b="0"/>
      </a:effectRef>
      <a:fontRef idx="minor">
        <a:schemeClr val="lt1"/>
      </a:fontRef>
    </dgm:style>
  </dgm:styleLbl>
  <dgm:styleLbl name="sibTrans1D1">
    <dgm:scene3d>
      <a:camera prst="orthographicFront"/>
      <a:lightRig rig="flat" dir="t"/>
    </dgm:scene3d>
    <dgm:sp3d z="-40000" prstMaterial="matte"/>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z="127000" prstMaterial="matte"/>
    <dgm:txPr/>
    <dgm:style>
      <a:lnRef idx="2">
        <a:scrgbClr r="0" g="0" b="0"/>
      </a:lnRef>
      <a:fillRef idx="1">
        <a:scrgbClr r="0" g="0" b="0"/>
      </a:fillRef>
      <a:effectRef idx="0">
        <a:scrgbClr r="0" g="0" b="0"/>
      </a:effectRef>
      <a:fontRef idx="minor"/>
    </dgm:style>
  </dgm:styleLbl>
  <dgm:styleLbl name="asst0">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asst1">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asst2">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asst3">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2D1">
    <dgm:scene3d>
      <a:camera prst="orthographicFront"/>
      <a:lightRig rig="flat" dir="t"/>
    </dgm:scene3d>
    <dgm:sp3d z="-100000"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2D2">
    <dgm:scene3d>
      <a:camera prst="orthographicFront"/>
      <a:lightRig rig="flat" dir="t"/>
    </dgm:scene3d>
    <dgm:sp3d z="-60000"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2D3">
    <dgm:scene3d>
      <a:camera prst="orthographicFront"/>
      <a:lightRig rig="flat" dir="t"/>
    </dgm:scene3d>
    <dgm:sp3d z="-60000"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2D4">
    <dgm:scene3d>
      <a:camera prst="orthographicFront"/>
      <a:lightRig rig="flat" dir="t"/>
    </dgm:scene3d>
    <dgm:sp3d z="-60000"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1D1">
    <dgm:scene3d>
      <a:camera prst="orthographicFront"/>
      <a:lightRig rig="flat" dir="t"/>
    </dgm:scene3d>
    <dgm:sp3d prstMaterial="matte"/>
    <dgm:txPr/>
    <dgm:style>
      <a:lnRef idx="2">
        <a:scrgbClr r="0" g="0" b="0"/>
      </a:lnRef>
      <a:fillRef idx="0">
        <a:scrgbClr r="0" g="0" b="0"/>
      </a:fillRef>
      <a:effectRef idx="0">
        <a:scrgbClr r="0" g="0" b="0"/>
      </a:effectRef>
      <a:fontRef idx="minor"/>
    </dgm:style>
  </dgm:styleLbl>
  <dgm:styleLbl name="parChTrans1D2">
    <dgm:scene3d>
      <a:camera prst="orthographicFront"/>
      <a:lightRig rig="flat" dir="t"/>
    </dgm:scene3d>
    <dgm:sp3d prstMaterial="matte"/>
    <dgm:txPr/>
    <dgm:style>
      <a:lnRef idx="2">
        <a:scrgbClr r="0" g="0" b="0"/>
      </a:lnRef>
      <a:fillRef idx="0">
        <a:scrgbClr r="0" g="0" b="0"/>
      </a:fillRef>
      <a:effectRef idx="0">
        <a:scrgbClr r="0" g="0" b="0"/>
      </a:effectRef>
      <a:fontRef idx="minor"/>
    </dgm:style>
  </dgm:styleLbl>
  <dgm:styleLbl name="parChTrans1D3">
    <dgm:scene3d>
      <a:camera prst="orthographicFront"/>
      <a:lightRig rig="flat" dir="t"/>
    </dgm:scene3d>
    <dgm:sp3d prstMaterial="matte"/>
    <dgm:txPr/>
    <dgm:style>
      <a:lnRef idx="2">
        <a:scrgbClr r="0" g="0" b="0"/>
      </a:lnRef>
      <a:fillRef idx="0">
        <a:scrgbClr r="0" g="0" b="0"/>
      </a:fillRef>
      <a:effectRef idx="0">
        <a:scrgbClr r="0" g="0" b="0"/>
      </a:effectRef>
      <a:fontRef idx="minor"/>
    </dgm:style>
  </dgm:styleLbl>
  <dgm:styleLbl name="parChTrans1D4">
    <dgm:scene3d>
      <a:camera prst="orthographicFront"/>
      <a:lightRig rig="flat" dir="t"/>
    </dgm:scene3d>
    <dgm:sp3d prstMaterial="matte"/>
    <dgm:txPr/>
    <dgm:style>
      <a:lnRef idx="2">
        <a:scrgbClr r="0" g="0" b="0"/>
      </a:lnRef>
      <a:fillRef idx="0">
        <a:scrgbClr r="0" g="0" b="0"/>
      </a:fillRef>
      <a:effectRef idx="0">
        <a:scrgbClr r="0" g="0" b="0"/>
      </a:effectRef>
      <a:fontRef idx="minor"/>
    </dgm:style>
  </dgm:styleLbl>
  <dgm:styleLbl name="fgAcc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conFgAcc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alignAcc1">
    <dgm:scene3d>
      <a:camera prst="orthographicFront"/>
      <a:lightRig rig="flat" dir="t"/>
    </dgm:scene3d>
    <dgm:sp3d extrusionH="12700" prstMaterial="plastic">
      <a:bevelT w="50800" h="50800"/>
    </dgm:sp3d>
    <dgm:txPr/>
    <dgm:style>
      <a:lnRef idx="1">
        <a:scrgbClr r="0" g="0" b="0"/>
      </a:lnRef>
      <a:fillRef idx="1">
        <a:scrgbClr r="0" g="0" b="0"/>
      </a:fillRef>
      <a:effectRef idx="2">
        <a:scrgbClr r="0" g="0" b="0"/>
      </a:effectRef>
      <a:fontRef idx="minor"/>
    </dgm:style>
  </dgm:styleLbl>
  <dgm:styleLbl name="trAlignAcc1">
    <dgm:scene3d>
      <a:camera prst="orthographicFront"/>
      <a:lightRig rig="flat" dir="t"/>
    </dgm:scene3d>
    <dgm:sp3d extrusionH="12700" prstMaterial="plastic">
      <a:bevelT w="50800" h="50800"/>
    </dgm:sp3d>
    <dgm:txPr/>
    <dgm:style>
      <a:lnRef idx="1">
        <a:scrgbClr r="0" g="0" b="0"/>
      </a:lnRef>
      <a:fillRef idx="1">
        <a:scrgbClr r="0" g="0" b="0"/>
      </a:fillRef>
      <a:effectRef idx="2">
        <a:scrgbClr r="0" g="0" b="0"/>
      </a:effectRef>
      <a:fontRef idx="minor"/>
    </dgm:style>
  </dgm:styleLbl>
  <dgm:styleLbl name="bgAcc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solidFgAcc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solidAlignAcc1">
    <dgm:scene3d>
      <a:camera prst="orthographicFront"/>
      <a:lightRig rig="flat" dir="t"/>
    </dgm:scene3d>
    <dgm:sp3d extrusionH="12700" prstMaterial="plastic">
      <a:bevelT w="50800" h="50800"/>
    </dgm:sp3d>
    <dgm:txPr/>
    <dgm:style>
      <a:lnRef idx="1">
        <a:scrgbClr r="0" g="0" b="0"/>
      </a:lnRef>
      <a:fillRef idx="1">
        <a:scrgbClr r="0" g="0" b="0"/>
      </a:fillRef>
      <a:effectRef idx="2">
        <a:scrgbClr r="0" g="0" b="0"/>
      </a:effectRef>
      <a:fontRef idx="minor"/>
    </dgm:style>
  </dgm:styleLbl>
  <dgm:styleLbl name="solidBgAcc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AccFollowNode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alignAccFollowNode1">
    <dgm:scene3d>
      <a:camera prst="orthographicFront"/>
      <a:lightRig rig="flat" dir="t"/>
    </dgm:scene3d>
    <dgm:sp3d extrusionH="12700" prstMaterial="plastic">
      <a:bevelT w="50800" h="50800"/>
    </dgm:sp3d>
    <dgm:txPr/>
    <dgm:style>
      <a:lnRef idx="1">
        <a:scrgbClr r="0" g="0" b="0"/>
      </a:lnRef>
      <a:fillRef idx="1">
        <a:scrgbClr r="0" g="0" b="0"/>
      </a:fillRef>
      <a:effectRef idx="2">
        <a:scrgbClr r="0" g="0" b="0"/>
      </a:effectRef>
      <a:fontRef idx="minor"/>
    </dgm:style>
  </dgm:styleLbl>
  <dgm:styleLbl name="bgAccFollowNode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Acc0">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Acc2">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Acc3">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Acc4">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bgShp">
    <dgm:scene3d>
      <a:camera prst="orthographicFront"/>
      <a:lightRig rig="flat" dir="t"/>
    </dgm:scene3d>
    <dgm:sp3d z="-190500" extrusionH="12700" prstMaterial="plastic">
      <a:bevelT w="50800" h="50800"/>
    </dgm:sp3d>
    <dgm:txPr/>
    <dgm:style>
      <a:lnRef idx="0">
        <a:scrgbClr r="0" g="0" b="0"/>
      </a:lnRef>
      <a:fillRef idx="3">
        <a:scrgbClr r="0" g="0" b="0"/>
      </a:fillRef>
      <a:effectRef idx="0">
        <a:scrgbClr r="0" g="0" b="0"/>
      </a:effectRef>
      <a:fontRef idx="minor"/>
    </dgm:style>
  </dgm:styleLbl>
  <dgm:styleLbl name="dkBgShp">
    <dgm:scene3d>
      <a:camera prst="orthographicFront"/>
      <a:lightRig rig="flat" dir="t"/>
    </dgm:scene3d>
    <dgm:sp3d z="-190500" extrusionH="12700" prstMaterial="plastic">
      <a:bevelT w="50800" h="50800"/>
    </dgm:sp3d>
    <dgm:txPr/>
    <dgm:style>
      <a:lnRef idx="0">
        <a:scrgbClr r="0" g="0" b="0"/>
      </a:lnRef>
      <a:fillRef idx="2">
        <a:scrgbClr r="0" g="0" b="0"/>
      </a:fillRef>
      <a:effectRef idx="0">
        <a:scrgbClr r="0" g="0" b="0"/>
      </a:effectRef>
      <a:fontRef idx="minor"/>
    </dgm:style>
  </dgm:styleLbl>
  <dgm:styleLbl name="trBgShp">
    <dgm:scene3d>
      <a:camera prst="orthographicFront"/>
      <a:lightRig rig="flat" dir="t"/>
    </dgm:scene3d>
    <dgm:sp3d z="-190500" extrusionH="12700" prstMaterial="matte"/>
    <dgm:txPr/>
    <dgm:style>
      <a:lnRef idx="0">
        <a:scrgbClr r="0" g="0" b="0"/>
      </a:lnRef>
      <a:fillRef idx="1">
        <a:scrgbClr r="0" g="0" b="0"/>
      </a:fillRef>
      <a:effectRef idx="0">
        <a:scrgbClr r="0" g="0" b="0"/>
      </a:effectRef>
      <a:fontRef idx="minor"/>
    </dgm:style>
  </dgm:styleLbl>
  <dgm:styleLbl name="fgShp">
    <dgm:scene3d>
      <a:camera prst="orthographicFront"/>
      <a:lightRig rig="flat" dir="t"/>
    </dgm:scene3d>
    <dgm:sp3d z="190500" prstMaterial="plastic">
      <a:bevelT w="120900" h="88900"/>
      <a:bevelB w="88900" h="31750" prst="angle"/>
    </dgm:sp3d>
    <dgm:txPr/>
    <dgm:style>
      <a:lnRef idx="0">
        <a:scrgbClr r="0" g="0" b="0"/>
      </a:lnRef>
      <a:fillRef idx="1">
        <a:scrgbClr r="0" g="0" b="0"/>
      </a:fillRef>
      <a:effectRef idx="3">
        <a:scrgbClr r="0" g="0" b="0"/>
      </a:effectRef>
      <a:fontRef idx="minor">
        <a:schemeClr val="lt1"/>
      </a:fontRef>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5.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6.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7.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8.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04580A5-9149-C46C-5571-79BC6C5A29A6}"/>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a:extLst>
              <a:ext uri="{FF2B5EF4-FFF2-40B4-BE49-F238E27FC236}">
                <a16:creationId xmlns:a16="http://schemas.microsoft.com/office/drawing/2014/main" id="{216EE231-AFFA-BE84-0BB5-19EF34A32C1D}"/>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a:extLst>
              <a:ext uri="{FF2B5EF4-FFF2-40B4-BE49-F238E27FC236}">
                <a16:creationId xmlns:a16="http://schemas.microsoft.com/office/drawing/2014/main" id="{97B83E6E-6D53-FF79-86D3-369ADD285EA9}"/>
              </a:ext>
            </a:extLst>
          </p:cNvPr>
          <p:cNvSpPr>
            <a:spLocks noGrp="1"/>
          </p:cNvSpPr>
          <p:nvPr>
            <p:ph type="dt" sz="half" idx="10"/>
          </p:nvPr>
        </p:nvSpPr>
        <p:spPr/>
        <p:txBody>
          <a:bodyPr/>
          <a:lstStyle/>
          <a:p>
            <a:fld id="{179BC176-26D8-4E6E-B6A4-1B9152052D49}" type="datetimeFigureOut">
              <a:rPr lang="en-IN" smtClean="0"/>
              <a:t>28-08-2024</a:t>
            </a:fld>
            <a:endParaRPr lang="en-IN"/>
          </a:p>
        </p:txBody>
      </p:sp>
      <p:sp>
        <p:nvSpPr>
          <p:cNvPr id="5" name="Footer Placeholder 4">
            <a:extLst>
              <a:ext uri="{FF2B5EF4-FFF2-40B4-BE49-F238E27FC236}">
                <a16:creationId xmlns:a16="http://schemas.microsoft.com/office/drawing/2014/main" id="{F917AF73-C73E-DABD-C9BE-089CC41523D3}"/>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6CC717C8-4369-3180-51B7-C696CF8558C8}"/>
              </a:ext>
            </a:extLst>
          </p:cNvPr>
          <p:cNvSpPr>
            <a:spLocks noGrp="1"/>
          </p:cNvSpPr>
          <p:nvPr>
            <p:ph type="sldNum" sz="quarter" idx="12"/>
          </p:nvPr>
        </p:nvSpPr>
        <p:spPr/>
        <p:txBody>
          <a:bodyPr/>
          <a:lstStyle/>
          <a:p>
            <a:fld id="{69D3F5EB-3760-49F5-8777-7D36873D091B}" type="slidenum">
              <a:rPr lang="en-IN" smtClean="0"/>
              <a:t>‹#›</a:t>
            </a:fld>
            <a:endParaRPr lang="en-IN"/>
          </a:p>
        </p:txBody>
      </p:sp>
    </p:spTree>
    <p:extLst>
      <p:ext uri="{BB962C8B-B14F-4D97-AF65-F5344CB8AC3E}">
        <p14:creationId xmlns:p14="http://schemas.microsoft.com/office/powerpoint/2010/main" val="220050917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EC7BAB2-D53C-A530-F281-01696E4515C5}"/>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93390764-CC6B-F4E3-AFEE-5B6CA8908FD8}"/>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8503E3E1-FD21-77B0-6C6B-6888D6F56DCB}"/>
              </a:ext>
            </a:extLst>
          </p:cNvPr>
          <p:cNvSpPr>
            <a:spLocks noGrp="1"/>
          </p:cNvSpPr>
          <p:nvPr>
            <p:ph type="dt" sz="half" idx="10"/>
          </p:nvPr>
        </p:nvSpPr>
        <p:spPr/>
        <p:txBody>
          <a:bodyPr/>
          <a:lstStyle/>
          <a:p>
            <a:fld id="{179BC176-26D8-4E6E-B6A4-1B9152052D49}" type="datetimeFigureOut">
              <a:rPr lang="en-IN" smtClean="0"/>
              <a:t>28-08-2024</a:t>
            </a:fld>
            <a:endParaRPr lang="en-IN"/>
          </a:p>
        </p:txBody>
      </p:sp>
      <p:sp>
        <p:nvSpPr>
          <p:cNvPr id="5" name="Footer Placeholder 4">
            <a:extLst>
              <a:ext uri="{FF2B5EF4-FFF2-40B4-BE49-F238E27FC236}">
                <a16:creationId xmlns:a16="http://schemas.microsoft.com/office/drawing/2014/main" id="{80A51D71-1A16-2205-13E4-FEF8F787C39A}"/>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EA0A2292-362B-DBA1-BB2C-EAC1952C204E}"/>
              </a:ext>
            </a:extLst>
          </p:cNvPr>
          <p:cNvSpPr>
            <a:spLocks noGrp="1"/>
          </p:cNvSpPr>
          <p:nvPr>
            <p:ph type="sldNum" sz="quarter" idx="12"/>
          </p:nvPr>
        </p:nvSpPr>
        <p:spPr/>
        <p:txBody>
          <a:bodyPr/>
          <a:lstStyle/>
          <a:p>
            <a:fld id="{69D3F5EB-3760-49F5-8777-7D36873D091B}" type="slidenum">
              <a:rPr lang="en-IN" smtClean="0"/>
              <a:t>‹#›</a:t>
            </a:fld>
            <a:endParaRPr lang="en-IN"/>
          </a:p>
        </p:txBody>
      </p:sp>
    </p:spTree>
    <p:extLst>
      <p:ext uri="{BB962C8B-B14F-4D97-AF65-F5344CB8AC3E}">
        <p14:creationId xmlns:p14="http://schemas.microsoft.com/office/powerpoint/2010/main" val="355910055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A85AE2E-2D44-90F3-D4F7-DEA5A2848751}"/>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a:extLst>
              <a:ext uri="{FF2B5EF4-FFF2-40B4-BE49-F238E27FC236}">
                <a16:creationId xmlns:a16="http://schemas.microsoft.com/office/drawing/2014/main" id="{0EEBA8E9-FB28-E0F4-8368-53D4DEEB9E77}"/>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69F7632B-CF92-7CDB-013C-723C36347D32}"/>
              </a:ext>
            </a:extLst>
          </p:cNvPr>
          <p:cNvSpPr>
            <a:spLocks noGrp="1"/>
          </p:cNvSpPr>
          <p:nvPr>
            <p:ph type="dt" sz="half" idx="10"/>
          </p:nvPr>
        </p:nvSpPr>
        <p:spPr/>
        <p:txBody>
          <a:bodyPr/>
          <a:lstStyle/>
          <a:p>
            <a:fld id="{179BC176-26D8-4E6E-B6A4-1B9152052D49}" type="datetimeFigureOut">
              <a:rPr lang="en-IN" smtClean="0"/>
              <a:t>28-08-2024</a:t>
            </a:fld>
            <a:endParaRPr lang="en-IN"/>
          </a:p>
        </p:txBody>
      </p:sp>
      <p:sp>
        <p:nvSpPr>
          <p:cNvPr id="5" name="Footer Placeholder 4">
            <a:extLst>
              <a:ext uri="{FF2B5EF4-FFF2-40B4-BE49-F238E27FC236}">
                <a16:creationId xmlns:a16="http://schemas.microsoft.com/office/drawing/2014/main" id="{DE2FAEF1-AEB9-D67D-C8AD-61A78F7A54D0}"/>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A9AD0CE1-DAC3-C199-F831-CA0D4C8AD496}"/>
              </a:ext>
            </a:extLst>
          </p:cNvPr>
          <p:cNvSpPr>
            <a:spLocks noGrp="1"/>
          </p:cNvSpPr>
          <p:nvPr>
            <p:ph type="sldNum" sz="quarter" idx="12"/>
          </p:nvPr>
        </p:nvSpPr>
        <p:spPr/>
        <p:txBody>
          <a:bodyPr/>
          <a:lstStyle/>
          <a:p>
            <a:fld id="{69D3F5EB-3760-49F5-8777-7D36873D091B}" type="slidenum">
              <a:rPr lang="en-IN" smtClean="0"/>
              <a:t>‹#›</a:t>
            </a:fld>
            <a:endParaRPr lang="en-IN"/>
          </a:p>
        </p:txBody>
      </p:sp>
    </p:spTree>
    <p:extLst>
      <p:ext uri="{BB962C8B-B14F-4D97-AF65-F5344CB8AC3E}">
        <p14:creationId xmlns:p14="http://schemas.microsoft.com/office/powerpoint/2010/main" val="289372464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F736C80-B304-432C-D74E-53F1BBFFDA9A}"/>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7A4A21C5-E17E-A5C9-AFF9-FA316F35E1C1}"/>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a:extLst>
              <a:ext uri="{FF2B5EF4-FFF2-40B4-BE49-F238E27FC236}">
                <a16:creationId xmlns:a16="http://schemas.microsoft.com/office/drawing/2014/main" id="{03F5E794-7C4C-9627-62C7-6A656A3197EA}"/>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a16="http://schemas.microsoft.com/office/drawing/2014/main" id="{C3589573-6C64-E0AA-55B1-68592D828EB8}"/>
              </a:ext>
            </a:extLst>
          </p:cNvPr>
          <p:cNvSpPr>
            <a:spLocks noGrp="1"/>
          </p:cNvSpPr>
          <p:nvPr>
            <p:ph type="dt" sz="half" idx="10"/>
          </p:nvPr>
        </p:nvSpPr>
        <p:spPr/>
        <p:txBody>
          <a:bodyPr/>
          <a:lstStyle/>
          <a:p>
            <a:fld id="{179BC176-26D8-4E6E-B6A4-1B9152052D49}" type="datetimeFigureOut">
              <a:rPr lang="en-IN" smtClean="0"/>
              <a:t>28-08-2024</a:t>
            </a:fld>
            <a:endParaRPr lang="en-IN"/>
          </a:p>
        </p:txBody>
      </p:sp>
      <p:sp>
        <p:nvSpPr>
          <p:cNvPr id="6" name="Footer Placeholder 5">
            <a:extLst>
              <a:ext uri="{FF2B5EF4-FFF2-40B4-BE49-F238E27FC236}">
                <a16:creationId xmlns:a16="http://schemas.microsoft.com/office/drawing/2014/main" id="{75AE9D19-EF6E-E477-9B80-2CA86A8F85A3}"/>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96850831-C6B3-0C02-A049-BDF0E086C8B6}"/>
              </a:ext>
            </a:extLst>
          </p:cNvPr>
          <p:cNvSpPr>
            <a:spLocks noGrp="1"/>
          </p:cNvSpPr>
          <p:nvPr>
            <p:ph type="sldNum" sz="quarter" idx="12"/>
          </p:nvPr>
        </p:nvSpPr>
        <p:spPr/>
        <p:txBody>
          <a:bodyPr/>
          <a:lstStyle/>
          <a:p>
            <a:fld id="{69D3F5EB-3760-49F5-8777-7D36873D091B}" type="slidenum">
              <a:rPr lang="en-IN" smtClean="0"/>
              <a:t>‹#›</a:t>
            </a:fld>
            <a:endParaRPr lang="en-IN"/>
          </a:p>
        </p:txBody>
      </p:sp>
    </p:spTree>
    <p:extLst>
      <p:ext uri="{BB962C8B-B14F-4D97-AF65-F5344CB8AC3E}">
        <p14:creationId xmlns:p14="http://schemas.microsoft.com/office/powerpoint/2010/main" val="370582050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5BFD0B8-A644-754F-86DC-8610379520E5}"/>
              </a:ext>
            </a:extLst>
          </p:cNvPr>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a:extLst>
              <a:ext uri="{FF2B5EF4-FFF2-40B4-BE49-F238E27FC236}">
                <a16:creationId xmlns:a16="http://schemas.microsoft.com/office/drawing/2014/main" id="{5DB2A86A-C101-27A2-EDC7-221F7E750D7A}"/>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8A3DB334-22C6-5A81-0E43-5EFA623C5EB9}"/>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a:extLst>
              <a:ext uri="{FF2B5EF4-FFF2-40B4-BE49-F238E27FC236}">
                <a16:creationId xmlns:a16="http://schemas.microsoft.com/office/drawing/2014/main" id="{125C256C-4F19-6B87-7E90-704544B10C62}"/>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82DA4814-88D4-E177-7F2C-A72E057AB634}"/>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a:extLst>
              <a:ext uri="{FF2B5EF4-FFF2-40B4-BE49-F238E27FC236}">
                <a16:creationId xmlns:a16="http://schemas.microsoft.com/office/drawing/2014/main" id="{8DEFC25F-1113-3C90-61AA-2A52E34A1527}"/>
              </a:ext>
            </a:extLst>
          </p:cNvPr>
          <p:cNvSpPr>
            <a:spLocks noGrp="1"/>
          </p:cNvSpPr>
          <p:nvPr>
            <p:ph type="dt" sz="half" idx="10"/>
          </p:nvPr>
        </p:nvSpPr>
        <p:spPr/>
        <p:txBody>
          <a:bodyPr/>
          <a:lstStyle/>
          <a:p>
            <a:fld id="{179BC176-26D8-4E6E-B6A4-1B9152052D49}" type="datetimeFigureOut">
              <a:rPr lang="en-IN" smtClean="0"/>
              <a:t>28-08-2024</a:t>
            </a:fld>
            <a:endParaRPr lang="en-IN"/>
          </a:p>
        </p:txBody>
      </p:sp>
      <p:sp>
        <p:nvSpPr>
          <p:cNvPr id="8" name="Footer Placeholder 7">
            <a:extLst>
              <a:ext uri="{FF2B5EF4-FFF2-40B4-BE49-F238E27FC236}">
                <a16:creationId xmlns:a16="http://schemas.microsoft.com/office/drawing/2014/main" id="{B72934FB-82A6-5EA7-5867-CFAD0DC7AC99}"/>
              </a:ext>
            </a:extLst>
          </p:cNvPr>
          <p:cNvSpPr>
            <a:spLocks noGrp="1"/>
          </p:cNvSpPr>
          <p:nvPr>
            <p:ph type="ftr" sz="quarter" idx="11"/>
          </p:nvPr>
        </p:nvSpPr>
        <p:spPr/>
        <p:txBody>
          <a:bodyPr/>
          <a:lstStyle/>
          <a:p>
            <a:endParaRPr lang="en-IN"/>
          </a:p>
        </p:txBody>
      </p:sp>
      <p:sp>
        <p:nvSpPr>
          <p:cNvPr id="9" name="Slide Number Placeholder 8">
            <a:extLst>
              <a:ext uri="{FF2B5EF4-FFF2-40B4-BE49-F238E27FC236}">
                <a16:creationId xmlns:a16="http://schemas.microsoft.com/office/drawing/2014/main" id="{8F89C3E8-31AA-7D9B-D16F-4A7465E06650}"/>
              </a:ext>
            </a:extLst>
          </p:cNvPr>
          <p:cNvSpPr>
            <a:spLocks noGrp="1"/>
          </p:cNvSpPr>
          <p:nvPr>
            <p:ph type="sldNum" sz="quarter" idx="12"/>
          </p:nvPr>
        </p:nvSpPr>
        <p:spPr/>
        <p:txBody>
          <a:bodyPr/>
          <a:lstStyle/>
          <a:p>
            <a:fld id="{69D3F5EB-3760-49F5-8777-7D36873D091B}" type="slidenum">
              <a:rPr lang="en-IN" smtClean="0"/>
              <a:t>‹#›</a:t>
            </a:fld>
            <a:endParaRPr lang="en-IN"/>
          </a:p>
        </p:txBody>
      </p:sp>
    </p:spTree>
    <p:extLst>
      <p:ext uri="{BB962C8B-B14F-4D97-AF65-F5344CB8AC3E}">
        <p14:creationId xmlns:p14="http://schemas.microsoft.com/office/powerpoint/2010/main" val="232817884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9E897F5-B20D-B170-48B7-F59CFEDA5E40}"/>
              </a:ext>
            </a:extLst>
          </p:cNvPr>
          <p:cNvSpPr>
            <a:spLocks noGrp="1"/>
          </p:cNvSpPr>
          <p:nvPr>
            <p:ph type="title"/>
          </p:nvPr>
        </p:nvSpPr>
        <p:spPr/>
        <p:txBody>
          <a:bodyPr/>
          <a:lstStyle/>
          <a:p>
            <a:r>
              <a:rPr lang="en-US"/>
              <a:t>Click to edit Master title style</a:t>
            </a:r>
            <a:endParaRPr lang="en-IN"/>
          </a:p>
        </p:txBody>
      </p:sp>
      <p:sp>
        <p:nvSpPr>
          <p:cNvPr id="3" name="Date Placeholder 2">
            <a:extLst>
              <a:ext uri="{FF2B5EF4-FFF2-40B4-BE49-F238E27FC236}">
                <a16:creationId xmlns:a16="http://schemas.microsoft.com/office/drawing/2014/main" id="{2432AE79-ED5C-2A0E-CDA5-6FA89430BC8E}"/>
              </a:ext>
            </a:extLst>
          </p:cNvPr>
          <p:cNvSpPr>
            <a:spLocks noGrp="1"/>
          </p:cNvSpPr>
          <p:nvPr>
            <p:ph type="dt" sz="half" idx="10"/>
          </p:nvPr>
        </p:nvSpPr>
        <p:spPr/>
        <p:txBody>
          <a:bodyPr/>
          <a:lstStyle/>
          <a:p>
            <a:fld id="{179BC176-26D8-4E6E-B6A4-1B9152052D49}" type="datetimeFigureOut">
              <a:rPr lang="en-IN" smtClean="0"/>
              <a:t>28-08-2024</a:t>
            </a:fld>
            <a:endParaRPr lang="en-IN"/>
          </a:p>
        </p:txBody>
      </p:sp>
      <p:sp>
        <p:nvSpPr>
          <p:cNvPr id="4" name="Footer Placeholder 3">
            <a:extLst>
              <a:ext uri="{FF2B5EF4-FFF2-40B4-BE49-F238E27FC236}">
                <a16:creationId xmlns:a16="http://schemas.microsoft.com/office/drawing/2014/main" id="{396A6516-9FCD-60CA-6D64-4E4FCF0A6D51}"/>
              </a:ext>
            </a:extLst>
          </p:cNvPr>
          <p:cNvSpPr>
            <a:spLocks noGrp="1"/>
          </p:cNvSpPr>
          <p:nvPr>
            <p:ph type="ftr" sz="quarter" idx="11"/>
          </p:nvPr>
        </p:nvSpPr>
        <p:spPr/>
        <p:txBody>
          <a:bodyPr/>
          <a:lstStyle/>
          <a:p>
            <a:endParaRPr lang="en-IN"/>
          </a:p>
        </p:txBody>
      </p:sp>
      <p:sp>
        <p:nvSpPr>
          <p:cNvPr id="5" name="Slide Number Placeholder 4">
            <a:extLst>
              <a:ext uri="{FF2B5EF4-FFF2-40B4-BE49-F238E27FC236}">
                <a16:creationId xmlns:a16="http://schemas.microsoft.com/office/drawing/2014/main" id="{D00C5603-C2E5-5AC3-21CB-29506674B2DB}"/>
              </a:ext>
            </a:extLst>
          </p:cNvPr>
          <p:cNvSpPr>
            <a:spLocks noGrp="1"/>
          </p:cNvSpPr>
          <p:nvPr>
            <p:ph type="sldNum" sz="quarter" idx="12"/>
          </p:nvPr>
        </p:nvSpPr>
        <p:spPr/>
        <p:txBody>
          <a:bodyPr/>
          <a:lstStyle/>
          <a:p>
            <a:fld id="{69D3F5EB-3760-49F5-8777-7D36873D091B}" type="slidenum">
              <a:rPr lang="en-IN" smtClean="0"/>
              <a:t>‹#›</a:t>
            </a:fld>
            <a:endParaRPr lang="en-IN"/>
          </a:p>
        </p:txBody>
      </p:sp>
    </p:spTree>
    <p:extLst>
      <p:ext uri="{BB962C8B-B14F-4D97-AF65-F5344CB8AC3E}">
        <p14:creationId xmlns:p14="http://schemas.microsoft.com/office/powerpoint/2010/main" val="174407792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9134E04F-0659-41D1-8F58-8C0810569CA1}"/>
              </a:ext>
            </a:extLst>
          </p:cNvPr>
          <p:cNvSpPr>
            <a:spLocks noGrp="1"/>
          </p:cNvSpPr>
          <p:nvPr>
            <p:ph type="dt" sz="half" idx="10"/>
          </p:nvPr>
        </p:nvSpPr>
        <p:spPr/>
        <p:txBody>
          <a:bodyPr/>
          <a:lstStyle/>
          <a:p>
            <a:fld id="{179BC176-26D8-4E6E-B6A4-1B9152052D49}" type="datetimeFigureOut">
              <a:rPr lang="en-IN" smtClean="0"/>
              <a:t>28-08-2024</a:t>
            </a:fld>
            <a:endParaRPr lang="en-IN"/>
          </a:p>
        </p:txBody>
      </p:sp>
      <p:sp>
        <p:nvSpPr>
          <p:cNvPr id="3" name="Footer Placeholder 2">
            <a:extLst>
              <a:ext uri="{FF2B5EF4-FFF2-40B4-BE49-F238E27FC236}">
                <a16:creationId xmlns:a16="http://schemas.microsoft.com/office/drawing/2014/main" id="{7F660908-DB74-459C-6540-D26E42A77512}"/>
              </a:ext>
            </a:extLst>
          </p:cNvPr>
          <p:cNvSpPr>
            <a:spLocks noGrp="1"/>
          </p:cNvSpPr>
          <p:nvPr>
            <p:ph type="ftr" sz="quarter" idx="11"/>
          </p:nvPr>
        </p:nvSpPr>
        <p:spPr/>
        <p:txBody>
          <a:bodyPr/>
          <a:lstStyle/>
          <a:p>
            <a:endParaRPr lang="en-IN"/>
          </a:p>
        </p:txBody>
      </p:sp>
      <p:sp>
        <p:nvSpPr>
          <p:cNvPr id="4" name="Slide Number Placeholder 3">
            <a:extLst>
              <a:ext uri="{FF2B5EF4-FFF2-40B4-BE49-F238E27FC236}">
                <a16:creationId xmlns:a16="http://schemas.microsoft.com/office/drawing/2014/main" id="{8F55C562-F139-9905-B7FE-70D58A44AFC6}"/>
              </a:ext>
            </a:extLst>
          </p:cNvPr>
          <p:cNvSpPr>
            <a:spLocks noGrp="1"/>
          </p:cNvSpPr>
          <p:nvPr>
            <p:ph type="sldNum" sz="quarter" idx="12"/>
          </p:nvPr>
        </p:nvSpPr>
        <p:spPr/>
        <p:txBody>
          <a:bodyPr/>
          <a:lstStyle/>
          <a:p>
            <a:fld id="{69D3F5EB-3760-49F5-8777-7D36873D091B}" type="slidenum">
              <a:rPr lang="en-IN" smtClean="0"/>
              <a:t>‹#›</a:t>
            </a:fld>
            <a:endParaRPr lang="en-IN"/>
          </a:p>
        </p:txBody>
      </p:sp>
    </p:spTree>
    <p:extLst>
      <p:ext uri="{BB962C8B-B14F-4D97-AF65-F5344CB8AC3E}">
        <p14:creationId xmlns:p14="http://schemas.microsoft.com/office/powerpoint/2010/main" val="94894302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9892272-AE2E-C205-E808-DA357DC62FA2}"/>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a:extLst>
              <a:ext uri="{FF2B5EF4-FFF2-40B4-BE49-F238E27FC236}">
                <a16:creationId xmlns:a16="http://schemas.microsoft.com/office/drawing/2014/main" id="{A7698A39-5787-557B-A352-D1A95EC23302}"/>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a:extLst>
              <a:ext uri="{FF2B5EF4-FFF2-40B4-BE49-F238E27FC236}">
                <a16:creationId xmlns:a16="http://schemas.microsoft.com/office/drawing/2014/main" id="{479CE334-77BE-FC90-CD8C-FB2B58B2D945}"/>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07A56FAE-D57E-7AAE-A1B4-75A62146E94D}"/>
              </a:ext>
            </a:extLst>
          </p:cNvPr>
          <p:cNvSpPr>
            <a:spLocks noGrp="1"/>
          </p:cNvSpPr>
          <p:nvPr>
            <p:ph type="dt" sz="half" idx="10"/>
          </p:nvPr>
        </p:nvSpPr>
        <p:spPr/>
        <p:txBody>
          <a:bodyPr/>
          <a:lstStyle/>
          <a:p>
            <a:fld id="{179BC176-26D8-4E6E-B6A4-1B9152052D49}" type="datetimeFigureOut">
              <a:rPr lang="en-IN" smtClean="0"/>
              <a:t>28-08-2024</a:t>
            </a:fld>
            <a:endParaRPr lang="en-IN"/>
          </a:p>
        </p:txBody>
      </p:sp>
      <p:sp>
        <p:nvSpPr>
          <p:cNvPr id="6" name="Footer Placeholder 5">
            <a:extLst>
              <a:ext uri="{FF2B5EF4-FFF2-40B4-BE49-F238E27FC236}">
                <a16:creationId xmlns:a16="http://schemas.microsoft.com/office/drawing/2014/main" id="{CB08406F-1B35-2304-6AA5-0035D9224ACB}"/>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05C67F7C-EFCA-0E7A-7788-FDF7D3F4F28D}"/>
              </a:ext>
            </a:extLst>
          </p:cNvPr>
          <p:cNvSpPr>
            <a:spLocks noGrp="1"/>
          </p:cNvSpPr>
          <p:nvPr>
            <p:ph type="sldNum" sz="quarter" idx="12"/>
          </p:nvPr>
        </p:nvSpPr>
        <p:spPr/>
        <p:txBody>
          <a:bodyPr/>
          <a:lstStyle/>
          <a:p>
            <a:fld id="{69D3F5EB-3760-49F5-8777-7D36873D091B}" type="slidenum">
              <a:rPr lang="en-IN" smtClean="0"/>
              <a:t>‹#›</a:t>
            </a:fld>
            <a:endParaRPr lang="en-IN"/>
          </a:p>
        </p:txBody>
      </p:sp>
    </p:spTree>
    <p:extLst>
      <p:ext uri="{BB962C8B-B14F-4D97-AF65-F5344CB8AC3E}">
        <p14:creationId xmlns:p14="http://schemas.microsoft.com/office/powerpoint/2010/main" val="244121145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CCD0713-23AF-F58C-B29E-67AA24F550EB}"/>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a:extLst>
              <a:ext uri="{FF2B5EF4-FFF2-40B4-BE49-F238E27FC236}">
                <a16:creationId xmlns:a16="http://schemas.microsoft.com/office/drawing/2014/main" id="{8BB67892-0E9D-1B7E-DC9D-8F1084BFD9D1}"/>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a:extLst>
              <a:ext uri="{FF2B5EF4-FFF2-40B4-BE49-F238E27FC236}">
                <a16:creationId xmlns:a16="http://schemas.microsoft.com/office/drawing/2014/main" id="{3924951E-FA41-BA5A-4646-D47089A4F293}"/>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03865AA4-29BF-2C3D-A4EA-969C4C408502}"/>
              </a:ext>
            </a:extLst>
          </p:cNvPr>
          <p:cNvSpPr>
            <a:spLocks noGrp="1"/>
          </p:cNvSpPr>
          <p:nvPr>
            <p:ph type="dt" sz="half" idx="10"/>
          </p:nvPr>
        </p:nvSpPr>
        <p:spPr/>
        <p:txBody>
          <a:bodyPr/>
          <a:lstStyle/>
          <a:p>
            <a:fld id="{179BC176-26D8-4E6E-B6A4-1B9152052D49}" type="datetimeFigureOut">
              <a:rPr lang="en-IN" smtClean="0"/>
              <a:t>28-08-2024</a:t>
            </a:fld>
            <a:endParaRPr lang="en-IN"/>
          </a:p>
        </p:txBody>
      </p:sp>
      <p:sp>
        <p:nvSpPr>
          <p:cNvPr id="6" name="Footer Placeholder 5">
            <a:extLst>
              <a:ext uri="{FF2B5EF4-FFF2-40B4-BE49-F238E27FC236}">
                <a16:creationId xmlns:a16="http://schemas.microsoft.com/office/drawing/2014/main" id="{CF80DDC5-8687-9C81-DB87-50F4D51D35F4}"/>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FE77A6C5-BCCB-2EC8-2AF9-07E5AA0A1584}"/>
              </a:ext>
            </a:extLst>
          </p:cNvPr>
          <p:cNvSpPr>
            <a:spLocks noGrp="1"/>
          </p:cNvSpPr>
          <p:nvPr>
            <p:ph type="sldNum" sz="quarter" idx="12"/>
          </p:nvPr>
        </p:nvSpPr>
        <p:spPr/>
        <p:txBody>
          <a:bodyPr/>
          <a:lstStyle/>
          <a:p>
            <a:fld id="{69D3F5EB-3760-49F5-8777-7D36873D091B}" type="slidenum">
              <a:rPr lang="en-IN" smtClean="0"/>
              <a:t>‹#›</a:t>
            </a:fld>
            <a:endParaRPr lang="en-IN"/>
          </a:p>
        </p:txBody>
      </p:sp>
    </p:spTree>
    <p:extLst>
      <p:ext uri="{BB962C8B-B14F-4D97-AF65-F5344CB8AC3E}">
        <p14:creationId xmlns:p14="http://schemas.microsoft.com/office/powerpoint/2010/main" val="99630835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36EA366-876A-AAD7-E1A2-608F5EC210F2}"/>
              </a:ext>
            </a:extLst>
          </p:cNvPr>
          <p:cNvSpPr>
            <a:spLocks noGrp="1"/>
          </p:cNvSpPr>
          <p:nvPr>
            <p:ph type="title"/>
          </p:nvPr>
        </p:nvSpPr>
        <p:spPr/>
        <p:txBody>
          <a:bodyPr/>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E8720F17-9362-2D6C-DC37-8E05FB4835EE}"/>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2C48A460-E9A5-F7AD-257A-A425AEEF3FBA}"/>
              </a:ext>
            </a:extLst>
          </p:cNvPr>
          <p:cNvSpPr>
            <a:spLocks noGrp="1"/>
          </p:cNvSpPr>
          <p:nvPr>
            <p:ph type="dt" sz="half" idx="10"/>
          </p:nvPr>
        </p:nvSpPr>
        <p:spPr/>
        <p:txBody>
          <a:bodyPr/>
          <a:lstStyle/>
          <a:p>
            <a:fld id="{179BC176-26D8-4E6E-B6A4-1B9152052D49}" type="datetimeFigureOut">
              <a:rPr lang="en-IN" smtClean="0"/>
              <a:t>28-08-2024</a:t>
            </a:fld>
            <a:endParaRPr lang="en-IN"/>
          </a:p>
        </p:txBody>
      </p:sp>
      <p:sp>
        <p:nvSpPr>
          <p:cNvPr id="5" name="Footer Placeholder 4">
            <a:extLst>
              <a:ext uri="{FF2B5EF4-FFF2-40B4-BE49-F238E27FC236}">
                <a16:creationId xmlns:a16="http://schemas.microsoft.com/office/drawing/2014/main" id="{60A9B62F-F247-620F-B80D-635891D320E9}"/>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C809C9CA-1D1D-E5D3-94C3-88C27F9DDFED}"/>
              </a:ext>
            </a:extLst>
          </p:cNvPr>
          <p:cNvSpPr>
            <a:spLocks noGrp="1"/>
          </p:cNvSpPr>
          <p:nvPr>
            <p:ph type="sldNum" sz="quarter" idx="12"/>
          </p:nvPr>
        </p:nvSpPr>
        <p:spPr/>
        <p:txBody>
          <a:bodyPr/>
          <a:lstStyle/>
          <a:p>
            <a:fld id="{69D3F5EB-3760-49F5-8777-7D36873D091B}" type="slidenum">
              <a:rPr lang="en-IN" smtClean="0"/>
              <a:t>‹#›</a:t>
            </a:fld>
            <a:endParaRPr lang="en-IN"/>
          </a:p>
        </p:txBody>
      </p:sp>
    </p:spTree>
    <p:extLst>
      <p:ext uri="{BB962C8B-B14F-4D97-AF65-F5344CB8AC3E}">
        <p14:creationId xmlns:p14="http://schemas.microsoft.com/office/powerpoint/2010/main" val="62866898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46BAFA28-54F5-1B43-507E-F1A1CAC44820}"/>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E7BE31D3-2006-1C9A-6364-3F1D2E73C908}"/>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3E55A464-00C9-A9DA-65B7-B22736B80378}"/>
              </a:ext>
            </a:extLst>
          </p:cNvPr>
          <p:cNvSpPr>
            <a:spLocks noGrp="1"/>
          </p:cNvSpPr>
          <p:nvPr>
            <p:ph type="dt" sz="half" idx="10"/>
          </p:nvPr>
        </p:nvSpPr>
        <p:spPr/>
        <p:txBody>
          <a:bodyPr/>
          <a:lstStyle/>
          <a:p>
            <a:fld id="{179BC176-26D8-4E6E-B6A4-1B9152052D49}" type="datetimeFigureOut">
              <a:rPr lang="en-IN" smtClean="0"/>
              <a:t>28-08-2024</a:t>
            </a:fld>
            <a:endParaRPr lang="en-IN"/>
          </a:p>
        </p:txBody>
      </p:sp>
      <p:sp>
        <p:nvSpPr>
          <p:cNvPr id="5" name="Footer Placeholder 4">
            <a:extLst>
              <a:ext uri="{FF2B5EF4-FFF2-40B4-BE49-F238E27FC236}">
                <a16:creationId xmlns:a16="http://schemas.microsoft.com/office/drawing/2014/main" id="{D4AD8E71-4F79-3CE9-A150-2C91072721EA}"/>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9ADD6D6E-192E-327A-D49E-46E2667BA74D}"/>
              </a:ext>
            </a:extLst>
          </p:cNvPr>
          <p:cNvSpPr>
            <a:spLocks noGrp="1"/>
          </p:cNvSpPr>
          <p:nvPr>
            <p:ph type="sldNum" sz="quarter" idx="12"/>
          </p:nvPr>
        </p:nvSpPr>
        <p:spPr/>
        <p:txBody>
          <a:bodyPr/>
          <a:lstStyle/>
          <a:p>
            <a:fld id="{69D3F5EB-3760-49F5-8777-7D36873D091B}" type="slidenum">
              <a:rPr lang="en-IN" smtClean="0"/>
              <a:t>‹#›</a:t>
            </a:fld>
            <a:endParaRPr lang="en-IN"/>
          </a:p>
        </p:txBody>
      </p:sp>
    </p:spTree>
    <p:extLst>
      <p:ext uri="{BB962C8B-B14F-4D97-AF65-F5344CB8AC3E}">
        <p14:creationId xmlns:p14="http://schemas.microsoft.com/office/powerpoint/2010/main" val="18009190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377FF68F-E572-4698-1AD9-3B7610BBCFB6}"/>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a:extLst>
              <a:ext uri="{FF2B5EF4-FFF2-40B4-BE49-F238E27FC236}">
                <a16:creationId xmlns:a16="http://schemas.microsoft.com/office/drawing/2014/main" id="{A3A58CA0-617E-EBA5-E6A0-99B1C4870EDE}"/>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0F8C73CE-2D8D-3D0B-595F-541FE6BA6458}"/>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79BC176-26D8-4E6E-B6A4-1B9152052D49}" type="datetimeFigureOut">
              <a:rPr lang="en-IN" smtClean="0"/>
              <a:t>28-08-2024</a:t>
            </a:fld>
            <a:endParaRPr lang="en-IN"/>
          </a:p>
        </p:txBody>
      </p:sp>
      <p:sp>
        <p:nvSpPr>
          <p:cNvPr id="5" name="Footer Placeholder 4">
            <a:extLst>
              <a:ext uri="{FF2B5EF4-FFF2-40B4-BE49-F238E27FC236}">
                <a16:creationId xmlns:a16="http://schemas.microsoft.com/office/drawing/2014/main" id="{3D29EAF2-2099-2450-CFB9-167E69F50E27}"/>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N"/>
          </a:p>
        </p:txBody>
      </p:sp>
      <p:sp>
        <p:nvSpPr>
          <p:cNvPr id="6" name="Slide Number Placeholder 5">
            <a:extLst>
              <a:ext uri="{FF2B5EF4-FFF2-40B4-BE49-F238E27FC236}">
                <a16:creationId xmlns:a16="http://schemas.microsoft.com/office/drawing/2014/main" id="{7784FA5B-829D-A594-2024-9D83F90F3E9A}"/>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69D3F5EB-3760-49F5-8777-7D36873D091B}" type="slidenum">
              <a:rPr lang="en-IN" smtClean="0"/>
              <a:t>‹#›</a:t>
            </a:fld>
            <a:endParaRPr lang="en-IN"/>
          </a:p>
        </p:txBody>
      </p:sp>
    </p:spTree>
    <p:extLst>
      <p:ext uri="{BB962C8B-B14F-4D97-AF65-F5344CB8AC3E}">
        <p14:creationId xmlns:p14="http://schemas.microsoft.com/office/powerpoint/2010/main" val="2873952553"/>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3" Type="http://schemas.openxmlformats.org/officeDocument/2006/relationships/diagramLayout" Target="../diagrams/layout1.xml"/><Relationship Id="rId2" Type="http://schemas.openxmlformats.org/officeDocument/2006/relationships/diagramData" Target="../diagrams/data1.xml"/><Relationship Id="rId1" Type="http://schemas.openxmlformats.org/officeDocument/2006/relationships/slideLayout" Target="../slideLayouts/slideLayout7.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diagramLayout" Target="../diagrams/layout2.xml"/><Relationship Id="rId2" Type="http://schemas.openxmlformats.org/officeDocument/2006/relationships/diagramData" Target="../diagrams/data2.xml"/><Relationship Id="rId1" Type="http://schemas.openxmlformats.org/officeDocument/2006/relationships/slideLayout" Target="../slideLayouts/slideLayout7.xml"/><Relationship Id="rId6" Type="http://schemas.microsoft.com/office/2007/relationships/diagramDrawing" Target="../diagrams/drawing2.xml"/><Relationship Id="rId5" Type="http://schemas.openxmlformats.org/officeDocument/2006/relationships/diagramColors" Target="../diagrams/colors2.xml"/><Relationship Id="rId4" Type="http://schemas.openxmlformats.org/officeDocument/2006/relationships/diagramQuickStyle" Target="../diagrams/quickStyle2.xml"/></Relationships>
</file>

<file path=ppt/slides/_rels/slide9.xml.rels><?xml version="1.0" encoding="UTF-8" standalone="yes"?>
<Relationships xmlns="http://schemas.openxmlformats.org/package/2006/relationships"><Relationship Id="rId3" Type="http://schemas.openxmlformats.org/officeDocument/2006/relationships/diagramLayout" Target="../diagrams/layout3.xml"/><Relationship Id="rId2" Type="http://schemas.openxmlformats.org/officeDocument/2006/relationships/diagramData" Target="../diagrams/data3.xml"/><Relationship Id="rId1" Type="http://schemas.openxmlformats.org/officeDocument/2006/relationships/slideLayout" Target="../slideLayouts/slideLayout2.xml"/><Relationship Id="rId6" Type="http://schemas.microsoft.com/office/2007/relationships/diagramDrawing" Target="../diagrams/drawing3.xml"/><Relationship Id="rId5" Type="http://schemas.openxmlformats.org/officeDocument/2006/relationships/diagramColors" Target="../diagrams/colors3.xml"/><Relationship Id="rId4" Type="http://schemas.openxmlformats.org/officeDocument/2006/relationships/diagramQuickStyle" Target="../diagrams/quickStyle3.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3" Type="http://schemas.openxmlformats.org/officeDocument/2006/relationships/diagramLayout" Target="../diagrams/layout4.xml"/><Relationship Id="rId2" Type="http://schemas.openxmlformats.org/officeDocument/2006/relationships/diagramData" Target="../diagrams/data4.xml"/><Relationship Id="rId1" Type="http://schemas.openxmlformats.org/officeDocument/2006/relationships/slideLayout" Target="../slideLayouts/slideLayout7.xml"/><Relationship Id="rId6" Type="http://schemas.microsoft.com/office/2007/relationships/diagramDrawing" Target="../diagrams/drawing4.xml"/><Relationship Id="rId5" Type="http://schemas.openxmlformats.org/officeDocument/2006/relationships/diagramColors" Target="../diagrams/colors4.xml"/><Relationship Id="rId4" Type="http://schemas.openxmlformats.org/officeDocument/2006/relationships/diagramQuickStyle" Target="../diagrams/quickStyle4.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3" Type="http://schemas.openxmlformats.org/officeDocument/2006/relationships/diagramLayout" Target="../diagrams/layout5.xml"/><Relationship Id="rId2" Type="http://schemas.openxmlformats.org/officeDocument/2006/relationships/diagramData" Target="../diagrams/data5.xml"/><Relationship Id="rId1" Type="http://schemas.openxmlformats.org/officeDocument/2006/relationships/slideLayout" Target="../slideLayouts/slideLayout2.xml"/><Relationship Id="rId6" Type="http://schemas.microsoft.com/office/2007/relationships/diagramDrawing" Target="../diagrams/drawing5.xml"/><Relationship Id="rId5" Type="http://schemas.openxmlformats.org/officeDocument/2006/relationships/diagramColors" Target="../diagrams/colors5.xml"/><Relationship Id="rId4" Type="http://schemas.openxmlformats.org/officeDocument/2006/relationships/diagramQuickStyle" Target="../diagrams/quickStyle5.xml"/></Relationships>
</file>

<file path=ppt/slides/_rels/slide15.xml.rels><?xml version="1.0" encoding="UTF-8" standalone="yes"?>
<Relationships xmlns="http://schemas.openxmlformats.org/package/2006/relationships"><Relationship Id="rId3" Type="http://schemas.openxmlformats.org/officeDocument/2006/relationships/diagramLayout" Target="../diagrams/layout6.xml"/><Relationship Id="rId2" Type="http://schemas.openxmlformats.org/officeDocument/2006/relationships/diagramData" Target="../diagrams/data6.xml"/><Relationship Id="rId1" Type="http://schemas.openxmlformats.org/officeDocument/2006/relationships/slideLayout" Target="../slideLayouts/slideLayout2.xml"/><Relationship Id="rId6" Type="http://schemas.microsoft.com/office/2007/relationships/diagramDrawing" Target="../diagrams/drawing6.xml"/><Relationship Id="rId5" Type="http://schemas.openxmlformats.org/officeDocument/2006/relationships/diagramColors" Target="../diagrams/colors6.xml"/><Relationship Id="rId4" Type="http://schemas.openxmlformats.org/officeDocument/2006/relationships/diagramQuickStyle" Target="../diagrams/quickStyle6.xml"/></Relationships>
</file>

<file path=ppt/slides/_rels/slide16.xml.rels><?xml version="1.0" encoding="UTF-8" standalone="yes"?>
<Relationships xmlns="http://schemas.openxmlformats.org/package/2006/relationships"><Relationship Id="rId3" Type="http://schemas.openxmlformats.org/officeDocument/2006/relationships/diagramLayout" Target="../diagrams/layout7.xml"/><Relationship Id="rId2" Type="http://schemas.openxmlformats.org/officeDocument/2006/relationships/diagramData" Target="../diagrams/data7.xml"/><Relationship Id="rId1" Type="http://schemas.openxmlformats.org/officeDocument/2006/relationships/slideLayout" Target="../slideLayouts/slideLayout2.xml"/><Relationship Id="rId6" Type="http://schemas.microsoft.com/office/2007/relationships/diagramDrawing" Target="../diagrams/drawing7.xml"/><Relationship Id="rId5" Type="http://schemas.openxmlformats.org/officeDocument/2006/relationships/diagramColors" Target="../diagrams/colors7.xml"/><Relationship Id="rId4" Type="http://schemas.openxmlformats.org/officeDocument/2006/relationships/diagramQuickStyle" Target="../diagrams/quickStyle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9.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2" Type="http://schemas.openxmlformats.org/officeDocument/2006/relationships/image" Target="../media/image8.jpeg"/><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3" Type="http://schemas.openxmlformats.org/officeDocument/2006/relationships/diagramLayout" Target="../diagrams/layout8.xml"/><Relationship Id="rId2" Type="http://schemas.openxmlformats.org/officeDocument/2006/relationships/diagramData" Target="../diagrams/data8.xml"/><Relationship Id="rId1" Type="http://schemas.openxmlformats.org/officeDocument/2006/relationships/slideLayout" Target="../slideLayouts/slideLayout7.xml"/><Relationship Id="rId6" Type="http://schemas.microsoft.com/office/2007/relationships/diagramDrawing" Target="../diagrams/drawing8.xml"/><Relationship Id="rId5" Type="http://schemas.openxmlformats.org/officeDocument/2006/relationships/diagramColors" Target="../diagrams/colors8.xml"/><Relationship Id="rId4" Type="http://schemas.openxmlformats.org/officeDocument/2006/relationships/diagramQuickStyle" Target="../diagrams/quickStyle8.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4.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3.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7.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7.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2.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7.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50.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7.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0.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7.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62.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7.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68.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7.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2.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7.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4.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7.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82.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7.xml"/></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4" name="Rectangle 7">
            <a:extLst>
              <a:ext uri="{FF2B5EF4-FFF2-40B4-BE49-F238E27FC236}">
                <a16:creationId xmlns:a16="http://schemas.microsoft.com/office/drawing/2014/main" id="{FB5B0058-AF13-4859-B429-4EDDE2A26F7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chemeClr val="tx1">
              <a:lumMod val="95000"/>
              <a:lumOff val="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solidFill>
            </a:endParaRPr>
          </a:p>
        </p:txBody>
      </p:sp>
      <p:sp>
        <p:nvSpPr>
          <p:cNvPr id="2" name="Title 1">
            <a:extLst>
              <a:ext uri="{FF2B5EF4-FFF2-40B4-BE49-F238E27FC236}">
                <a16:creationId xmlns:a16="http://schemas.microsoft.com/office/drawing/2014/main" id="{19C55419-816F-6EC8-4899-EB0462ED8FCD}"/>
              </a:ext>
            </a:extLst>
          </p:cNvPr>
          <p:cNvSpPr>
            <a:spLocks noGrp="1"/>
          </p:cNvSpPr>
          <p:nvPr>
            <p:ph type="ctrTitle"/>
          </p:nvPr>
        </p:nvSpPr>
        <p:spPr>
          <a:xfrm>
            <a:off x="2399234" y="2073715"/>
            <a:ext cx="6935759" cy="2993042"/>
          </a:xfrm>
        </p:spPr>
        <p:txBody>
          <a:bodyPr anchor="ctr">
            <a:normAutofit/>
          </a:bodyPr>
          <a:lstStyle/>
          <a:p>
            <a:r>
              <a:rPr lang="en-IN" sz="8800" dirty="0">
                <a:solidFill>
                  <a:schemeClr val="bg1"/>
                </a:solidFill>
              </a:rPr>
              <a:t>Git &amp; GitHub</a:t>
            </a:r>
          </a:p>
        </p:txBody>
      </p:sp>
      <p:sp>
        <p:nvSpPr>
          <p:cNvPr id="3" name="Subtitle 2">
            <a:extLst>
              <a:ext uri="{FF2B5EF4-FFF2-40B4-BE49-F238E27FC236}">
                <a16:creationId xmlns:a16="http://schemas.microsoft.com/office/drawing/2014/main" id="{0505369C-5FFC-D9FC-389E-14328B01F672}"/>
              </a:ext>
            </a:extLst>
          </p:cNvPr>
          <p:cNvSpPr>
            <a:spLocks noGrp="1"/>
          </p:cNvSpPr>
          <p:nvPr>
            <p:ph type="subTitle" idx="1"/>
          </p:nvPr>
        </p:nvSpPr>
        <p:spPr>
          <a:xfrm>
            <a:off x="2399234" y="1369077"/>
            <a:ext cx="6935759" cy="2201159"/>
          </a:xfrm>
        </p:spPr>
        <p:txBody>
          <a:bodyPr>
            <a:normAutofit/>
          </a:bodyPr>
          <a:lstStyle/>
          <a:p>
            <a:r>
              <a:rPr lang="en-US" sz="2000">
                <a:solidFill>
                  <a:schemeClr val="bg1"/>
                </a:solidFill>
              </a:rPr>
              <a:t>Introduction</a:t>
            </a:r>
            <a:endParaRPr lang="en-IN" sz="2000">
              <a:solidFill>
                <a:schemeClr val="bg1"/>
              </a:solidFill>
            </a:endParaRPr>
          </a:p>
        </p:txBody>
      </p:sp>
      <p:sp>
        <p:nvSpPr>
          <p:cNvPr id="25" name="Rectangle 9">
            <a:extLst>
              <a:ext uri="{FF2B5EF4-FFF2-40B4-BE49-F238E27FC236}">
                <a16:creationId xmlns:a16="http://schemas.microsoft.com/office/drawing/2014/main" id="{81BD432D-FAB3-4B5D-BF27-4DA7C75B323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26206" y="115193"/>
            <a:ext cx="11939588" cy="6627614"/>
          </a:xfrm>
          <a:prstGeom prst="rect">
            <a:avLst/>
          </a:prstGeom>
          <a:noFill/>
          <a:ln w="12700">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26" name="Straight Connector 11">
            <a:extLst>
              <a:ext uri="{FF2B5EF4-FFF2-40B4-BE49-F238E27FC236}">
                <a16:creationId xmlns:a16="http://schemas.microsoft.com/office/drawing/2014/main" id="{E6D6B450-4278-45B8-88C7-C061710E3C7E}"/>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H="1">
            <a:off x="2399233" y="1883640"/>
            <a:ext cx="6935760" cy="0"/>
          </a:xfrm>
          <a:prstGeom prst="line">
            <a:avLst/>
          </a:prstGeom>
          <a:ln w="12700">
            <a:solidFill>
              <a:schemeClr val="accent2"/>
            </a:solidFill>
          </a:ln>
        </p:spPr>
        <p:style>
          <a:lnRef idx="1">
            <a:schemeClr val="accent1"/>
          </a:lnRef>
          <a:fillRef idx="0">
            <a:schemeClr val="accent1"/>
          </a:fillRef>
          <a:effectRef idx="0">
            <a:schemeClr val="accent1"/>
          </a:effectRef>
          <a:fontRef idx="minor">
            <a:schemeClr val="tx1"/>
          </a:fontRef>
        </p:style>
      </p:cxnSp>
      <p:cxnSp>
        <p:nvCxnSpPr>
          <p:cNvPr id="27" name="Straight Connector 13">
            <a:extLst>
              <a:ext uri="{FF2B5EF4-FFF2-40B4-BE49-F238E27FC236}">
                <a16:creationId xmlns:a16="http://schemas.microsoft.com/office/drawing/2014/main" id="{74234A4C-A256-4139-A5F4-27078F0D6796}"/>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H="1">
            <a:off x="2399233" y="5066757"/>
            <a:ext cx="6935760" cy="0"/>
          </a:xfrm>
          <a:prstGeom prst="line">
            <a:avLst/>
          </a:prstGeom>
          <a:ln w="12700">
            <a:solidFill>
              <a:schemeClr val="accent2"/>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16996669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37" name="Rectangle 27">
            <a:extLst>
              <a:ext uri="{FF2B5EF4-FFF2-40B4-BE49-F238E27FC236}">
                <a16:creationId xmlns:a16="http://schemas.microsoft.com/office/drawing/2014/main" id="{C9A36457-A5F4-4103-A443-02581C09185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8" name="Freeform: Shape 29">
            <a:extLst>
              <a:ext uri="{FF2B5EF4-FFF2-40B4-BE49-F238E27FC236}">
                <a16:creationId xmlns:a16="http://schemas.microsoft.com/office/drawing/2014/main" id="{DC5FB7E8-B636-40FA-BE8D-48145C0F5C5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4"/>
            <a:ext cx="12192000" cy="2295238"/>
          </a:xfrm>
          <a:custGeom>
            <a:avLst/>
            <a:gdLst>
              <a:gd name="connsiteX0" fmla="*/ 12160143 w 12192000"/>
              <a:gd name="connsiteY0" fmla="*/ 831692 h 2079137"/>
              <a:gd name="connsiteX1" fmla="*/ 12159112 w 12192000"/>
              <a:gd name="connsiteY1" fmla="*/ 833361 h 2079137"/>
              <a:gd name="connsiteX2" fmla="*/ 12158912 w 12192000"/>
              <a:gd name="connsiteY2" fmla="*/ 832430 h 2079137"/>
              <a:gd name="connsiteX3" fmla="*/ 0 w 12192000"/>
              <a:gd name="connsiteY3" fmla="*/ 0 h 2079137"/>
              <a:gd name="connsiteX4" fmla="*/ 12192000 w 12192000"/>
              <a:gd name="connsiteY4" fmla="*/ 0 h 2079137"/>
              <a:gd name="connsiteX5" fmla="*/ 12192000 w 12192000"/>
              <a:gd name="connsiteY5" fmla="*/ 558063 h 2079137"/>
              <a:gd name="connsiteX6" fmla="*/ 12189259 w 12192000"/>
              <a:gd name="connsiteY6" fmla="*/ 810508 h 2079137"/>
              <a:gd name="connsiteX7" fmla="*/ 12170847 w 12192000"/>
              <a:gd name="connsiteY7" fmla="*/ 825280 h 2079137"/>
              <a:gd name="connsiteX8" fmla="*/ 12160143 w 12192000"/>
              <a:gd name="connsiteY8" fmla="*/ 831692 h 2079137"/>
              <a:gd name="connsiteX9" fmla="*/ 12163806 w 12192000"/>
              <a:gd name="connsiteY9" fmla="*/ 825759 h 2079137"/>
              <a:gd name="connsiteX10" fmla="*/ 12056557 w 12192000"/>
              <a:gd name="connsiteY10" fmla="*/ 810176 h 2079137"/>
              <a:gd name="connsiteX11" fmla="*/ 11900316 w 12192000"/>
              <a:gd name="connsiteY11" fmla="*/ 789618 h 2079137"/>
              <a:gd name="connsiteX12" fmla="*/ 11791206 w 12192000"/>
              <a:gd name="connsiteY12" fmla="*/ 824176 h 2079137"/>
              <a:gd name="connsiteX13" fmla="*/ 11659257 w 12192000"/>
              <a:gd name="connsiteY13" fmla="*/ 800841 h 2079137"/>
              <a:gd name="connsiteX14" fmla="*/ 11569789 w 12192000"/>
              <a:gd name="connsiteY14" fmla="*/ 797135 h 2079137"/>
              <a:gd name="connsiteX15" fmla="*/ 11367885 w 12192000"/>
              <a:gd name="connsiteY15" fmla="*/ 791985 h 2079137"/>
              <a:gd name="connsiteX16" fmla="*/ 11174663 w 12192000"/>
              <a:gd name="connsiteY16" fmla="*/ 788721 h 2079137"/>
              <a:gd name="connsiteX17" fmla="*/ 11068220 w 12192000"/>
              <a:gd name="connsiteY17" fmla="*/ 786994 h 2079137"/>
              <a:gd name="connsiteX18" fmla="*/ 10893266 w 12192000"/>
              <a:gd name="connsiteY18" fmla="*/ 794013 h 2079137"/>
              <a:gd name="connsiteX19" fmla="*/ 10844025 w 12192000"/>
              <a:gd name="connsiteY19" fmla="*/ 789857 h 2079137"/>
              <a:gd name="connsiteX20" fmla="*/ 10814353 w 12192000"/>
              <a:gd name="connsiteY20" fmla="*/ 789010 h 2079137"/>
              <a:gd name="connsiteX21" fmla="*/ 10748393 w 12192000"/>
              <a:gd name="connsiteY21" fmla="*/ 806738 h 2079137"/>
              <a:gd name="connsiteX22" fmla="*/ 10468256 w 12192000"/>
              <a:gd name="connsiteY22" fmla="*/ 778733 h 2079137"/>
              <a:gd name="connsiteX23" fmla="*/ 10256131 w 12192000"/>
              <a:gd name="connsiteY23" fmla="*/ 788332 h 2079137"/>
              <a:gd name="connsiteX24" fmla="*/ 10177442 w 12192000"/>
              <a:gd name="connsiteY24" fmla="*/ 777371 h 2079137"/>
              <a:gd name="connsiteX25" fmla="*/ 10006086 w 12192000"/>
              <a:gd name="connsiteY25" fmla="*/ 792651 h 2079137"/>
              <a:gd name="connsiteX26" fmla="*/ 9952382 w 12192000"/>
              <a:gd name="connsiteY26" fmla="*/ 815411 h 2079137"/>
              <a:gd name="connsiteX27" fmla="*/ 9926457 w 12192000"/>
              <a:gd name="connsiteY27" fmla="*/ 827295 h 2079137"/>
              <a:gd name="connsiteX28" fmla="*/ 9843405 w 12192000"/>
              <a:gd name="connsiteY28" fmla="*/ 867046 h 2079137"/>
              <a:gd name="connsiteX29" fmla="*/ 9830866 w 12192000"/>
              <a:gd name="connsiteY29" fmla="*/ 875047 h 2079137"/>
              <a:gd name="connsiteX30" fmla="*/ 9801807 w 12192000"/>
              <a:gd name="connsiteY30" fmla="*/ 872272 h 2079137"/>
              <a:gd name="connsiteX31" fmla="*/ 9785653 w 12192000"/>
              <a:gd name="connsiteY31" fmla="*/ 861743 h 2079137"/>
              <a:gd name="connsiteX32" fmla="*/ 9781177 w 12192000"/>
              <a:gd name="connsiteY32" fmla="*/ 864820 h 2079137"/>
              <a:gd name="connsiteX33" fmla="*/ 9768640 w 12192000"/>
              <a:gd name="connsiteY33" fmla="*/ 869379 h 2079137"/>
              <a:gd name="connsiteX34" fmla="*/ 9712211 w 12192000"/>
              <a:gd name="connsiteY34" fmla="*/ 900283 h 2079137"/>
              <a:gd name="connsiteX35" fmla="*/ 9689465 w 12192000"/>
              <a:gd name="connsiteY35" fmla="*/ 899268 h 2079137"/>
              <a:gd name="connsiteX36" fmla="*/ 9600339 w 12192000"/>
              <a:gd name="connsiteY36" fmla="*/ 922112 h 2079137"/>
              <a:gd name="connsiteX37" fmla="*/ 9582850 w 12192000"/>
              <a:gd name="connsiteY37" fmla="*/ 925510 h 2079137"/>
              <a:gd name="connsiteX38" fmla="*/ 9549638 w 12192000"/>
              <a:gd name="connsiteY38" fmla="*/ 940845 h 2079137"/>
              <a:gd name="connsiteX39" fmla="*/ 9539471 w 12192000"/>
              <a:gd name="connsiteY39" fmla="*/ 941799 h 2079137"/>
              <a:gd name="connsiteX40" fmla="*/ 9505592 w 12192000"/>
              <a:gd name="connsiteY40" fmla="*/ 955533 h 2079137"/>
              <a:gd name="connsiteX41" fmla="*/ 9432569 w 12192000"/>
              <a:gd name="connsiteY41" fmla="*/ 985377 h 2079137"/>
              <a:gd name="connsiteX42" fmla="*/ 9414216 w 12192000"/>
              <a:gd name="connsiteY42" fmla="*/ 992655 h 2079137"/>
              <a:gd name="connsiteX43" fmla="*/ 9397106 w 12192000"/>
              <a:gd name="connsiteY43" fmla="*/ 992980 h 2079137"/>
              <a:gd name="connsiteX44" fmla="*/ 9305108 w 12192000"/>
              <a:gd name="connsiteY44" fmla="*/ 1007767 h 2079137"/>
              <a:gd name="connsiteX45" fmla="*/ 9282434 w 12192000"/>
              <a:gd name="connsiteY45" fmla="*/ 1007523 h 2079137"/>
              <a:gd name="connsiteX46" fmla="*/ 9271941 w 12192000"/>
              <a:gd name="connsiteY46" fmla="*/ 1002839 h 2079137"/>
              <a:gd name="connsiteX47" fmla="*/ 9238227 w 12192000"/>
              <a:gd name="connsiteY47" fmla="*/ 1017668 h 2079137"/>
              <a:gd name="connsiteX48" fmla="*/ 9184265 w 12192000"/>
              <a:gd name="connsiteY48" fmla="*/ 1031275 h 2079137"/>
              <a:gd name="connsiteX49" fmla="*/ 9159000 w 12192000"/>
              <a:gd name="connsiteY49" fmla="*/ 1039569 h 2079137"/>
              <a:gd name="connsiteX50" fmla="*/ 9137031 w 12192000"/>
              <a:gd name="connsiteY50" fmla="*/ 1038699 h 2079137"/>
              <a:gd name="connsiteX51" fmla="*/ 9015702 w 12192000"/>
              <a:gd name="connsiteY51" fmla="*/ 1051400 h 2079137"/>
              <a:gd name="connsiteX52" fmla="*/ 8971403 w 12192000"/>
              <a:gd name="connsiteY52" fmla="*/ 1040542 h 2079137"/>
              <a:gd name="connsiteX53" fmla="*/ 8961826 w 12192000"/>
              <a:gd name="connsiteY53" fmla="*/ 1045364 h 2079137"/>
              <a:gd name="connsiteX54" fmla="*/ 8888623 w 12192000"/>
              <a:gd name="connsiteY54" fmla="*/ 1053908 h 2079137"/>
              <a:gd name="connsiteX55" fmla="*/ 8841066 w 12192000"/>
              <a:gd name="connsiteY55" fmla="*/ 1060421 h 2079137"/>
              <a:gd name="connsiteX56" fmla="*/ 8752342 w 12192000"/>
              <a:gd name="connsiteY56" fmla="*/ 1080646 h 2079137"/>
              <a:gd name="connsiteX57" fmla="*/ 8699139 w 12192000"/>
              <a:gd name="connsiteY57" fmla="*/ 1087885 h 2079137"/>
              <a:gd name="connsiteX58" fmla="*/ 8667273 w 12192000"/>
              <a:gd name="connsiteY58" fmla="*/ 1092062 h 2079137"/>
              <a:gd name="connsiteX59" fmla="*/ 8586064 w 12192000"/>
              <a:gd name="connsiteY59" fmla="*/ 1114603 h 2079137"/>
              <a:gd name="connsiteX60" fmla="*/ 8460312 w 12192000"/>
              <a:gd name="connsiteY60" fmla="*/ 1179878 h 2079137"/>
              <a:gd name="connsiteX61" fmla="*/ 8419023 w 12192000"/>
              <a:gd name="connsiteY61" fmla="*/ 1191748 h 2079137"/>
              <a:gd name="connsiteX62" fmla="*/ 8410939 w 12192000"/>
              <a:gd name="connsiteY62" fmla="*/ 1189696 h 2079137"/>
              <a:gd name="connsiteX63" fmla="*/ 8362040 w 12192000"/>
              <a:gd name="connsiteY63" fmla="*/ 1220820 h 2079137"/>
              <a:gd name="connsiteX64" fmla="*/ 8273677 w 12192000"/>
              <a:gd name="connsiteY64" fmla="*/ 1236495 h 2079137"/>
              <a:gd name="connsiteX65" fmla="*/ 8204283 w 12192000"/>
              <a:gd name="connsiteY65" fmla="*/ 1243537 h 2079137"/>
              <a:gd name="connsiteX66" fmla="*/ 8166550 w 12192000"/>
              <a:gd name="connsiteY66" fmla="*/ 1249551 h 2079137"/>
              <a:gd name="connsiteX67" fmla="*/ 8137785 w 12192000"/>
              <a:gd name="connsiteY67" fmla="*/ 1251636 h 2079137"/>
              <a:gd name="connsiteX68" fmla="*/ 8071596 w 12192000"/>
              <a:gd name="connsiteY68" fmla="*/ 1269274 h 2079137"/>
              <a:gd name="connsiteX69" fmla="*/ 7964816 w 12192000"/>
              <a:gd name="connsiteY69" fmla="*/ 1303668 h 2079137"/>
              <a:gd name="connsiteX70" fmla="*/ 7941495 w 12192000"/>
              <a:gd name="connsiteY70" fmla="*/ 1309821 h 2079137"/>
              <a:gd name="connsiteX71" fmla="*/ 7919123 w 12192000"/>
              <a:gd name="connsiteY71" fmla="*/ 1310466 h 2079137"/>
              <a:gd name="connsiteX72" fmla="*/ 7911902 w 12192000"/>
              <a:gd name="connsiteY72" fmla="*/ 1306569 h 2079137"/>
              <a:gd name="connsiteX73" fmla="*/ 7898703 w 12192000"/>
              <a:gd name="connsiteY73" fmla="*/ 1309208 h 2079137"/>
              <a:gd name="connsiteX74" fmla="*/ 7894703 w 12192000"/>
              <a:gd name="connsiteY74" fmla="*/ 1308939 h 2079137"/>
              <a:gd name="connsiteX75" fmla="*/ 7872267 w 12192000"/>
              <a:gd name="connsiteY75" fmla="*/ 1308370 h 2079137"/>
              <a:gd name="connsiteX76" fmla="*/ 7836454 w 12192000"/>
              <a:gd name="connsiteY76" fmla="*/ 1331265 h 2079137"/>
              <a:gd name="connsiteX77" fmla="*/ 7782451 w 12192000"/>
              <a:gd name="connsiteY77" fmla="*/ 1339601 h 2079137"/>
              <a:gd name="connsiteX78" fmla="*/ 7542969 w 12192000"/>
              <a:gd name="connsiteY78" fmla="*/ 1372495 h 2079137"/>
              <a:gd name="connsiteX79" fmla="*/ 7476832 w 12192000"/>
              <a:gd name="connsiteY79" fmla="*/ 1431655 h 2079137"/>
              <a:gd name="connsiteX80" fmla="*/ 7370237 w 12192000"/>
              <a:gd name="connsiteY80" fmla="*/ 1474339 h 2079137"/>
              <a:gd name="connsiteX81" fmla="*/ 7222223 w 12192000"/>
              <a:gd name="connsiteY81" fmla="*/ 1510199 h 2079137"/>
              <a:gd name="connsiteX82" fmla="*/ 7215703 w 12192000"/>
              <a:gd name="connsiteY82" fmla="*/ 1520424 h 2079137"/>
              <a:gd name="connsiteX83" fmla="*/ 7204548 w 12192000"/>
              <a:gd name="connsiteY83" fmla="*/ 1528145 h 2079137"/>
              <a:gd name="connsiteX84" fmla="*/ 7202038 w 12192000"/>
              <a:gd name="connsiteY84" fmla="*/ 1527954 h 2079137"/>
              <a:gd name="connsiteX85" fmla="*/ 7173860 w 12192000"/>
              <a:gd name="connsiteY85" fmla="*/ 1541605 h 2079137"/>
              <a:gd name="connsiteX86" fmla="*/ 7155079 w 12192000"/>
              <a:gd name="connsiteY86" fmla="*/ 1552495 h 2079137"/>
              <a:gd name="connsiteX87" fmla="*/ 7149757 w 12192000"/>
              <a:gd name="connsiteY87" fmla="*/ 1552732 h 2079137"/>
              <a:gd name="connsiteX88" fmla="*/ 7104804 w 12192000"/>
              <a:gd name="connsiteY88" fmla="*/ 1565792 h 2079137"/>
              <a:gd name="connsiteX89" fmla="*/ 7082824 w 12192000"/>
              <a:gd name="connsiteY89" fmla="*/ 1567947 h 2079137"/>
              <a:gd name="connsiteX90" fmla="*/ 7021520 w 12192000"/>
              <a:gd name="connsiteY90" fmla="*/ 1562334 h 2079137"/>
              <a:gd name="connsiteX91" fmla="*/ 6988956 w 12192000"/>
              <a:gd name="connsiteY91" fmla="*/ 1576442 h 2079137"/>
              <a:gd name="connsiteX92" fmla="*/ 6981922 w 12192000"/>
              <a:gd name="connsiteY92" fmla="*/ 1578821 h 2079137"/>
              <a:gd name="connsiteX93" fmla="*/ 6981583 w 12192000"/>
              <a:gd name="connsiteY93" fmla="*/ 1578678 h 2079137"/>
              <a:gd name="connsiteX94" fmla="*/ 6973762 w 12192000"/>
              <a:gd name="connsiteY94" fmla="*/ 1580811 h 2079137"/>
              <a:gd name="connsiteX95" fmla="*/ 6969093 w 12192000"/>
              <a:gd name="connsiteY95" fmla="*/ 1583157 h 2079137"/>
              <a:gd name="connsiteX96" fmla="*/ 6890037 w 12192000"/>
              <a:gd name="connsiteY96" fmla="*/ 1575825 h 2079137"/>
              <a:gd name="connsiteX97" fmla="*/ 6785054 w 12192000"/>
              <a:gd name="connsiteY97" fmla="*/ 1582200 h 2079137"/>
              <a:gd name="connsiteX98" fmla="*/ 6681692 w 12192000"/>
              <a:gd name="connsiteY98" fmla="*/ 1591296 h 2079137"/>
              <a:gd name="connsiteX99" fmla="*/ 6644556 w 12192000"/>
              <a:gd name="connsiteY99" fmla="*/ 1595940 h 2079137"/>
              <a:gd name="connsiteX100" fmla="*/ 6577106 w 12192000"/>
              <a:gd name="connsiteY100" fmla="*/ 1598261 h 2079137"/>
              <a:gd name="connsiteX101" fmla="*/ 6544183 w 12192000"/>
              <a:gd name="connsiteY101" fmla="*/ 1596149 h 2079137"/>
              <a:gd name="connsiteX102" fmla="*/ 6540921 w 12192000"/>
              <a:gd name="connsiteY102" fmla="*/ 1593857 h 2079137"/>
              <a:gd name="connsiteX103" fmla="*/ 6535046 w 12192000"/>
              <a:gd name="connsiteY103" fmla="*/ 1593283 h 2079137"/>
              <a:gd name="connsiteX104" fmla="*/ 6519853 w 12192000"/>
              <a:gd name="connsiteY104" fmla="*/ 1595771 h 2079137"/>
              <a:gd name="connsiteX105" fmla="*/ 6514280 w 12192000"/>
              <a:gd name="connsiteY105" fmla="*/ 1597376 h 2079137"/>
              <a:gd name="connsiteX106" fmla="*/ 6505824 w 12192000"/>
              <a:gd name="connsiteY106" fmla="*/ 1598298 h 2079137"/>
              <a:gd name="connsiteX107" fmla="*/ 6505573 w 12192000"/>
              <a:gd name="connsiteY107" fmla="*/ 1598109 h 2079137"/>
              <a:gd name="connsiteX108" fmla="*/ 6497741 w 12192000"/>
              <a:gd name="connsiteY108" fmla="*/ 1599392 h 2079137"/>
              <a:gd name="connsiteX109" fmla="*/ 6459992 w 12192000"/>
              <a:gd name="connsiteY109" fmla="*/ 1608358 h 2079137"/>
              <a:gd name="connsiteX110" fmla="*/ 6404572 w 12192000"/>
              <a:gd name="connsiteY110" fmla="*/ 1593771 h 2079137"/>
              <a:gd name="connsiteX111" fmla="*/ 6382671 w 12192000"/>
              <a:gd name="connsiteY111" fmla="*/ 1592612 h 2079137"/>
              <a:gd name="connsiteX112" fmla="*/ 6369843 w 12192000"/>
              <a:gd name="connsiteY112" fmla="*/ 1590015 h 2079137"/>
              <a:gd name="connsiteX113" fmla="*/ 6269740 w 12192000"/>
              <a:gd name="connsiteY113" fmla="*/ 1614633 h 2079137"/>
              <a:gd name="connsiteX114" fmla="*/ 6255405 w 12192000"/>
              <a:gd name="connsiteY114" fmla="*/ 1620529 h 2079137"/>
              <a:gd name="connsiteX115" fmla="*/ 6244248 w 12192000"/>
              <a:gd name="connsiteY115" fmla="*/ 1629561 h 2079137"/>
              <a:gd name="connsiteX116" fmla="*/ 6086396 w 12192000"/>
              <a:gd name="connsiteY116" fmla="*/ 1642666 h 2079137"/>
              <a:gd name="connsiteX117" fmla="*/ 5867429 w 12192000"/>
              <a:gd name="connsiteY117" fmla="*/ 1695554 h 2079137"/>
              <a:gd name="connsiteX118" fmla="*/ 5772864 w 12192000"/>
              <a:gd name="connsiteY118" fmla="*/ 1689002 h 2079137"/>
              <a:gd name="connsiteX119" fmla="*/ 5629833 w 12192000"/>
              <a:gd name="connsiteY119" fmla="*/ 1713273 h 2079137"/>
              <a:gd name="connsiteX120" fmla="*/ 5504771 w 12192000"/>
              <a:gd name="connsiteY120" fmla="*/ 1725744 h 2079137"/>
              <a:gd name="connsiteX121" fmla="*/ 5490967 w 12192000"/>
              <a:gd name="connsiteY121" fmla="*/ 1726367 h 2079137"/>
              <a:gd name="connsiteX122" fmla="*/ 5486015 w 12192000"/>
              <a:gd name="connsiteY122" fmla="*/ 1721481 h 2079137"/>
              <a:gd name="connsiteX123" fmla="*/ 5439364 w 12192000"/>
              <a:gd name="connsiteY123" fmla="*/ 1721349 h 2079137"/>
              <a:gd name="connsiteX124" fmla="*/ 5350025 w 12192000"/>
              <a:gd name="connsiteY124" fmla="*/ 1729885 h 2079137"/>
              <a:gd name="connsiteX125" fmla="*/ 5336104 w 12192000"/>
              <a:gd name="connsiteY125" fmla="*/ 1734377 h 2079137"/>
              <a:gd name="connsiteX126" fmla="*/ 5245234 w 12192000"/>
              <a:gd name="connsiteY126" fmla="*/ 1738520 h 2079137"/>
              <a:gd name="connsiteX127" fmla="*/ 5182955 w 12192000"/>
              <a:gd name="connsiteY127" fmla="*/ 1744622 h 2079137"/>
              <a:gd name="connsiteX128" fmla="*/ 5169506 w 12192000"/>
              <a:gd name="connsiteY128" fmla="*/ 1748993 h 2079137"/>
              <a:gd name="connsiteX129" fmla="*/ 5154299 w 12192000"/>
              <a:gd name="connsiteY129" fmla="*/ 1744080 h 2079137"/>
              <a:gd name="connsiteX130" fmla="*/ 5149917 w 12192000"/>
              <a:gd name="connsiteY130" fmla="*/ 1739727 h 2079137"/>
              <a:gd name="connsiteX131" fmla="*/ 5100319 w 12192000"/>
              <a:gd name="connsiteY131" fmla="*/ 1745797 h 2079137"/>
              <a:gd name="connsiteX132" fmla="*/ 5094361 w 12192000"/>
              <a:gd name="connsiteY132" fmla="*/ 1745767 h 2079137"/>
              <a:gd name="connsiteX133" fmla="*/ 5053410 w 12192000"/>
              <a:gd name="connsiteY133" fmla="*/ 1742790 h 2079137"/>
              <a:gd name="connsiteX134" fmla="*/ 4992711 w 12192000"/>
              <a:gd name="connsiteY134" fmla="*/ 1734075 h 2079137"/>
              <a:gd name="connsiteX135" fmla="*/ 4930098 w 12192000"/>
              <a:gd name="connsiteY135" fmla="*/ 1717312 h 2079137"/>
              <a:gd name="connsiteX136" fmla="*/ 4893834 w 12192000"/>
              <a:gd name="connsiteY136" fmla="*/ 1710028 h 2079137"/>
              <a:gd name="connsiteX137" fmla="*/ 4868730 w 12192000"/>
              <a:gd name="connsiteY137" fmla="*/ 1702384 h 2079137"/>
              <a:gd name="connsiteX138" fmla="*/ 4797925 w 12192000"/>
              <a:gd name="connsiteY138" fmla="*/ 1695535 h 2079137"/>
              <a:gd name="connsiteX139" fmla="*/ 4677670 w 12192000"/>
              <a:gd name="connsiteY139" fmla="*/ 1689453 h 2079137"/>
              <a:gd name="connsiteX140" fmla="*/ 4634248 w 12192000"/>
              <a:gd name="connsiteY140" fmla="*/ 1680227 h 2079137"/>
              <a:gd name="connsiteX141" fmla="*/ 4632434 w 12192000"/>
              <a:gd name="connsiteY141" fmla="*/ 1674607 h 2079137"/>
              <a:gd name="connsiteX142" fmla="*/ 4619204 w 12192000"/>
              <a:gd name="connsiteY142" fmla="*/ 1672507 h 2079137"/>
              <a:gd name="connsiteX143" fmla="*/ 4616283 w 12192000"/>
              <a:gd name="connsiteY143" fmla="*/ 1670977 h 2079137"/>
              <a:gd name="connsiteX144" fmla="*/ 4598926 w 12192000"/>
              <a:gd name="connsiteY144" fmla="*/ 1663178 h 2079137"/>
              <a:gd name="connsiteX145" fmla="*/ 4547069 w 12192000"/>
              <a:gd name="connsiteY145" fmla="*/ 1670642 h 2079137"/>
              <a:gd name="connsiteX146" fmla="*/ 4523516 w 12192000"/>
              <a:gd name="connsiteY146" fmla="*/ 1669785 h 2079137"/>
              <a:gd name="connsiteX147" fmla="*/ 4500586 w 12192000"/>
              <a:gd name="connsiteY147" fmla="*/ 1675912 h 2079137"/>
              <a:gd name="connsiteX148" fmla="*/ 4488196 w 12192000"/>
              <a:gd name="connsiteY148" fmla="*/ 1683463 h 2079137"/>
              <a:gd name="connsiteX149" fmla="*/ 4445463 w 12192000"/>
              <a:gd name="connsiteY149" fmla="*/ 1695634 h 2079137"/>
              <a:gd name="connsiteX150" fmla="*/ 4446550 w 12192000"/>
              <a:gd name="connsiteY150" fmla="*/ 1680538 h 2079137"/>
              <a:gd name="connsiteX151" fmla="*/ 4365375 w 12192000"/>
              <a:gd name="connsiteY151" fmla="*/ 1697935 h 2079137"/>
              <a:gd name="connsiteX152" fmla="*/ 4305123 w 12192000"/>
              <a:gd name="connsiteY152" fmla="*/ 1714185 h 2079137"/>
              <a:gd name="connsiteX153" fmla="*/ 4292665 w 12192000"/>
              <a:gd name="connsiteY153" fmla="*/ 1720703 h 2079137"/>
              <a:gd name="connsiteX154" fmla="*/ 4276789 w 12192000"/>
              <a:gd name="connsiteY154" fmla="*/ 1718367 h 2079137"/>
              <a:gd name="connsiteX155" fmla="*/ 4271683 w 12192000"/>
              <a:gd name="connsiteY155" fmla="*/ 1714801 h 2079137"/>
              <a:gd name="connsiteX156" fmla="*/ 4223918 w 12192000"/>
              <a:gd name="connsiteY156" fmla="*/ 1728936 h 2079137"/>
              <a:gd name="connsiteX157" fmla="*/ 4218039 w 12192000"/>
              <a:gd name="connsiteY157" fmla="*/ 1729885 h 2079137"/>
              <a:gd name="connsiteX158" fmla="*/ 4177153 w 12192000"/>
              <a:gd name="connsiteY158" fmla="*/ 1733691 h 2079137"/>
              <a:gd name="connsiteX159" fmla="*/ 4051032 w 12192000"/>
              <a:gd name="connsiteY159" fmla="*/ 1728886 h 2079137"/>
              <a:gd name="connsiteX160" fmla="*/ 4013978 w 12192000"/>
              <a:gd name="connsiteY160" fmla="*/ 1727679 h 2079137"/>
              <a:gd name="connsiteX161" fmla="*/ 3987857 w 12192000"/>
              <a:gd name="connsiteY161" fmla="*/ 1724282 h 2079137"/>
              <a:gd name="connsiteX162" fmla="*/ 3916852 w 12192000"/>
              <a:gd name="connsiteY162" fmla="*/ 1729184 h 2079137"/>
              <a:gd name="connsiteX163" fmla="*/ 3797263 w 12192000"/>
              <a:gd name="connsiteY163" fmla="*/ 1742976 h 2079137"/>
              <a:gd name="connsiteX164" fmla="*/ 3752806 w 12192000"/>
              <a:gd name="connsiteY164" fmla="*/ 1741033 h 2079137"/>
              <a:gd name="connsiteX165" fmla="*/ 3749997 w 12192000"/>
              <a:gd name="connsiteY165" fmla="*/ 1735799 h 2079137"/>
              <a:gd name="connsiteX166" fmla="*/ 3736582 w 12192000"/>
              <a:gd name="connsiteY166" fmla="*/ 1735907 h 2079137"/>
              <a:gd name="connsiteX167" fmla="*/ 3733428 w 12192000"/>
              <a:gd name="connsiteY167" fmla="*/ 1734881 h 2079137"/>
              <a:gd name="connsiteX168" fmla="*/ 3714911 w 12192000"/>
              <a:gd name="connsiteY168" fmla="*/ 1730056 h 2079137"/>
              <a:gd name="connsiteX169" fmla="*/ 3665172 w 12192000"/>
              <a:gd name="connsiteY169" fmla="*/ 1745936 h 2079137"/>
              <a:gd name="connsiteX170" fmla="*/ 3552006 w 12192000"/>
              <a:gd name="connsiteY170" fmla="*/ 1755220 h 2079137"/>
              <a:gd name="connsiteX171" fmla="*/ 3390301 w 12192000"/>
              <a:gd name="connsiteY171" fmla="*/ 1762546 h 2079137"/>
              <a:gd name="connsiteX172" fmla="*/ 3264312 w 12192000"/>
              <a:gd name="connsiteY172" fmla="*/ 1774620 h 2079137"/>
              <a:gd name="connsiteX173" fmla="*/ 3106901 w 12192000"/>
              <a:gd name="connsiteY173" fmla="*/ 1804264 h 2079137"/>
              <a:gd name="connsiteX174" fmla="*/ 2993303 w 12192000"/>
              <a:gd name="connsiteY174" fmla="*/ 1806542 h 2079137"/>
              <a:gd name="connsiteX175" fmla="*/ 2979115 w 12192000"/>
              <a:gd name="connsiteY175" fmla="*/ 1815432 h 2079137"/>
              <a:gd name="connsiteX176" fmla="*/ 2963118 w 12192000"/>
              <a:gd name="connsiteY176" fmla="*/ 1820962 h 2079137"/>
              <a:gd name="connsiteX177" fmla="*/ 2961156 w 12192000"/>
              <a:gd name="connsiteY177" fmla="*/ 1820297 h 2079137"/>
              <a:gd name="connsiteX178" fmla="*/ 2925719 w 12192000"/>
              <a:gd name="connsiteY178" fmla="*/ 1828468 h 2079137"/>
              <a:gd name="connsiteX179" fmla="*/ 2857951 w 12192000"/>
              <a:gd name="connsiteY179" fmla="*/ 1842496 h 2079137"/>
              <a:gd name="connsiteX180" fmla="*/ 2857427 w 12192000"/>
              <a:gd name="connsiteY180" fmla="*/ 1841591 h 2079137"/>
              <a:gd name="connsiteX181" fmla="*/ 2846731 w 12192000"/>
              <a:gd name="connsiteY181" fmla="*/ 1839316 h 2079137"/>
              <a:gd name="connsiteX182" fmla="*/ 2826290 w 12192000"/>
              <a:gd name="connsiteY182" fmla="*/ 1837274 h 2079137"/>
              <a:gd name="connsiteX183" fmla="*/ 2779146 w 12192000"/>
              <a:gd name="connsiteY183" fmla="*/ 1820071 h 2079137"/>
              <a:gd name="connsiteX184" fmla="*/ 2739608 w 12192000"/>
              <a:gd name="connsiteY184" fmla="*/ 1827861 h 2079137"/>
              <a:gd name="connsiteX185" fmla="*/ 2731631 w 12192000"/>
              <a:gd name="connsiteY185" fmla="*/ 1828881 h 2079137"/>
              <a:gd name="connsiteX186" fmla="*/ 2731464 w 12192000"/>
              <a:gd name="connsiteY186" fmla="*/ 1828677 h 2079137"/>
              <a:gd name="connsiteX187" fmla="*/ 2723037 w 12192000"/>
              <a:gd name="connsiteY187" fmla="*/ 1829303 h 2079137"/>
              <a:gd name="connsiteX188" fmla="*/ 2701616 w 12192000"/>
              <a:gd name="connsiteY188" fmla="*/ 1832725 h 2079137"/>
              <a:gd name="connsiteX189" fmla="*/ 2696239 w 12192000"/>
              <a:gd name="connsiteY189" fmla="*/ 1831904 h 2079137"/>
              <a:gd name="connsiteX190" fmla="*/ 2663445 w 12192000"/>
              <a:gd name="connsiteY190" fmla="*/ 1825958 h 2079137"/>
              <a:gd name="connsiteX191" fmla="*/ 2560925 w 12192000"/>
              <a:gd name="connsiteY191" fmla="*/ 1829094 h 2079137"/>
              <a:gd name="connsiteX192" fmla="*/ 2458739 w 12192000"/>
              <a:gd name="connsiteY192" fmla="*/ 1834479 h 2079137"/>
              <a:gd name="connsiteX193" fmla="*/ 2356074 w 12192000"/>
              <a:gd name="connsiteY193" fmla="*/ 1836991 h 2079137"/>
              <a:gd name="connsiteX194" fmla="*/ 2304241 w 12192000"/>
              <a:gd name="connsiteY194" fmla="*/ 1822021 h 2079137"/>
              <a:gd name="connsiteX195" fmla="*/ 2298362 w 12192000"/>
              <a:gd name="connsiteY195" fmla="*/ 1822125 h 2079137"/>
              <a:gd name="connsiteX196" fmla="*/ 2283527 w 12192000"/>
              <a:gd name="connsiteY196" fmla="*/ 1826361 h 2079137"/>
              <a:gd name="connsiteX197" fmla="*/ 2278150 w 12192000"/>
              <a:gd name="connsiteY197" fmla="*/ 1828604 h 2079137"/>
              <a:gd name="connsiteX198" fmla="*/ 2269853 w 12192000"/>
              <a:gd name="connsiteY198" fmla="*/ 1830502 h 2079137"/>
              <a:gd name="connsiteX199" fmla="*/ 2269585 w 12192000"/>
              <a:gd name="connsiteY199" fmla="*/ 1830341 h 2079137"/>
              <a:gd name="connsiteX200" fmla="*/ 2225332 w 12192000"/>
              <a:gd name="connsiteY200" fmla="*/ 1845825 h 2079137"/>
              <a:gd name="connsiteX201" fmla="*/ 2169048 w 12192000"/>
              <a:gd name="connsiteY201" fmla="*/ 1837658 h 2079137"/>
              <a:gd name="connsiteX202" fmla="*/ 2147231 w 12192000"/>
              <a:gd name="connsiteY202" fmla="*/ 1839027 h 2079137"/>
              <a:gd name="connsiteX203" fmla="*/ 2135241 w 12192000"/>
              <a:gd name="connsiteY203" fmla="*/ 1838652 h 2079137"/>
              <a:gd name="connsiteX204" fmla="*/ 2099215 w 12192000"/>
              <a:gd name="connsiteY204" fmla="*/ 1850768 h 2079137"/>
              <a:gd name="connsiteX205" fmla="*/ 2094046 w 12192000"/>
              <a:gd name="connsiteY205" fmla="*/ 1850806 h 2079137"/>
              <a:gd name="connsiteX206" fmla="*/ 2071850 w 12192000"/>
              <a:gd name="connsiteY206" fmla="*/ 1861319 h 2079137"/>
              <a:gd name="connsiteX207" fmla="*/ 2039607 w 12192000"/>
              <a:gd name="connsiteY207" fmla="*/ 1874318 h 2079137"/>
              <a:gd name="connsiteX208" fmla="*/ 2037289 w 12192000"/>
              <a:gd name="connsiteY208" fmla="*/ 1874025 h 2079137"/>
              <a:gd name="connsiteX209" fmla="*/ 2023615 w 12192000"/>
              <a:gd name="connsiteY209" fmla="*/ 1881562 h 2079137"/>
              <a:gd name="connsiteX210" fmla="*/ 1957176 w 12192000"/>
              <a:gd name="connsiteY210" fmla="*/ 1898709 h 2079137"/>
              <a:gd name="connsiteX211" fmla="*/ 1858081 w 12192000"/>
              <a:gd name="connsiteY211" fmla="*/ 1923144 h 2079137"/>
              <a:gd name="connsiteX212" fmla="*/ 1738865 w 12192000"/>
              <a:gd name="connsiteY212" fmla="*/ 1944965 h 2079137"/>
              <a:gd name="connsiteX213" fmla="*/ 1616692 w 12192000"/>
              <a:gd name="connsiteY213" fmla="*/ 1989107 h 2079137"/>
              <a:gd name="connsiteX214" fmla="*/ 1411898 w 12192000"/>
              <a:gd name="connsiteY214" fmla="*/ 2046254 h 2079137"/>
              <a:gd name="connsiteX215" fmla="*/ 1375780 w 12192000"/>
              <a:gd name="connsiteY215" fmla="*/ 2047961 h 2079137"/>
              <a:gd name="connsiteX216" fmla="*/ 1375707 w 12192000"/>
              <a:gd name="connsiteY216" fmla="*/ 2047981 h 2079137"/>
              <a:gd name="connsiteX217" fmla="*/ 1285585 w 12192000"/>
              <a:gd name="connsiteY217" fmla="*/ 2047113 h 2079137"/>
              <a:gd name="connsiteX218" fmla="*/ 1263658 w 12192000"/>
              <a:gd name="connsiteY218" fmla="*/ 2041397 h 2079137"/>
              <a:gd name="connsiteX219" fmla="*/ 1170403 w 12192000"/>
              <a:gd name="connsiteY219" fmla="*/ 2033399 h 2079137"/>
              <a:gd name="connsiteX220" fmla="*/ 1153718 w 12192000"/>
              <a:gd name="connsiteY220" fmla="*/ 2029576 h 2079137"/>
              <a:gd name="connsiteX221" fmla="*/ 1133937 w 12192000"/>
              <a:gd name="connsiteY221" fmla="*/ 2032149 h 2079137"/>
              <a:gd name="connsiteX222" fmla="*/ 1054999 w 12192000"/>
              <a:gd name="connsiteY222" fmla="*/ 2043242 h 2079137"/>
              <a:gd name="connsiteX223" fmla="*/ 1018405 w 12192000"/>
              <a:gd name="connsiteY223" fmla="*/ 2048281 h 2079137"/>
              <a:gd name="connsiteX224" fmla="*/ 1016563 w 12192000"/>
              <a:gd name="connsiteY224" fmla="*/ 2051718 h 2079137"/>
              <a:gd name="connsiteX225" fmla="*/ 1008284 w 12192000"/>
              <a:gd name="connsiteY225" fmla="*/ 2046742 h 2079137"/>
              <a:gd name="connsiteX226" fmla="*/ 981974 w 12192000"/>
              <a:gd name="connsiteY226" fmla="*/ 2048363 h 2079137"/>
              <a:gd name="connsiteX227" fmla="*/ 971903 w 12192000"/>
              <a:gd name="connsiteY227" fmla="*/ 2053484 h 2079137"/>
              <a:gd name="connsiteX228" fmla="*/ 954015 w 12192000"/>
              <a:gd name="connsiteY228" fmla="*/ 2052529 h 2079137"/>
              <a:gd name="connsiteX229" fmla="*/ 839571 w 12192000"/>
              <a:gd name="connsiteY229" fmla="*/ 2046509 h 2079137"/>
              <a:gd name="connsiteX230" fmla="*/ 823321 w 12192000"/>
              <a:gd name="connsiteY230" fmla="*/ 2054296 h 2079137"/>
              <a:gd name="connsiteX231" fmla="*/ 800990 w 12192000"/>
              <a:gd name="connsiteY231" fmla="*/ 2051523 h 2079137"/>
              <a:gd name="connsiteX232" fmla="*/ 776439 w 12192000"/>
              <a:gd name="connsiteY232" fmla="*/ 2062634 h 2079137"/>
              <a:gd name="connsiteX233" fmla="*/ 763041 w 12192000"/>
              <a:gd name="connsiteY233" fmla="*/ 2063995 h 2079137"/>
              <a:gd name="connsiteX234" fmla="*/ 757863 w 12192000"/>
              <a:gd name="connsiteY234" fmla="*/ 2065877 h 2079137"/>
              <a:gd name="connsiteX235" fmla="*/ 745053 w 12192000"/>
              <a:gd name="connsiteY235" fmla="*/ 2051831 h 2079137"/>
              <a:gd name="connsiteX236" fmla="*/ 722609 w 12192000"/>
              <a:gd name="connsiteY236" fmla="*/ 2049504 h 2079137"/>
              <a:gd name="connsiteX237" fmla="*/ 717618 w 12192000"/>
              <a:gd name="connsiteY237" fmla="*/ 2042131 h 2079137"/>
              <a:gd name="connsiteX238" fmla="*/ 703285 w 12192000"/>
              <a:gd name="connsiteY238" fmla="*/ 2046808 h 2079137"/>
              <a:gd name="connsiteX239" fmla="*/ 680199 w 12192000"/>
              <a:gd name="connsiteY239" fmla="*/ 2051947 h 2079137"/>
              <a:gd name="connsiteX240" fmla="*/ 667351 w 12192000"/>
              <a:gd name="connsiteY240" fmla="*/ 2054469 h 2079137"/>
              <a:gd name="connsiteX241" fmla="*/ 660961 w 12192000"/>
              <a:gd name="connsiteY241" fmla="*/ 2049404 h 2079137"/>
              <a:gd name="connsiteX242" fmla="*/ 638282 w 12192000"/>
              <a:gd name="connsiteY242" fmla="*/ 2060093 h 2079137"/>
              <a:gd name="connsiteX243" fmla="*/ 583551 w 12192000"/>
              <a:gd name="connsiteY243" fmla="*/ 2070197 h 2079137"/>
              <a:gd name="connsiteX244" fmla="*/ 525274 w 12192000"/>
              <a:gd name="connsiteY244" fmla="*/ 2079137 h 2079137"/>
              <a:gd name="connsiteX245" fmla="*/ 405635 w 12192000"/>
              <a:gd name="connsiteY245" fmla="*/ 2059339 h 2079137"/>
              <a:gd name="connsiteX246" fmla="*/ 281555 w 12192000"/>
              <a:gd name="connsiteY246" fmla="*/ 2022847 h 2079137"/>
              <a:gd name="connsiteX247" fmla="*/ 98513 w 12192000"/>
              <a:gd name="connsiteY247" fmla="*/ 1969504 h 2079137"/>
              <a:gd name="connsiteX248" fmla="*/ 56191 w 12192000"/>
              <a:gd name="connsiteY248" fmla="*/ 1950709 h 2079137"/>
              <a:gd name="connsiteX249" fmla="*/ 0 w 12192000"/>
              <a:gd name="connsiteY249" fmla="*/ 1935789 h 207913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Lst>
            <a:rect l="l" t="t" r="r" b="b"/>
            <a:pathLst>
              <a:path w="12192000" h="2079137">
                <a:moveTo>
                  <a:pt x="12160143" y="831692"/>
                </a:moveTo>
                <a:lnTo>
                  <a:pt x="12159112" y="833361"/>
                </a:lnTo>
                <a:cubicBezTo>
                  <a:pt x="12157915" y="833832"/>
                  <a:pt x="12157402" y="833649"/>
                  <a:pt x="12158912" y="832430"/>
                </a:cubicBezTo>
                <a:close/>
                <a:moveTo>
                  <a:pt x="0" y="0"/>
                </a:moveTo>
                <a:lnTo>
                  <a:pt x="12192000" y="0"/>
                </a:lnTo>
                <a:lnTo>
                  <a:pt x="12192000" y="558063"/>
                </a:lnTo>
                <a:lnTo>
                  <a:pt x="12189259" y="810508"/>
                </a:lnTo>
                <a:lnTo>
                  <a:pt x="12170847" y="825280"/>
                </a:lnTo>
                <a:lnTo>
                  <a:pt x="12160143" y="831692"/>
                </a:lnTo>
                <a:lnTo>
                  <a:pt x="12163806" y="825759"/>
                </a:lnTo>
                <a:cubicBezTo>
                  <a:pt x="12125449" y="821525"/>
                  <a:pt x="12082203" y="824698"/>
                  <a:pt x="12056557" y="810176"/>
                </a:cubicBezTo>
                <a:cubicBezTo>
                  <a:pt x="12050902" y="790976"/>
                  <a:pt x="11923731" y="799312"/>
                  <a:pt x="11900316" y="789618"/>
                </a:cubicBezTo>
                <a:cubicBezTo>
                  <a:pt x="11841702" y="803374"/>
                  <a:pt x="11823963" y="832645"/>
                  <a:pt x="11791206" y="824176"/>
                </a:cubicBezTo>
                <a:cubicBezTo>
                  <a:pt x="11768977" y="817380"/>
                  <a:pt x="11683857" y="828947"/>
                  <a:pt x="11659257" y="800841"/>
                </a:cubicBezTo>
                <a:cubicBezTo>
                  <a:pt x="11617173" y="818107"/>
                  <a:pt x="11602556" y="790694"/>
                  <a:pt x="11569789" y="797135"/>
                </a:cubicBezTo>
                <a:cubicBezTo>
                  <a:pt x="11498310" y="795094"/>
                  <a:pt x="11458472" y="819882"/>
                  <a:pt x="11367885" y="791985"/>
                </a:cubicBezTo>
                <a:cubicBezTo>
                  <a:pt x="11325508" y="798158"/>
                  <a:pt x="11266580" y="755023"/>
                  <a:pt x="11174663" y="788721"/>
                </a:cubicBezTo>
                <a:cubicBezTo>
                  <a:pt x="11122703" y="792192"/>
                  <a:pt x="11150009" y="775410"/>
                  <a:pt x="11068220" y="786994"/>
                </a:cubicBezTo>
                <a:cubicBezTo>
                  <a:pt x="11046931" y="759861"/>
                  <a:pt x="10919185" y="793102"/>
                  <a:pt x="10893266" y="794013"/>
                </a:cubicBezTo>
                <a:cubicBezTo>
                  <a:pt x="10874184" y="776189"/>
                  <a:pt x="10862860" y="788743"/>
                  <a:pt x="10844025" y="789857"/>
                </a:cubicBezTo>
                <a:cubicBezTo>
                  <a:pt x="10836453" y="779294"/>
                  <a:pt x="10820690" y="778184"/>
                  <a:pt x="10814353" y="789010"/>
                </a:cubicBezTo>
                <a:cubicBezTo>
                  <a:pt x="10819669" y="816016"/>
                  <a:pt x="10754019" y="789067"/>
                  <a:pt x="10748393" y="806738"/>
                </a:cubicBezTo>
                <a:cubicBezTo>
                  <a:pt x="10687156" y="807873"/>
                  <a:pt x="10550299" y="781800"/>
                  <a:pt x="10468256" y="778733"/>
                </a:cubicBezTo>
                <a:cubicBezTo>
                  <a:pt x="10436666" y="770025"/>
                  <a:pt x="10371995" y="797252"/>
                  <a:pt x="10256131" y="788332"/>
                </a:cubicBezTo>
                <a:cubicBezTo>
                  <a:pt x="10240995" y="781626"/>
                  <a:pt x="10182664" y="765742"/>
                  <a:pt x="10177442" y="777371"/>
                </a:cubicBezTo>
                <a:cubicBezTo>
                  <a:pt x="10141447" y="775683"/>
                  <a:pt x="10030323" y="810071"/>
                  <a:pt x="10006086" y="792651"/>
                </a:cubicBezTo>
                <a:cubicBezTo>
                  <a:pt x="10009448" y="818833"/>
                  <a:pt x="9960389" y="791426"/>
                  <a:pt x="9952382" y="815411"/>
                </a:cubicBezTo>
                <a:lnTo>
                  <a:pt x="9926457" y="827295"/>
                </a:lnTo>
                <a:lnTo>
                  <a:pt x="9843405" y="867046"/>
                </a:lnTo>
                <a:lnTo>
                  <a:pt x="9830866" y="875047"/>
                </a:lnTo>
                <a:lnTo>
                  <a:pt x="9801807" y="872272"/>
                </a:lnTo>
                <a:lnTo>
                  <a:pt x="9785653" y="861743"/>
                </a:lnTo>
                <a:lnTo>
                  <a:pt x="9781177" y="864820"/>
                </a:lnTo>
                <a:cubicBezTo>
                  <a:pt x="9776153" y="871003"/>
                  <a:pt x="9773556" y="874842"/>
                  <a:pt x="9768640" y="869379"/>
                </a:cubicBezTo>
                <a:lnTo>
                  <a:pt x="9712211" y="900283"/>
                </a:lnTo>
                <a:cubicBezTo>
                  <a:pt x="9706243" y="902750"/>
                  <a:pt x="9698952" y="902954"/>
                  <a:pt x="9689465" y="899268"/>
                </a:cubicBezTo>
                <a:cubicBezTo>
                  <a:pt x="9670819" y="902906"/>
                  <a:pt x="9618108" y="917739"/>
                  <a:pt x="9600339" y="922112"/>
                </a:cubicBezTo>
                <a:lnTo>
                  <a:pt x="9582850" y="925510"/>
                </a:lnTo>
                <a:cubicBezTo>
                  <a:pt x="9574400" y="928631"/>
                  <a:pt x="9556868" y="938130"/>
                  <a:pt x="9549638" y="940845"/>
                </a:cubicBezTo>
                <a:cubicBezTo>
                  <a:pt x="9543792" y="942327"/>
                  <a:pt x="9546812" y="939351"/>
                  <a:pt x="9539471" y="941799"/>
                </a:cubicBezTo>
                <a:cubicBezTo>
                  <a:pt x="9538994" y="947702"/>
                  <a:pt x="9536009" y="953248"/>
                  <a:pt x="9505592" y="955533"/>
                </a:cubicBezTo>
                <a:cubicBezTo>
                  <a:pt x="9486013" y="968563"/>
                  <a:pt x="9460860" y="978842"/>
                  <a:pt x="9432569" y="985377"/>
                </a:cubicBezTo>
                <a:cubicBezTo>
                  <a:pt x="9426990" y="980335"/>
                  <a:pt x="9418918" y="990185"/>
                  <a:pt x="9414216" y="992655"/>
                </a:cubicBezTo>
                <a:cubicBezTo>
                  <a:pt x="9412644" y="989014"/>
                  <a:pt x="9400057" y="989255"/>
                  <a:pt x="9397106" y="992980"/>
                </a:cubicBezTo>
                <a:cubicBezTo>
                  <a:pt x="9314093" y="1020862"/>
                  <a:pt x="9349678" y="978420"/>
                  <a:pt x="9305108" y="1007767"/>
                </a:cubicBezTo>
                <a:cubicBezTo>
                  <a:pt x="9296670" y="1010324"/>
                  <a:pt x="9289251" y="1009612"/>
                  <a:pt x="9282434" y="1007523"/>
                </a:cubicBezTo>
                <a:lnTo>
                  <a:pt x="9271941" y="1002839"/>
                </a:lnTo>
                <a:lnTo>
                  <a:pt x="9238227" y="1017668"/>
                </a:lnTo>
                <a:cubicBezTo>
                  <a:pt x="9221294" y="1023415"/>
                  <a:pt x="9203166" y="1027997"/>
                  <a:pt x="9184265" y="1031275"/>
                </a:cubicBezTo>
                <a:cubicBezTo>
                  <a:pt x="9178371" y="1024135"/>
                  <a:pt x="9165618" y="1036637"/>
                  <a:pt x="9159000" y="1039569"/>
                </a:cubicBezTo>
                <a:cubicBezTo>
                  <a:pt x="9157881" y="1034602"/>
                  <a:pt x="9141725" y="1033964"/>
                  <a:pt x="9137031" y="1038699"/>
                </a:cubicBezTo>
                <a:cubicBezTo>
                  <a:pt x="9023973" y="1069523"/>
                  <a:pt x="9079946" y="1015706"/>
                  <a:pt x="9015702" y="1051400"/>
                </a:cubicBezTo>
                <a:lnTo>
                  <a:pt x="8971403" y="1040542"/>
                </a:lnTo>
                <a:lnTo>
                  <a:pt x="8961826" y="1045364"/>
                </a:lnTo>
                <a:cubicBezTo>
                  <a:pt x="8922837" y="1050010"/>
                  <a:pt x="8909116" y="1040754"/>
                  <a:pt x="8888623" y="1053908"/>
                </a:cubicBezTo>
                <a:cubicBezTo>
                  <a:pt x="8850424" y="1035587"/>
                  <a:pt x="8865892" y="1054194"/>
                  <a:pt x="8841066" y="1060421"/>
                </a:cubicBezTo>
                <a:cubicBezTo>
                  <a:pt x="8818353" y="1064878"/>
                  <a:pt x="8775995" y="1076068"/>
                  <a:pt x="8752342" y="1080646"/>
                </a:cubicBezTo>
                <a:cubicBezTo>
                  <a:pt x="8736966" y="1099406"/>
                  <a:pt x="8723186" y="1079948"/>
                  <a:pt x="8699139" y="1087885"/>
                </a:cubicBezTo>
                <a:cubicBezTo>
                  <a:pt x="8688630" y="1095506"/>
                  <a:pt x="8680324" y="1097539"/>
                  <a:pt x="8667273" y="1092062"/>
                </a:cubicBezTo>
                <a:cubicBezTo>
                  <a:pt x="8619205" y="1128818"/>
                  <a:pt x="8634590" y="1097116"/>
                  <a:pt x="8586064" y="1114603"/>
                </a:cubicBezTo>
                <a:cubicBezTo>
                  <a:pt x="8544721" y="1131913"/>
                  <a:pt x="8496602" y="1145520"/>
                  <a:pt x="8460312" y="1179878"/>
                </a:cubicBezTo>
                <a:cubicBezTo>
                  <a:pt x="8454266" y="1189140"/>
                  <a:pt x="8435781" y="1194455"/>
                  <a:pt x="8419023" y="1191748"/>
                </a:cubicBezTo>
                <a:cubicBezTo>
                  <a:pt x="8416138" y="1191283"/>
                  <a:pt x="8413416" y="1190591"/>
                  <a:pt x="8410939" y="1189696"/>
                </a:cubicBezTo>
                <a:cubicBezTo>
                  <a:pt x="8390077" y="1213458"/>
                  <a:pt x="8370324" y="1205397"/>
                  <a:pt x="8362040" y="1220820"/>
                </a:cubicBezTo>
                <a:cubicBezTo>
                  <a:pt x="8320616" y="1231942"/>
                  <a:pt x="8281663" y="1222882"/>
                  <a:pt x="8273677" y="1236495"/>
                </a:cubicBezTo>
                <a:cubicBezTo>
                  <a:pt x="8251358" y="1238573"/>
                  <a:pt x="8216738" y="1228341"/>
                  <a:pt x="8204283" y="1243537"/>
                </a:cubicBezTo>
                <a:cubicBezTo>
                  <a:pt x="8198634" y="1233135"/>
                  <a:pt x="8181550" y="1254947"/>
                  <a:pt x="8166550" y="1249551"/>
                </a:cubicBezTo>
                <a:cubicBezTo>
                  <a:pt x="8155570" y="1244572"/>
                  <a:pt x="8147825" y="1250027"/>
                  <a:pt x="8137785" y="1251636"/>
                </a:cubicBezTo>
                <a:cubicBezTo>
                  <a:pt x="8123427" y="1248361"/>
                  <a:pt x="8081662" y="1261833"/>
                  <a:pt x="8071596" y="1269274"/>
                </a:cubicBezTo>
                <a:cubicBezTo>
                  <a:pt x="8048949" y="1293759"/>
                  <a:pt x="7983924" y="1284712"/>
                  <a:pt x="7964816" y="1303668"/>
                </a:cubicBezTo>
                <a:cubicBezTo>
                  <a:pt x="7957137" y="1306992"/>
                  <a:pt x="7949335" y="1308861"/>
                  <a:pt x="7941495" y="1309821"/>
                </a:cubicBezTo>
                <a:lnTo>
                  <a:pt x="7919123" y="1310466"/>
                </a:lnTo>
                <a:lnTo>
                  <a:pt x="7911902" y="1306569"/>
                </a:lnTo>
                <a:lnTo>
                  <a:pt x="7898703" y="1309208"/>
                </a:lnTo>
                <a:lnTo>
                  <a:pt x="7894703" y="1308939"/>
                </a:lnTo>
                <a:lnTo>
                  <a:pt x="7872267" y="1308370"/>
                </a:lnTo>
                <a:cubicBezTo>
                  <a:pt x="7886550" y="1330359"/>
                  <a:pt x="7812648" y="1314851"/>
                  <a:pt x="7836454" y="1331265"/>
                </a:cubicBezTo>
                <a:cubicBezTo>
                  <a:pt x="7798907" y="1336933"/>
                  <a:pt x="7831419" y="1351068"/>
                  <a:pt x="7782451" y="1339601"/>
                </a:cubicBezTo>
                <a:cubicBezTo>
                  <a:pt x="7727636" y="1365002"/>
                  <a:pt x="7583002" y="1338768"/>
                  <a:pt x="7542969" y="1372495"/>
                </a:cubicBezTo>
                <a:cubicBezTo>
                  <a:pt x="7546396" y="1360942"/>
                  <a:pt x="7492851" y="1424323"/>
                  <a:pt x="7476832" y="1431655"/>
                </a:cubicBezTo>
                <a:cubicBezTo>
                  <a:pt x="7439619" y="1443703"/>
                  <a:pt x="7425596" y="1454661"/>
                  <a:pt x="7370237" y="1474339"/>
                </a:cubicBezTo>
                <a:cubicBezTo>
                  <a:pt x="7316246" y="1485928"/>
                  <a:pt x="7281903" y="1512712"/>
                  <a:pt x="7222223" y="1510199"/>
                </a:cubicBezTo>
                <a:cubicBezTo>
                  <a:pt x="7221190" y="1514030"/>
                  <a:pt x="7218885" y="1517398"/>
                  <a:pt x="7215703" y="1520424"/>
                </a:cubicBezTo>
                <a:lnTo>
                  <a:pt x="7204548" y="1528145"/>
                </a:lnTo>
                <a:lnTo>
                  <a:pt x="7202038" y="1527954"/>
                </a:lnTo>
                <a:lnTo>
                  <a:pt x="7173860" y="1541605"/>
                </a:lnTo>
                <a:lnTo>
                  <a:pt x="7155079" y="1552495"/>
                </a:lnTo>
                <a:lnTo>
                  <a:pt x="7149757" y="1552732"/>
                </a:lnTo>
                <a:cubicBezTo>
                  <a:pt x="7141378" y="1554948"/>
                  <a:pt x="7115959" y="1563256"/>
                  <a:pt x="7104804" y="1565792"/>
                </a:cubicBezTo>
                <a:cubicBezTo>
                  <a:pt x="7099811" y="1550850"/>
                  <a:pt x="7096935" y="1561973"/>
                  <a:pt x="7082824" y="1567947"/>
                </a:cubicBezTo>
                <a:cubicBezTo>
                  <a:pt x="7071919" y="1546070"/>
                  <a:pt x="7039417" y="1570606"/>
                  <a:pt x="7021520" y="1562334"/>
                </a:cubicBezTo>
                <a:cubicBezTo>
                  <a:pt x="7011400" y="1567217"/>
                  <a:pt x="7000495" y="1571981"/>
                  <a:pt x="6988956" y="1576442"/>
                </a:cubicBezTo>
                <a:lnTo>
                  <a:pt x="6981922" y="1578821"/>
                </a:lnTo>
                <a:lnTo>
                  <a:pt x="6981583" y="1578678"/>
                </a:lnTo>
                <a:cubicBezTo>
                  <a:pt x="6979627" y="1578791"/>
                  <a:pt x="6977153" y="1579421"/>
                  <a:pt x="6973762" y="1580811"/>
                </a:cubicBezTo>
                <a:lnTo>
                  <a:pt x="6969093" y="1583157"/>
                </a:lnTo>
                <a:lnTo>
                  <a:pt x="6890037" y="1575825"/>
                </a:lnTo>
                <a:cubicBezTo>
                  <a:pt x="6849459" y="1579997"/>
                  <a:pt x="6820022" y="1566922"/>
                  <a:pt x="6785054" y="1582200"/>
                </a:cubicBezTo>
                <a:cubicBezTo>
                  <a:pt x="6747047" y="1586037"/>
                  <a:pt x="6712794" y="1582954"/>
                  <a:pt x="6681692" y="1591296"/>
                </a:cubicBezTo>
                <a:cubicBezTo>
                  <a:pt x="6667557" y="1587501"/>
                  <a:pt x="6654822" y="1586753"/>
                  <a:pt x="6644556" y="1595940"/>
                </a:cubicBezTo>
                <a:cubicBezTo>
                  <a:pt x="6608615" y="1597269"/>
                  <a:pt x="6597697" y="1587005"/>
                  <a:pt x="6577106" y="1598261"/>
                </a:cubicBezTo>
                <a:lnTo>
                  <a:pt x="6544183" y="1596149"/>
                </a:lnTo>
                <a:lnTo>
                  <a:pt x="6540921" y="1593857"/>
                </a:lnTo>
                <a:lnTo>
                  <a:pt x="6535046" y="1593283"/>
                </a:lnTo>
                <a:lnTo>
                  <a:pt x="6519853" y="1595771"/>
                </a:lnTo>
                <a:lnTo>
                  <a:pt x="6514280" y="1597376"/>
                </a:lnTo>
                <a:cubicBezTo>
                  <a:pt x="6510385" y="1598232"/>
                  <a:pt x="6507735" y="1598481"/>
                  <a:pt x="6505824" y="1598298"/>
                </a:cubicBezTo>
                <a:lnTo>
                  <a:pt x="6505573" y="1598109"/>
                </a:lnTo>
                <a:lnTo>
                  <a:pt x="6497741" y="1599392"/>
                </a:lnTo>
                <a:cubicBezTo>
                  <a:pt x="6484628" y="1602044"/>
                  <a:pt x="6471968" y="1605085"/>
                  <a:pt x="6459992" y="1608358"/>
                </a:cubicBezTo>
                <a:cubicBezTo>
                  <a:pt x="6447037" y="1597612"/>
                  <a:pt x="6404274" y="1616787"/>
                  <a:pt x="6404572" y="1593771"/>
                </a:cubicBezTo>
                <a:cubicBezTo>
                  <a:pt x="6388277" y="1597519"/>
                  <a:pt x="6380141" y="1607970"/>
                  <a:pt x="6382671" y="1592612"/>
                </a:cubicBezTo>
                <a:lnTo>
                  <a:pt x="6369843" y="1590015"/>
                </a:lnTo>
                <a:lnTo>
                  <a:pt x="6269740" y="1614633"/>
                </a:lnTo>
                <a:lnTo>
                  <a:pt x="6255405" y="1620529"/>
                </a:lnTo>
                <a:cubicBezTo>
                  <a:pt x="6250911" y="1623016"/>
                  <a:pt x="6247090" y="1625968"/>
                  <a:pt x="6244248" y="1629561"/>
                </a:cubicBezTo>
                <a:cubicBezTo>
                  <a:pt x="6188859" y="1618246"/>
                  <a:pt x="6143250" y="1639346"/>
                  <a:pt x="6086396" y="1642666"/>
                </a:cubicBezTo>
                <a:cubicBezTo>
                  <a:pt x="6024311" y="1653696"/>
                  <a:pt x="5889522" y="1686499"/>
                  <a:pt x="5867429" y="1695554"/>
                </a:cubicBezTo>
                <a:cubicBezTo>
                  <a:pt x="5848669" y="1700350"/>
                  <a:pt x="5763994" y="1699795"/>
                  <a:pt x="5772864" y="1689002"/>
                </a:cubicBezTo>
                <a:cubicBezTo>
                  <a:pt x="5718480" y="1716048"/>
                  <a:pt x="5694188" y="1696562"/>
                  <a:pt x="5629833" y="1713273"/>
                </a:cubicBezTo>
                <a:lnTo>
                  <a:pt x="5504771" y="1725744"/>
                </a:lnTo>
                <a:lnTo>
                  <a:pt x="5490967" y="1726367"/>
                </a:lnTo>
                <a:lnTo>
                  <a:pt x="5486015" y="1721481"/>
                </a:lnTo>
                <a:lnTo>
                  <a:pt x="5439364" y="1721349"/>
                </a:lnTo>
                <a:cubicBezTo>
                  <a:pt x="5418850" y="1733129"/>
                  <a:pt x="5381503" y="1725668"/>
                  <a:pt x="5350025" y="1729885"/>
                </a:cubicBezTo>
                <a:lnTo>
                  <a:pt x="5336104" y="1734377"/>
                </a:lnTo>
                <a:lnTo>
                  <a:pt x="5245234" y="1738520"/>
                </a:lnTo>
                <a:lnTo>
                  <a:pt x="5182955" y="1744622"/>
                </a:lnTo>
                <a:lnTo>
                  <a:pt x="5169506" y="1748993"/>
                </a:lnTo>
                <a:lnTo>
                  <a:pt x="5154299" y="1744080"/>
                </a:lnTo>
                <a:cubicBezTo>
                  <a:pt x="5152463" y="1742751"/>
                  <a:pt x="5150989" y="1741283"/>
                  <a:pt x="5149917" y="1739727"/>
                </a:cubicBezTo>
                <a:lnTo>
                  <a:pt x="5100319" y="1745797"/>
                </a:lnTo>
                <a:lnTo>
                  <a:pt x="5094361" y="1745767"/>
                </a:lnTo>
                <a:lnTo>
                  <a:pt x="5053410" y="1742790"/>
                </a:lnTo>
                <a:lnTo>
                  <a:pt x="4992711" y="1734075"/>
                </a:lnTo>
                <a:cubicBezTo>
                  <a:pt x="4972764" y="1728527"/>
                  <a:pt x="4955480" y="1708667"/>
                  <a:pt x="4930098" y="1717312"/>
                </a:cubicBezTo>
                <a:cubicBezTo>
                  <a:pt x="4936142" y="1706767"/>
                  <a:pt x="4900350" y="1719438"/>
                  <a:pt x="4893834" y="1710028"/>
                </a:cubicBezTo>
                <a:cubicBezTo>
                  <a:pt x="4890113" y="1702277"/>
                  <a:pt x="4878389" y="1704314"/>
                  <a:pt x="4868730" y="1702384"/>
                </a:cubicBezTo>
                <a:cubicBezTo>
                  <a:pt x="4860577" y="1694955"/>
                  <a:pt x="4813519" y="1692594"/>
                  <a:pt x="4797925" y="1695535"/>
                </a:cubicBezTo>
                <a:cubicBezTo>
                  <a:pt x="4754973" y="1708626"/>
                  <a:pt x="4712186" y="1679830"/>
                  <a:pt x="4677670" y="1689453"/>
                </a:cubicBezTo>
                <a:cubicBezTo>
                  <a:pt x="4650390" y="1686902"/>
                  <a:pt x="4641786" y="1682702"/>
                  <a:pt x="4634248" y="1680227"/>
                </a:cubicBezTo>
                <a:lnTo>
                  <a:pt x="4632434" y="1674607"/>
                </a:lnTo>
                <a:lnTo>
                  <a:pt x="4619204" y="1672507"/>
                </a:lnTo>
                <a:lnTo>
                  <a:pt x="4616283" y="1670977"/>
                </a:lnTo>
                <a:cubicBezTo>
                  <a:pt x="4610716" y="1668036"/>
                  <a:pt x="4605090" y="1665277"/>
                  <a:pt x="4598926" y="1663178"/>
                </a:cubicBezTo>
                <a:cubicBezTo>
                  <a:pt x="4588025" y="1686237"/>
                  <a:pt x="4544698" y="1649138"/>
                  <a:pt x="4547069" y="1670642"/>
                </a:cubicBezTo>
                <a:lnTo>
                  <a:pt x="4523516" y="1669785"/>
                </a:lnTo>
                <a:lnTo>
                  <a:pt x="4500586" y="1675912"/>
                </a:lnTo>
                <a:lnTo>
                  <a:pt x="4488196" y="1683463"/>
                </a:lnTo>
                <a:lnTo>
                  <a:pt x="4445463" y="1695634"/>
                </a:lnTo>
                <a:lnTo>
                  <a:pt x="4446550" y="1680538"/>
                </a:lnTo>
                <a:lnTo>
                  <a:pt x="4365375" y="1697935"/>
                </a:lnTo>
                <a:lnTo>
                  <a:pt x="4305123" y="1714185"/>
                </a:lnTo>
                <a:lnTo>
                  <a:pt x="4292665" y="1720703"/>
                </a:lnTo>
                <a:lnTo>
                  <a:pt x="4276789" y="1718367"/>
                </a:lnTo>
                <a:cubicBezTo>
                  <a:pt x="4274740" y="1717359"/>
                  <a:pt x="4273021" y="1716157"/>
                  <a:pt x="4271683" y="1714801"/>
                </a:cubicBezTo>
                <a:lnTo>
                  <a:pt x="4223918" y="1728936"/>
                </a:lnTo>
                <a:lnTo>
                  <a:pt x="4218039" y="1729885"/>
                </a:lnTo>
                <a:lnTo>
                  <a:pt x="4177153" y="1733691"/>
                </a:lnTo>
                <a:lnTo>
                  <a:pt x="4051032" y="1728886"/>
                </a:lnTo>
                <a:cubicBezTo>
                  <a:pt x="4055072" y="1717510"/>
                  <a:pt x="4022108" y="1735873"/>
                  <a:pt x="4013978" y="1727679"/>
                </a:cubicBezTo>
                <a:cubicBezTo>
                  <a:pt x="4008905" y="1720660"/>
                  <a:pt x="3997723" y="1724594"/>
                  <a:pt x="3987857" y="1724282"/>
                </a:cubicBezTo>
                <a:cubicBezTo>
                  <a:pt x="3978476" y="1718309"/>
                  <a:pt x="3931683" y="1723723"/>
                  <a:pt x="3916852" y="1729184"/>
                </a:cubicBezTo>
                <a:cubicBezTo>
                  <a:pt x="3876910" y="1749138"/>
                  <a:pt x="3829523" y="1727824"/>
                  <a:pt x="3797263" y="1742976"/>
                </a:cubicBezTo>
                <a:cubicBezTo>
                  <a:pt x="3769922" y="1744951"/>
                  <a:pt x="3760682" y="1742230"/>
                  <a:pt x="3752806" y="1741033"/>
                </a:cubicBezTo>
                <a:lnTo>
                  <a:pt x="3749997" y="1735799"/>
                </a:lnTo>
                <a:lnTo>
                  <a:pt x="3736582" y="1735907"/>
                </a:lnTo>
                <a:lnTo>
                  <a:pt x="3733428" y="1734881"/>
                </a:lnTo>
                <a:cubicBezTo>
                  <a:pt x="3727408" y="1732899"/>
                  <a:pt x="3721365" y="1731108"/>
                  <a:pt x="3714911" y="1730056"/>
                </a:cubicBezTo>
                <a:cubicBezTo>
                  <a:pt x="3708355" y="1754554"/>
                  <a:pt x="3658933" y="1725152"/>
                  <a:pt x="3665172" y="1745936"/>
                </a:cubicBezTo>
                <a:cubicBezTo>
                  <a:pt x="3628569" y="1744420"/>
                  <a:pt x="3583742" y="1775884"/>
                  <a:pt x="3552006" y="1755220"/>
                </a:cubicBezTo>
                <a:cubicBezTo>
                  <a:pt x="3497522" y="1758390"/>
                  <a:pt x="3448310" y="1757433"/>
                  <a:pt x="3390301" y="1762546"/>
                </a:cubicBezTo>
                <a:cubicBezTo>
                  <a:pt x="3345266" y="1774524"/>
                  <a:pt x="3297039" y="1758531"/>
                  <a:pt x="3264312" y="1774620"/>
                </a:cubicBezTo>
                <a:cubicBezTo>
                  <a:pt x="3212634" y="1771139"/>
                  <a:pt x="3147905" y="1780248"/>
                  <a:pt x="3106901" y="1804264"/>
                </a:cubicBezTo>
                <a:cubicBezTo>
                  <a:pt x="3051355" y="1805490"/>
                  <a:pt x="3041708" y="1820368"/>
                  <a:pt x="2993303" y="1806542"/>
                </a:cubicBezTo>
                <a:cubicBezTo>
                  <a:pt x="2989182" y="1810139"/>
                  <a:pt x="2984377" y="1813039"/>
                  <a:pt x="2979115" y="1815432"/>
                </a:cubicBezTo>
                <a:lnTo>
                  <a:pt x="2963118" y="1820962"/>
                </a:lnTo>
                <a:lnTo>
                  <a:pt x="2961156" y="1820297"/>
                </a:lnTo>
                <a:lnTo>
                  <a:pt x="2925719" y="1828468"/>
                </a:lnTo>
                <a:lnTo>
                  <a:pt x="2857951" y="1842496"/>
                </a:lnTo>
                <a:lnTo>
                  <a:pt x="2857427" y="1841591"/>
                </a:lnTo>
                <a:cubicBezTo>
                  <a:pt x="2855386" y="1839734"/>
                  <a:pt x="2852250" y="1838690"/>
                  <a:pt x="2846731" y="1839316"/>
                </a:cubicBezTo>
                <a:cubicBezTo>
                  <a:pt x="2855175" y="1823564"/>
                  <a:pt x="2843311" y="1834035"/>
                  <a:pt x="2826290" y="1837274"/>
                </a:cubicBezTo>
                <a:cubicBezTo>
                  <a:pt x="2835609" y="1813530"/>
                  <a:pt x="2787284" y="1831665"/>
                  <a:pt x="2779146" y="1820071"/>
                </a:cubicBezTo>
                <a:cubicBezTo>
                  <a:pt x="2766432" y="1822985"/>
                  <a:pt x="2753158" y="1825635"/>
                  <a:pt x="2739608" y="1827861"/>
                </a:cubicBezTo>
                <a:lnTo>
                  <a:pt x="2731631" y="1828881"/>
                </a:lnTo>
                <a:cubicBezTo>
                  <a:pt x="2731575" y="1828813"/>
                  <a:pt x="2731521" y="1828744"/>
                  <a:pt x="2731464" y="1828677"/>
                </a:cubicBezTo>
                <a:cubicBezTo>
                  <a:pt x="2729715" y="1828415"/>
                  <a:pt x="2727085" y="1828569"/>
                  <a:pt x="2723037" y="1829303"/>
                </a:cubicBezTo>
                <a:lnTo>
                  <a:pt x="2701616" y="1832725"/>
                </a:lnTo>
                <a:lnTo>
                  <a:pt x="2696239" y="1831904"/>
                </a:lnTo>
                <a:lnTo>
                  <a:pt x="2663445" y="1825958"/>
                </a:lnTo>
                <a:cubicBezTo>
                  <a:pt x="2641260" y="1825904"/>
                  <a:pt x="2595040" y="1827674"/>
                  <a:pt x="2560925" y="1829094"/>
                </a:cubicBezTo>
                <a:cubicBezTo>
                  <a:pt x="2527977" y="1836499"/>
                  <a:pt x="2496507" y="1831991"/>
                  <a:pt x="2458739" y="1834479"/>
                </a:cubicBezTo>
                <a:cubicBezTo>
                  <a:pt x="2419379" y="1848893"/>
                  <a:pt x="2396428" y="1834257"/>
                  <a:pt x="2356074" y="1836991"/>
                </a:cubicBezTo>
                <a:cubicBezTo>
                  <a:pt x="2323435" y="1857644"/>
                  <a:pt x="2325610" y="1826053"/>
                  <a:pt x="2304241" y="1822021"/>
                </a:cubicBezTo>
                <a:lnTo>
                  <a:pt x="2298362" y="1822125"/>
                </a:lnTo>
                <a:lnTo>
                  <a:pt x="2283527" y="1826361"/>
                </a:lnTo>
                <a:lnTo>
                  <a:pt x="2278150" y="1828604"/>
                </a:lnTo>
                <a:cubicBezTo>
                  <a:pt x="2274371" y="1829907"/>
                  <a:pt x="2271762" y="1830461"/>
                  <a:pt x="2269853" y="1830502"/>
                </a:cubicBezTo>
                <a:lnTo>
                  <a:pt x="2269585" y="1830341"/>
                </a:lnTo>
                <a:lnTo>
                  <a:pt x="2225332" y="1845825"/>
                </a:lnTo>
                <a:cubicBezTo>
                  <a:pt x="2211505" y="1836594"/>
                  <a:pt x="2170867" y="1860661"/>
                  <a:pt x="2169048" y="1837658"/>
                </a:cubicBezTo>
                <a:cubicBezTo>
                  <a:pt x="2153238" y="1843278"/>
                  <a:pt x="2146132" y="1854645"/>
                  <a:pt x="2147231" y="1839027"/>
                </a:cubicBezTo>
                <a:cubicBezTo>
                  <a:pt x="2141901" y="1840465"/>
                  <a:pt x="2138205" y="1840014"/>
                  <a:pt x="2135241" y="1838652"/>
                </a:cubicBezTo>
                <a:lnTo>
                  <a:pt x="2099215" y="1850768"/>
                </a:lnTo>
                <a:lnTo>
                  <a:pt x="2094046" y="1850806"/>
                </a:lnTo>
                <a:lnTo>
                  <a:pt x="2071850" y="1861319"/>
                </a:lnTo>
                <a:lnTo>
                  <a:pt x="2039607" y="1874318"/>
                </a:lnTo>
                <a:lnTo>
                  <a:pt x="2037289" y="1874025"/>
                </a:lnTo>
                <a:lnTo>
                  <a:pt x="2023615" y="1881562"/>
                </a:lnTo>
                <a:cubicBezTo>
                  <a:pt x="2019390" y="1884562"/>
                  <a:pt x="1959668" y="1894795"/>
                  <a:pt x="1957176" y="1898709"/>
                </a:cubicBezTo>
                <a:cubicBezTo>
                  <a:pt x="1901224" y="1893805"/>
                  <a:pt x="1914145" y="1913274"/>
                  <a:pt x="1858081" y="1923144"/>
                </a:cubicBezTo>
                <a:cubicBezTo>
                  <a:pt x="1819487" y="1923227"/>
                  <a:pt x="1798952" y="1929741"/>
                  <a:pt x="1738865" y="1944965"/>
                </a:cubicBezTo>
                <a:cubicBezTo>
                  <a:pt x="1698633" y="1955957"/>
                  <a:pt x="1670491" y="1978862"/>
                  <a:pt x="1616692" y="1989107"/>
                </a:cubicBezTo>
                <a:cubicBezTo>
                  <a:pt x="1565257" y="2022368"/>
                  <a:pt x="1474172" y="2022156"/>
                  <a:pt x="1411898" y="2046254"/>
                </a:cubicBezTo>
                <a:cubicBezTo>
                  <a:pt x="1380237" y="2035952"/>
                  <a:pt x="1386648" y="2042292"/>
                  <a:pt x="1375780" y="2047961"/>
                </a:cubicBezTo>
                <a:cubicBezTo>
                  <a:pt x="1375756" y="2047968"/>
                  <a:pt x="1375731" y="2047974"/>
                  <a:pt x="1375707" y="2047981"/>
                </a:cubicBezTo>
                <a:lnTo>
                  <a:pt x="1285585" y="2047113"/>
                </a:lnTo>
                <a:cubicBezTo>
                  <a:pt x="1279541" y="2043453"/>
                  <a:pt x="1272537" y="2040974"/>
                  <a:pt x="1263658" y="2041397"/>
                </a:cubicBezTo>
                <a:cubicBezTo>
                  <a:pt x="1212454" y="2058890"/>
                  <a:pt x="1258499" y="2026611"/>
                  <a:pt x="1170403" y="2033399"/>
                </a:cubicBezTo>
                <a:cubicBezTo>
                  <a:pt x="1166530" y="2036274"/>
                  <a:pt x="1154254" y="2033463"/>
                  <a:pt x="1153718" y="2029576"/>
                </a:cubicBezTo>
                <a:cubicBezTo>
                  <a:pt x="1148486" y="2030819"/>
                  <a:pt x="1137980" y="2038354"/>
                  <a:pt x="1133937" y="2032149"/>
                </a:cubicBezTo>
                <a:cubicBezTo>
                  <a:pt x="1104720" y="2031606"/>
                  <a:pt x="1077532" y="2035424"/>
                  <a:pt x="1054999" y="2043242"/>
                </a:cubicBezTo>
                <a:cubicBezTo>
                  <a:pt x="1024875" y="2038090"/>
                  <a:pt x="1020473" y="2042711"/>
                  <a:pt x="1018405" y="2048281"/>
                </a:cubicBezTo>
                <a:lnTo>
                  <a:pt x="1016563" y="2051718"/>
                </a:lnTo>
                <a:lnTo>
                  <a:pt x="1008284" y="2046742"/>
                </a:lnTo>
                <a:cubicBezTo>
                  <a:pt x="999244" y="2043620"/>
                  <a:pt x="990505" y="2044937"/>
                  <a:pt x="981974" y="2048363"/>
                </a:cubicBezTo>
                <a:lnTo>
                  <a:pt x="971903" y="2053484"/>
                </a:lnTo>
                <a:lnTo>
                  <a:pt x="954015" y="2052529"/>
                </a:lnTo>
                <a:cubicBezTo>
                  <a:pt x="931960" y="2051365"/>
                  <a:pt x="861352" y="2046214"/>
                  <a:pt x="839571" y="2046509"/>
                </a:cubicBezTo>
                <a:lnTo>
                  <a:pt x="823321" y="2054296"/>
                </a:lnTo>
                <a:lnTo>
                  <a:pt x="800990" y="2051523"/>
                </a:lnTo>
                <a:cubicBezTo>
                  <a:pt x="790723" y="2052171"/>
                  <a:pt x="782268" y="2055403"/>
                  <a:pt x="776439" y="2062634"/>
                </a:cubicBezTo>
                <a:cubicBezTo>
                  <a:pt x="773155" y="2056184"/>
                  <a:pt x="769593" y="2059253"/>
                  <a:pt x="763041" y="2063995"/>
                </a:cubicBezTo>
                <a:lnTo>
                  <a:pt x="757863" y="2065877"/>
                </a:lnTo>
                <a:lnTo>
                  <a:pt x="745053" y="2051831"/>
                </a:lnTo>
                <a:lnTo>
                  <a:pt x="722609" y="2049504"/>
                </a:lnTo>
                <a:lnTo>
                  <a:pt x="717618" y="2042131"/>
                </a:lnTo>
                <a:lnTo>
                  <a:pt x="703285" y="2046808"/>
                </a:lnTo>
                <a:cubicBezTo>
                  <a:pt x="698219" y="2048137"/>
                  <a:pt x="690058" y="2049926"/>
                  <a:pt x="680199" y="2051947"/>
                </a:cubicBezTo>
                <a:lnTo>
                  <a:pt x="667351" y="2054469"/>
                </a:lnTo>
                <a:lnTo>
                  <a:pt x="660961" y="2049404"/>
                </a:lnTo>
                <a:lnTo>
                  <a:pt x="638282" y="2060093"/>
                </a:lnTo>
                <a:lnTo>
                  <a:pt x="583551" y="2070197"/>
                </a:lnTo>
                <a:cubicBezTo>
                  <a:pt x="569268" y="2091365"/>
                  <a:pt x="529124" y="2053106"/>
                  <a:pt x="525274" y="2079137"/>
                </a:cubicBezTo>
                <a:cubicBezTo>
                  <a:pt x="506495" y="2056498"/>
                  <a:pt x="440091" y="2069666"/>
                  <a:pt x="405635" y="2059339"/>
                </a:cubicBezTo>
                <a:cubicBezTo>
                  <a:pt x="397410" y="2069278"/>
                  <a:pt x="294416" y="2032966"/>
                  <a:pt x="281555" y="2022847"/>
                </a:cubicBezTo>
                <a:cubicBezTo>
                  <a:pt x="171589" y="1986245"/>
                  <a:pt x="126791" y="1985528"/>
                  <a:pt x="98513" y="1969504"/>
                </a:cubicBezTo>
                <a:cubicBezTo>
                  <a:pt x="85544" y="1965247"/>
                  <a:pt x="73324" y="1958000"/>
                  <a:pt x="56191" y="1950709"/>
                </a:cubicBezTo>
                <a:lnTo>
                  <a:pt x="0" y="1935789"/>
                </a:lnTo>
                <a:close/>
              </a:path>
            </a:pathLst>
          </a:custGeom>
          <a:solidFill>
            <a:srgbClr val="82766A">
              <a:alpha val="15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5" name="TextBox 4">
            <a:extLst>
              <a:ext uri="{FF2B5EF4-FFF2-40B4-BE49-F238E27FC236}">
                <a16:creationId xmlns:a16="http://schemas.microsoft.com/office/drawing/2014/main" id="{23D8CB10-F39C-AB21-4AC7-832D63FFE2DF}"/>
              </a:ext>
            </a:extLst>
          </p:cNvPr>
          <p:cNvSpPr txBox="1"/>
          <p:nvPr/>
        </p:nvSpPr>
        <p:spPr>
          <a:xfrm>
            <a:off x="1341120" y="1768984"/>
            <a:ext cx="9509760" cy="3320031"/>
          </a:xfrm>
          <a:prstGeom prst="rect">
            <a:avLst/>
          </a:prstGeom>
        </p:spPr>
        <p:txBody>
          <a:bodyPr vert="horz" lIns="91440" tIns="45720" rIns="91440" bIns="45720" rtlCol="0" anchor="ctr">
            <a:normAutofit/>
          </a:bodyPr>
          <a:lstStyle/>
          <a:p>
            <a:pPr marL="457200" indent="-228600" algn="just">
              <a:lnSpc>
                <a:spcPct val="90000"/>
              </a:lnSpc>
              <a:spcAft>
                <a:spcPts val="600"/>
              </a:spcAft>
              <a:buFont typeface="Arial" panose="020B0604020202020204" pitchFamily="34" charset="0"/>
              <a:buChar char="•"/>
            </a:pPr>
            <a:r>
              <a:rPr lang="en-US" sz="4400" dirty="0">
                <a:solidFill>
                  <a:schemeClr val="tx1">
                    <a:lumMod val="85000"/>
                    <a:lumOff val="15000"/>
                  </a:schemeClr>
                </a:solidFill>
                <a:latin typeface="Abadi" panose="020B0604020104020204" pitchFamily="34" charset="0"/>
              </a:rPr>
              <a:t>Version Control System (VCS) is one of the most critical tools for coding and digital application development.</a:t>
            </a:r>
          </a:p>
        </p:txBody>
      </p:sp>
      <p:sp>
        <p:nvSpPr>
          <p:cNvPr id="39" name="Freeform: Shape 31">
            <a:extLst>
              <a:ext uri="{FF2B5EF4-FFF2-40B4-BE49-F238E27FC236}">
                <a16:creationId xmlns:a16="http://schemas.microsoft.com/office/drawing/2014/main" id="{142DCE2C-2863-46FA-9BE7-24365A24D9B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2224586" y="5970896"/>
            <a:ext cx="9967416" cy="887104"/>
          </a:xfrm>
          <a:custGeom>
            <a:avLst/>
            <a:gdLst>
              <a:gd name="connsiteX0" fmla="*/ 4686423 w 9517857"/>
              <a:gd name="connsiteY0" fmla="*/ 247919 h 918356"/>
              <a:gd name="connsiteX1" fmla="*/ 4689051 w 9517857"/>
              <a:gd name="connsiteY1" fmla="*/ 250968 h 918356"/>
              <a:gd name="connsiteX2" fmla="*/ 4687244 w 9517857"/>
              <a:gd name="connsiteY2" fmla="*/ 251298 h 918356"/>
              <a:gd name="connsiteX3" fmla="*/ 4685225 w 9517857"/>
              <a:gd name="connsiteY3" fmla="*/ 246530 h 918356"/>
              <a:gd name="connsiteX4" fmla="*/ 4686133 w 9517857"/>
              <a:gd name="connsiteY4" fmla="*/ 246727 h 918356"/>
              <a:gd name="connsiteX5" fmla="*/ 4686423 w 9517857"/>
              <a:gd name="connsiteY5" fmla="*/ 247919 h 918356"/>
              <a:gd name="connsiteX6" fmla="*/ 9517856 w 9517857"/>
              <a:gd name="connsiteY6" fmla="*/ 0 h 918356"/>
              <a:gd name="connsiteX7" fmla="*/ 9517857 w 9517857"/>
              <a:gd name="connsiteY7" fmla="*/ 12 h 918356"/>
              <a:gd name="connsiteX8" fmla="*/ 9517857 w 9517857"/>
              <a:gd name="connsiteY8" fmla="*/ 918356 h 918356"/>
              <a:gd name="connsiteX9" fmla="*/ 14604 w 9517857"/>
              <a:gd name="connsiteY9" fmla="*/ 918356 h 918356"/>
              <a:gd name="connsiteX10" fmla="*/ 12841 w 9517857"/>
              <a:gd name="connsiteY10" fmla="*/ 917763 h 918356"/>
              <a:gd name="connsiteX11" fmla="*/ 93 w 9517857"/>
              <a:gd name="connsiteY11" fmla="*/ 912471 h 918356"/>
              <a:gd name="connsiteX12" fmla="*/ 58674 w 9517857"/>
              <a:gd name="connsiteY12" fmla="*/ 890322 h 918356"/>
              <a:gd name="connsiteX13" fmla="*/ 275005 w 9517857"/>
              <a:gd name="connsiteY13" fmla="*/ 807229 h 918356"/>
              <a:gd name="connsiteX14" fmla="*/ 587824 w 9517857"/>
              <a:gd name="connsiteY14" fmla="*/ 798195 h 918356"/>
              <a:gd name="connsiteX15" fmla="*/ 651826 w 9517857"/>
              <a:gd name="connsiteY15" fmla="*/ 738338 h 918356"/>
              <a:gd name="connsiteX16" fmla="*/ 727985 w 9517857"/>
              <a:gd name="connsiteY16" fmla="*/ 719826 h 918356"/>
              <a:gd name="connsiteX17" fmla="*/ 778982 w 9517857"/>
              <a:gd name="connsiteY17" fmla="*/ 710142 h 918356"/>
              <a:gd name="connsiteX18" fmla="*/ 849944 w 9517857"/>
              <a:gd name="connsiteY18" fmla="*/ 717987 h 918356"/>
              <a:gd name="connsiteX19" fmla="*/ 921659 w 9517857"/>
              <a:gd name="connsiteY19" fmla="*/ 712695 h 918356"/>
              <a:gd name="connsiteX20" fmla="*/ 930946 w 9517857"/>
              <a:gd name="connsiteY20" fmla="*/ 734046 h 918356"/>
              <a:gd name="connsiteX21" fmla="*/ 986250 w 9517857"/>
              <a:gd name="connsiteY21" fmla="*/ 713530 h 918356"/>
              <a:gd name="connsiteX22" fmla="*/ 1013752 w 9517857"/>
              <a:gd name="connsiteY22" fmla="*/ 713361 h 918356"/>
              <a:gd name="connsiteX23" fmla="*/ 1023734 w 9517857"/>
              <a:gd name="connsiteY23" fmla="*/ 718571 h 918356"/>
              <a:gd name="connsiteX24" fmla="*/ 1063207 w 9517857"/>
              <a:gd name="connsiteY24" fmla="*/ 715651 h 918356"/>
              <a:gd name="connsiteX25" fmla="*/ 1081980 w 9517857"/>
              <a:gd name="connsiteY25" fmla="*/ 738455 h 918356"/>
              <a:gd name="connsiteX26" fmla="*/ 1218120 w 9517857"/>
              <a:gd name="connsiteY26" fmla="*/ 713280 h 918356"/>
              <a:gd name="connsiteX27" fmla="*/ 1397459 w 9517857"/>
              <a:gd name="connsiteY27" fmla="*/ 691190 h 918356"/>
              <a:gd name="connsiteX28" fmla="*/ 1580688 w 9517857"/>
              <a:gd name="connsiteY28" fmla="*/ 693697 h 918356"/>
              <a:gd name="connsiteX29" fmla="*/ 1772334 w 9517857"/>
              <a:gd name="connsiteY29" fmla="*/ 710640 h 918356"/>
              <a:gd name="connsiteX30" fmla="*/ 2002561 w 9517857"/>
              <a:gd name="connsiteY30" fmla="*/ 659917 h 918356"/>
              <a:gd name="connsiteX31" fmla="*/ 2135144 w 9517857"/>
              <a:gd name="connsiteY31" fmla="*/ 636501 h 918356"/>
              <a:gd name="connsiteX32" fmla="*/ 2440292 w 9517857"/>
              <a:gd name="connsiteY32" fmla="*/ 593862 h 918356"/>
              <a:gd name="connsiteX33" fmla="*/ 2547829 w 9517857"/>
              <a:gd name="connsiteY33" fmla="*/ 566150 h 918356"/>
              <a:gd name="connsiteX34" fmla="*/ 2658055 w 9517857"/>
              <a:gd name="connsiteY34" fmla="*/ 578727 h 918356"/>
              <a:gd name="connsiteX35" fmla="*/ 2693698 w 9517857"/>
              <a:gd name="connsiteY35" fmla="*/ 560029 h 918356"/>
              <a:gd name="connsiteX36" fmla="*/ 2699673 w 9517857"/>
              <a:gd name="connsiteY36" fmla="*/ 556400 h 918356"/>
              <a:gd name="connsiteX37" fmla="*/ 2727306 w 9517857"/>
              <a:gd name="connsiteY37" fmla="*/ 550698 h 918356"/>
              <a:gd name="connsiteX38" fmla="*/ 2730451 w 9517857"/>
              <a:gd name="connsiteY38" fmla="*/ 538058 h 918356"/>
              <a:gd name="connsiteX39" fmla="*/ 2768713 w 9517857"/>
              <a:gd name="connsiteY39" fmla="*/ 521575 h 918356"/>
              <a:gd name="connsiteX40" fmla="*/ 2820868 w 9517857"/>
              <a:gd name="connsiteY40" fmla="*/ 514160 h 918356"/>
              <a:gd name="connsiteX41" fmla="*/ 3073635 w 9517857"/>
              <a:gd name="connsiteY41" fmla="*/ 491294 h 918356"/>
              <a:gd name="connsiteX42" fmla="*/ 3222071 w 9517857"/>
              <a:gd name="connsiteY42" fmla="*/ 470559 h 918356"/>
              <a:gd name="connsiteX43" fmla="*/ 3274069 w 9517857"/>
              <a:gd name="connsiteY43" fmla="*/ 451605 h 918356"/>
              <a:gd name="connsiteX44" fmla="*/ 3349632 w 9517857"/>
              <a:gd name="connsiteY44" fmla="*/ 432583 h 918356"/>
              <a:gd name="connsiteX45" fmla="*/ 3479593 w 9517857"/>
              <a:gd name="connsiteY45" fmla="*/ 390437 h 918356"/>
              <a:gd name="connsiteX46" fmla="*/ 3660110 w 9517857"/>
              <a:gd name="connsiteY46" fmla="*/ 348726 h 918356"/>
              <a:gd name="connsiteX47" fmla="*/ 3750023 w 9517857"/>
              <a:gd name="connsiteY47" fmla="*/ 370678 h 918356"/>
              <a:gd name="connsiteX48" fmla="*/ 3844133 w 9517857"/>
              <a:gd name="connsiteY48" fmla="*/ 360648 h 918356"/>
              <a:gd name="connsiteX49" fmla="*/ 3913545 w 9517857"/>
              <a:gd name="connsiteY49" fmla="*/ 344235 h 918356"/>
              <a:gd name="connsiteX50" fmla="*/ 4266740 w 9517857"/>
              <a:gd name="connsiteY50" fmla="*/ 361454 h 918356"/>
              <a:gd name="connsiteX51" fmla="*/ 4430770 w 9517857"/>
              <a:gd name="connsiteY51" fmla="*/ 342643 h 918356"/>
              <a:gd name="connsiteX52" fmla="*/ 4512664 w 9517857"/>
              <a:gd name="connsiteY52" fmla="*/ 319948 h 918356"/>
              <a:gd name="connsiteX53" fmla="*/ 4616423 w 9517857"/>
              <a:gd name="connsiteY53" fmla="*/ 290914 h 918356"/>
              <a:gd name="connsiteX54" fmla="*/ 4691675 w 9517857"/>
              <a:gd name="connsiteY54" fmla="*/ 254011 h 918356"/>
              <a:gd name="connsiteX55" fmla="*/ 4689051 w 9517857"/>
              <a:gd name="connsiteY55" fmla="*/ 250968 h 918356"/>
              <a:gd name="connsiteX56" fmla="*/ 4719994 w 9517857"/>
              <a:gd name="connsiteY56" fmla="*/ 245307 h 918356"/>
              <a:gd name="connsiteX57" fmla="*/ 4752894 w 9517857"/>
              <a:gd name="connsiteY57" fmla="*/ 239875 h 918356"/>
              <a:gd name="connsiteX58" fmla="*/ 4769329 w 9517857"/>
              <a:gd name="connsiteY58" fmla="*/ 233585 h 918356"/>
              <a:gd name="connsiteX59" fmla="*/ 4775634 w 9517857"/>
              <a:gd name="connsiteY59" fmla="*/ 234063 h 918356"/>
              <a:gd name="connsiteX60" fmla="*/ 4790452 w 9517857"/>
              <a:gd name="connsiteY60" fmla="*/ 233572 h 918356"/>
              <a:gd name="connsiteX61" fmla="*/ 4789062 w 9517857"/>
              <a:gd name="connsiteY61" fmla="*/ 241924 h 918356"/>
              <a:gd name="connsiteX62" fmla="*/ 4827826 w 9517857"/>
              <a:gd name="connsiteY62" fmla="*/ 246977 h 918356"/>
              <a:gd name="connsiteX63" fmla="*/ 4892569 w 9517857"/>
              <a:gd name="connsiteY63" fmla="*/ 249933 h 918356"/>
              <a:gd name="connsiteX64" fmla="*/ 4896611 w 9517857"/>
              <a:gd name="connsiteY64" fmla="*/ 240448 h 918356"/>
              <a:gd name="connsiteX65" fmla="*/ 4917286 w 9517857"/>
              <a:gd name="connsiteY65" fmla="*/ 243659 h 918356"/>
              <a:gd name="connsiteX66" fmla="*/ 4981173 w 9517857"/>
              <a:gd name="connsiteY66" fmla="*/ 247103 h 918356"/>
              <a:gd name="connsiteX67" fmla="*/ 5060397 w 9517857"/>
              <a:gd name="connsiteY67" fmla="*/ 263688 h 918356"/>
              <a:gd name="connsiteX68" fmla="*/ 5252996 w 9517857"/>
              <a:gd name="connsiteY68" fmla="*/ 270655 h 918356"/>
              <a:gd name="connsiteX69" fmla="*/ 5358056 w 9517857"/>
              <a:gd name="connsiteY69" fmla="*/ 247248 h 918356"/>
              <a:gd name="connsiteX70" fmla="*/ 5426496 w 9517857"/>
              <a:gd name="connsiteY70" fmla="*/ 235142 h 918356"/>
              <a:gd name="connsiteX71" fmla="*/ 5497161 w 9517857"/>
              <a:gd name="connsiteY71" fmla="*/ 228808 h 918356"/>
              <a:gd name="connsiteX72" fmla="*/ 5826043 w 9517857"/>
              <a:gd name="connsiteY72" fmla="*/ 148073 h 918356"/>
              <a:gd name="connsiteX73" fmla="*/ 6013415 w 9517857"/>
              <a:gd name="connsiteY73" fmla="*/ 137316 h 918356"/>
              <a:gd name="connsiteX74" fmla="*/ 6080994 w 9517857"/>
              <a:gd name="connsiteY74" fmla="*/ 142938 h 918356"/>
              <a:gd name="connsiteX75" fmla="*/ 6194152 w 9517857"/>
              <a:gd name="connsiteY75" fmla="*/ 151772 h 918356"/>
              <a:gd name="connsiteX76" fmla="*/ 6281379 w 9517857"/>
              <a:gd name="connsiteY76" fmla="*/ 181626 h 918356"/>
              <a:gd name="connsiteX77" fmla="*/ 6374947 w 9517857"/>
              <a:gd name="connsiteY77" fmla="*/ 179799 h 918356"/>
              <a:gd name="connsiteX78" fmla="*/ 6448518 w 9517857"/>
              <a:gd name="connsiteY78" fmla="*/ 164378 h 918356"/>
              <a:gd name="connsiteX79" fmla="*/ 6544700 w 9517857"/>
              <a:gd name="connsiteY79" fmla="*/ 167161 h 918356"/>
              <a:gd name="connsiteX80" fmla="*/ 6648353 w 9517857"/>
              <a:gd name="connsiteY80" fmla="*/ 172250 h 918356"/>
              <a:gd name="connsiteX81" fmla="*/ 6736227 w 9517857"/>
              <a:gd name="connsiteY81" fmla="*/ 173216 h 918356"/>
              <a:gd name="connsiteX82" fmla="*/ 6977218 w 9517857"/>
              <a:gd name="connsiteY82" fmla="*/ 184289 h 918356"/>
              <a:gd name="connsiteX83" fmla="*/ 7065221 w 9517857"/>
              <a:gd name="connsiteY83" fmla="*/ 227531 h 918356"/>
              <a:gd name="connsiteX84" fmla="*/ 7366876 w 9517857"/>
              <a:gd name="connsiteY84" fmla="*/ 248468 h 918356"/>
              <a:gd name="connsiteX85" fmla="*/ 7565449 w 9517857"/>
              <a:gd name="connsiteY85" fmla="*/ 258950 h 918356"/>
              <a:gd name="connsiteX86" fmla="*/ 7599285 w 9517857"/>
              <a:gd name="connsiteY86" fmla="*/ 266021 h 918356"/>
              <a:gd name="connsiteX87" fmla="*/ 7644411 w 9517857"/>
              <a:gd name="connsiteY87" fmla="*/ 258986 h 918356"/>
              <a:gd name="connsiteX88" fmla="*/ 7825110 w 9517857"/>
              <a:gd name="connsiteY88" fmla="*/ 229109 h 918356"/>
              <a:gd name="connsiteX89" fmla="*/ 7965804 w 9517857"/>
              <a:gd name="connsiteY89" fmla="*/ 190545 h 918356"/>
              <a:gd name="connsiteX90" fmla="*/ 8147401 w 9517857"/>
              <a:gd name="connsiteY90" fmla="*/ 205617 h 918356"/>
              <a:gd name="connsiteX91" fmla="*/ 8256033 w 9517857"/>
              <a:gd name="connsiteY91" fmla="*/ 193713 h 918356"/>
              <a:gd name="connsiteX92" fmla="*/ 8410677 w 9517857"/>
              <a:gd name="connsiteY92" fmla="*/ 172167 h 918356"/>
              <a:gd name="connsiteX93" fmla="*/ 8617841 w 9517857"/>
              <a:gd name="connsiteY93" fmla="*/ 155167 h 918356"/>
              <a:gd name="connsiteX94" fmla="*/ 8715976 w 9517857"/>
              <a:gd name="connsiteY94" fmla="*/ 178374 h 918356"/>
              <a:gd name="connsiteX95" fmla="*/ 8778827 w 9517857"/>
              <a:gd name="connsiteY95" fmla="*/ 172936 h 918356"/>
              <a:gd name="connsiteX96" fmla="*/ 8840778 w 9517857"/>
              <a:gd name="connsiteY96" fmla="*/ 143149 h 918356"/>
              <a:gd name="connsiteX97" fmla="*/ 9010380 w 9517857"/>
              <a:gd name="connsiteY97" fmla="*/ 91891 h 918356"/>
              <a:gd name="connsiteX98" fmla="*/ 9110856 w 9517857"/>
              <a:gd name="connsiteY98" fmla="*/ 70997 h 918356"/>
              <a:gd name="connsiteX99" fmla="*/ 9268817 w 9517857"/>
              <a:gd name="connsiteY99" fmla="*/ 53082 h 918356"/>
              <a:gd name="connsiteX100" fmla="*/ 9316667 w 9517857"/>
              <a:gd name="connsiteY100" fmla="*/ 45047 h 918356"/>
              <a:gd name="connsiteX101" fmla="*/ 9428209 w 9517857"/>
              <a:gd name="connsiteY101" fmla="*/ 29923 h 91835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Lst>
            <a:rect l="l" t="t" r="r" b="b"/>
            <a:pathLst>
              <a:path w="9517857" h="918356">
                <a:moveTo>
                  <a:pt x="4686423" y="247919"/>
                </a:moveTo>
                <a:lnTo>
                  <a:pt x="4689051" y="250968"/>
                </a:lnTo>
                <a:lnTo>
                  <a:pt x="4687244" y="251298"/>
                </a:lnTo>
                <a:close/>
                <a:moveTo>
                  <a:pt x="4685225" y="246530"/>
                </a:moveTo>
                <a:cubicBezTo>
                  <a:pt x="4688837" y="243198"/>
                  <a:pt x="4687468" y="244598"/>
                  <a:pt x="4686133" y="246727"/>
                </a:cubicBezTo>
                <a:lnTo>
                  <a:pt x="4686423" y="247919"/>
                </a:lnTo>
                <a:close/>
                <a:moveTo>
                  <a:pt x="9517856" y="0"/>
                </a:moveTo>
                <a:lnTo>
                  <a:pt x="9517857" y="12"/>
                </a:lnTo>
                <a:lnTo>
                  <a:pt x="9517857" y="918356"/>
                </a:lnTo>
                <a:lnTo>
                  <a:pt x="14604" y="918356"/>
                </a:lnTo>
                <a:lnTo>
                  <a:pt x="12841" y="917763"/>
                </a:lnTo>
                <a:cubicBezTo>
                  <a:pt x="4532" y="914864"/>
                  <a:pt x="-773" y="912807"/>
                  <a:pt x="93" y="912471"/>
                </a:cubicBezTo>
                <a:cubicBezTo>
                  <a:pt x="172" y="912298"/>
                  <a:pt x="58594" y="890495"/>
                  <a:pt x="58674" y="890322"/>
                </a:cubicBezTo>
                <a:cubicBezTo>
                  <a:pt x="127436" y="929614"/>
                  <a:pt x="206243" y="828226"/>
                  <a:pt x="275005" y="807229"/>
                </a:cubicBezTo>
                <a:cubicBezTo>
                  <a:pt x="303983" y="806087"/>
                  <a:pt x="504960" y="777375"/>
                  <a:pt x="587824" y="798195"/>
                </a:cubicBezTo>
                <a:cubicBezTo>
                  <a:pt x="598733" y="769348"/>
                  <a:pt x="682904" y="785924"/>
                  <a:pt x="651826" y="738338"/>
                </a:cubicBezTo>
                <a:cubicBezTo>
                  <a:pt x="688440" y="737862"/>
                  <a:pt x="753255" y="750396"/>
                  <a:pt x="727985" y="719826"/>
                </a:cubicBezTo>
                <a:cubicBezTo>
                  <a:pt x="739648" y="718749"/>
                  <a:pt x="775717" y="715087"/>
                  <a:pt x="778982" y="710142"/>
                </a:cubicBezTo>
                <a:cubicBezTo>
                  <a:pt x="779189" y="709407"/>
                  <a:pt x="849736" y="718721"/>
                  <a:pt x="849944" y="717987"/>
                </a:cubicBezTo>
                <a:lnTo>
                  <a:pt x="921659" y="712695"/>
                </a:lnTo>
                <a:lnTo>
                  <a:pt x="930946" y="734046"/>
                </a:lnTo>
                <a:lnTo>
                  <a:pt x="986250" y="713530"/>
                </a:lnTo>
                <a:lnTo>
                  <a:pt x="1013752" y="713361"/>
                </a:lnTo>
                <a:lnTo>
                  <a:pt x="1023734" y="718571"/>
                </a:lnTo>
                <a:cubicBezTo>
                  <a:pt x="1033291" y="721276"/>
                  <a:pt x="1045398" y="721394"/>
                  <a:pt x="1063207" y="715651"/>
                </a:cubicBezTo>
                <a:lnTo>
                  <a:pt x="1081980" y="738455"/>
                </a:lnTo>
                <a:lnTo>
                  <a:pt x="1218120" y="713280"/>
                </a:lnTo>
                <a:cubicBezTo>
                  <a:pt x="1230137" y="716162"/>
                  <a:pt x="1387179" y="685179"/>
                  <a:pt x="1397459" y="691190"/>
                </a:cubicBezTo>
                <a:cubicBezTo>
                  <a:pt x="1490025" y="704984"/>
                  <a:pt x="1465878" y="715604"/>
                  <a:pt x="1580688" y="693697"/>
                </a:cubicBezTo>
                <a:cubicBezTo>
                  <a:pt x="1607067" y="704379"/>
                  <a:pt x="1719477" y="658239"/>
                  <a:pt x="1772334" y="710640"/>
                </a:cubicBezTo>
                <a:cubicBezTo>
                  <a:pt x="1745536" y="644824"/>
                  <a:pt x="1976078" y="716436"/>
                  <a:pt x="2002561" y="659917"/>
                </a:cubicBezTo>
                <a:cubicBezTo>
                  <a:pt x="2045346" y="660357"/>
                  <a:pt x="2166676" y="654391"/>
                  <a:pt x="2135144" y="636501"/>
                </a:cubicBezTo>
                <a:cubicBezTo>
                  <a:pt x="2276591" y="665055"/>
                  <a:pt x="2293173" y="591792"/>
                  <a:pt x="2440292" y="593862"/>
                </a:cubicBezTo>
                <a:cubicBezTo>
                  <a:pt x="2495160" y="534824"/>
                  <a:pt x="2473343" y="585644"/>
                  <a:pt x="2547829" y="566150"/>
                </a:cubicBezTo>
                <a:cubicBezTo>
                  <a:pt x="2545438" y="614169"/>
                  <a:pt x="2632278" y="528280"/>
                  <a:pt x="2658055" y="578727"/>
                </a:cubicBezTo>
                <a:cubicBezTo>
                  <a:pt x="2670795" y="573581"/>
                  <a:pt x="2682322" y="567005"/>
                  <a:pt x="2693698" y="560029"/>
                </a:cubicBezTo>
                <a:lnTo>
                  <a:pt x="2699673" y="556400"/>
                </a:lnTo>
                <a:lnTo>
                  <a:pt x="2727306" y="550698"/>
                </a:lnTo>
                <a:lnTo>
                  <a:pt x="2730451" y="538058"/>
                </a:lnTo>
                <a:lnTo>
                  <a:pt x="2768713" y="521575"/>
                </a:lnTo>
                <a:cubicBezTo>
                  <a:pt x="2783756" y="517104"/>
                  <a:pt x="2800788" y="514291"/>
                  <a:pt x="2820868" y="514160"/>
                </a:cubicBezTo>
                <a:cubicBezTo>
                  <a:pt x="2894791" y="532885"/>
                  <a:pt x="2981506" y="465507"/>
                  <a:pt x="3073635" y="491294"/>
                </a:cubicBezTo>
                <a:cubicBezTo>
                  <a:pt x="3106872" y="496624"/>
                  <a:pt x="3205785" y="487718"/>
                  <a:pt x="3222071" y="470559"/>
                </a:cubicBezTo>
                <a:cubicBezTo>
                  <a:pt x="3242193" y="465514"/>
                  <a:pt x="3267163" y="469136"/>
                  <a:pt x="3274069" y="451605"/>
                </a:cubicBezTo>
                <a:cubicBezTo>
                  <a:pt x="3286659" y="430165"/>
                  <a:pt x="3363648" y="455571"/>
                  <a:pt x="3349632" y="432583"/>
                </a:cubicBezTo>
                <a:cubicBezTo>
                  <a:pt x="3404182" y="449847"/>
                  <a:pt x="3438210" y="404323"/>
                  <a:pt x="3479593" y="390437"/>
                </a:cubicBezTo>
                <a:cubicBezTo>
                  <a:pt x="3523240" y="408403"/>
                  <a:pt x="3567027" y="361554"/>
                  <a:pt x="3660110" y="348726"/>
                </a:cubicBezTo>
                <a:cubicBezTo>
                  <a:pt x="3708299" y="369683"/>
                  <a:pt x="3662447" y="344775"/>
                  <a:pt x="3750023" y="370678"/>
                </a:cubicBezTo>
                <a:cubicBezTo>
                  <a:pt x="3752092" y="367132"/>
                  <a:pt x="3816880" y="365055"/>
                  <a:pt x="3844133" y="360648"/>
                </a:cubicBezTo>
                <a:cubicBezTo>
                  <a:pt x="3871386" y="356240"/>
                  <a:pt x="3882848" y="332490"/>
                  <a:pt x="3913545" y="344235"/>
                </a:cubicBezTo>
                <a:cubicBezTo>
                  <a:pt x="4050255" y="376864"/>
                  <a:pt x="4159924" y="363190"/>
                  <a:pt x="4266740" y="361454"/>
                </a:cubicBezTo>
                <a:cubicBezTo>
                  <a:pt x="4385770" y="354374"/>
                  <a:pt x="4314535" y="340143"/>
                  <a:pt x="4430770" y="342643"/>
                </a:cubicBezTo>
                <a:cubicBezTo>
                  <a:pt x="4439969" y="322594"/>
                  <a:pt x="4478290" y="314645"/>
                  <a:pt x="4512664" y="319948"/>
                </a:cubicBezTo>
                <a:cubicBezTo>
                  <a:pt x="4570011" y="315138"/>
                  <a:pt x="4549085" y="269599"/>
                  <a:pt x="4616423" y="290914"/>
                </a:cubicBezTo>
                <a:cubicBezTo>
                  <a:pt x="4599641" y="270277"/>
                  <a:pt x="4692085" y="269216"/>
                  <a:pt x="4691675" y="254011"/>
                </a:cubicBezTo>
                <a:lnTo>
                  <a:pt x="4689051" y="250968"/>
                </a:lnTo>
                <a:lnTo>
                  <a:pt x="4719994" y="245307"/>
                </a:lnTo>
                <a:cubicBezTo>
                  <a:pt x="4732635" y="242775"/>
                  <a:pt x="4745300" y="240335"/>
                  <a:pt x="4752894" y="239875"/>
                </a:cubicBezTo>
                <a:lnTo>
                  <a:pt x="4769329" y="233585"/>
                </a:lnTo>
                <a:lnTo>
                  <a:pt x="4775634" y="234063"/>
                </a:lnTo>
                <a:lnTo>
                  <a:pt x="4790452" y="233572"/>
                </a:lnTo>
                <a:cubicBezTo>
                  <a:pt x="4789989" y="236356"/>
                  <a:pt x="4789525" y="239141"/>
                  <a:pt x="4789062" y="241924"/>
                </a:cubicBezTo>
                <a:cubicBezTo>
                  <a:pt x="4786342" y="249932"/>
                  <a:pt x="4804560" y="248631"/>
                  <a:pt x="4827826" y="246977"/>
                </a:cubicBezTo>
                <a:cubicBezTo>
                  <a:pt x="4875782" y="239569"/>
                  <a:pt x="4874112" y="283413"/>
                  <a:pt x="4892569" y="249933"/>
                </a:cubicBezTo>
                <a:lnTo>
                  <a:pt x="4896611" y="240448"/>
                </a:lnTo>
                <a:lnTo>
                  <a:pt x="4917286" y="243659"/>
                </a:lnTo>
                <a:cubicBezTo>
                  <a:pt x="4923060" y="243799"/>
                  <a:pt x="4981729" y="240979"/>
                  <a:pt x="4981173" y="247103"/>
                </a:cubicBezTo>
                <a:cubicBezTo>
                  <a:pt x="5024880" y="220690"/>
                  <a:pt x="5014146" y="257963"/>
                  <a:pt x="5060397" y="263688"/>
                </a:cubicBezTo>
                <a:cubicBezTo>
                  <a:pt x="5093356" y="238589"/>
                  <a:pt x="5157892" y="275351"/>
                  <a:pt x="5252996" y="270655"/>
                </a:cubicBezTo>
                <a:cubicBezTo>
                  <a:pt x="5288840" y="241872"/>
                  <a:pt x="5287005" y="287921"/>
                  <a:pt x="5358056" y="247248"/>
                </a:cubicBezTo>
                <a:cubicBezTo>
                  <a:pt x="5361752" y="250257"/>
                  <a:pt x="5403312" y="238215"/>
                  <a:pt x="5426496" y="235142"/>
                </a:cubicBezTo>
                <a:cubicBezTo>
                  <a:pt x="5449679" y="232069"/>
                  <a:pt x="5473549" y="245611"/>
                  <a:pt x="5497161" y="228808"/>
                </a:cubicBezTo>
                <a:cubicBezTo>
                  <a:pt x="5611861" y="172767"/>
                  <a:pt x="5723211" y="165860"/>
                  <a:pt x="5826043" y="148073"/>
                </a:cubicBezTo>
                <a:cubicBezTo>
                  <a:pt x="5943127" y="133166"/>
                  <a:pt x="5872659" y="193078"/>
                  <a:pt x="6013415" y="137316"/>
                </a:cubicBezTo>
                <a:cubicBezTo>
                  <a:pt x="6031924" y="154783"/>
                  <a:pt x="6050745" y="154258"/>
                  <a:pt x="6080994" y="142938"/>
                </a:cubicBezTo>
                <a:cubicBezTo>
                  <a:pt x="6138083" y="137090"/>
                  <a:pt x="6140195" y="184383"/>
                  <a:pt x="6194152" y="151772"/>
                </a:cubicBezTo>
                <a:cubicBezTo>
                  <a:pt x="6187280" y="177783"/>
                  <a:pt x="6304222" y="153410"/>
                  <a:pt x="6281379" y="181626"/>
                </a:cubicBezTo>
                <a:cubicBezTo>
                  <a:pt x="6321899" y="201819"/>
                  <a:pt x="6335111" y="162590"/>
                  <a:pt x="6374947" y="179799"/>
                </a:cubicBezTo>
                <a:cubicBezTo>
                  <a:pt x="6417404" y="181336"/>
                  <a:pt x="6402484" y="169694"/>
                  <a:pt x="6448518" y="164378"/>
                </a:cubicBezTo>
                <a:cubicBezTo>
                  <a:pt x="6504958" y="162488"/>
                  <a:pt x="6493438" y="111203"/>
                  <a:pt x="6544700" y="167161"/>
                </a:cubicBezTo>
                <a:cubicBezTo>
                  <a:pt x="6601507" y="148697"/>
                  <a:pt x="6566269" y="164386"/>
                  <a:pt x="6648353" y="172250"/>
                </a:cubicBezTo>
                <a:cubicBezTo>
                  <a:pt x="6680008" y="155223"/>
                  <a:pt x="6707960" y="160673"/>
                  <a:pt x="6736227" y="173216"/>
                </a:cubicBezTo>
                <a:cubicBezTo>
                  <a:pt x="6813963" y="164284"/>
                  <a:pt x="6888143" y="181296"/>
                  <a:pt x="6977218" y="184289"/>
                </a:cubicBezTo>
                <a:cubicBezTo>
                  <a:pt x="7040424" y="188318"/>
                  <a:pt x="7000278" y="216835"/>
                  <a:pt x="7065221" y="227531"/>
                </a:cubicBezTo>
                <a:cubicBezTo>
                  <a:pt x="7130163" y="238228"/>
                  <a:pt x="7291878" y="238208"/>
                  <a:pt x="7366876" y="248468"/>
                </a:cubicBezTo>
                <a:cubicBezTo>
                  <a:pt x="7491356" y="206752"/>
                  <a:pt x="7367734" y="280166"/>
                  <a:pt x="7565449" y="258950"/>
                </a:cubicBezTo>
                <a:cubicBezTo>
                  <a:pt x="7575959" y="252432"/>
                  <a:pt x="7600854" y="257628"/>
                  <a:pt x="7599285" y="266021"/>
                </a:cubicBezTo>
                <a:cubicBezTo>
                  <a:pt x="7611616" y="262940"/>
                  <a:pt x="7639946" y="245819"/>
                  <a:pt x="7644411" y="258986"/>
                </a:cubicBezTo>
                <a:cubicBezTo>
                  <a:pt x="7708015" y="258012"/>
                  <a:pt x="7770249" y="247724"/>
                  <a:pt x="7825110" y="229109"/>
                </a:cubicBezTo>
                <a:cubicBezTo>
                  <a:pt x="7949762" y="247028"/>
                  <a:pt x="7921956" y="197757"/>
                  <a:pt x="7965804" y="190545"/>
                </a:cubicBezTo>
                <a:cubicBezTo>
                  <a:pt x="8039439" y="213878"/>
                  <a:pt x="8063651" y="191475"/>
                  <a:pt x="8147401" y="205617"/>
                </a:cubicBezTo>
                <a:cubicBezTo>
                  <a:pt x="8166453" y="196610"/>
                  <a:pt x="8225048" y="207099"/>
                  <a:pt x="8256033" y="193713"/>
                </a:cubicBezTo>
                <a:cubicBezTo>
                  <a:pt x="8311388" y="242017"/>
                  <a:pt x="8350376" y="178592"/>
                  <a:pt x="8410677" y="172167"/>
                </a:cubicBezTo>
                <a:cubicBezTo>
                  <a:pt x="8470978" y="165743"/>
                  <a:pt x="8572470" y="206385"/>
                  <a:pt x="8617841" y="155167"/>
                </a:cubicBezTo>
                <a:cubicBezTo>
                  <a:pt x="8646050" y="160448"/>
                  <a:pt x="8664949" y="183631"/>
                  <a:pt x="8715976" y="178374"/>
                </a:cubicBezTo>
                <a:cubicBezTo>
                  <a:pt x="8737194" y="188216"/>
                  <a:pt x="8738009" y="189511"/>
                  <a:pt x="8778827" y="172936"/>
                </a:cubicBezTo>
                <a:cubicBezTo>
                  <a:pt x="8725277" y="146372"/>
                  <a:pt x="8850819" y="175612"/>
                  <a:pt x="8840778" y="143149"/>
                </a:cubicBezTo>
                <a:cubicBezTo>
                  <a:pt x="8903519" y="121096"/>
                  <a:pt x="9021861" y="150359"/>
                  <a:pt x="9010380" y="91891"/>
                </a:cubicBezTo>
                <a:cubicBezTo>
                  <a:pt x="9027103" y="56852"/>
                  <a:pt x="9112524" y="108357"/>
                  <a:pt x="9110856" y="70997"/>
                </a:cubicBezTo>
                <a:cubicBezTo>
                  <a:pt x="9148189" y="94250"/>
                  <a:pt x="9209809" y="53285"/>
                  <a:pt x="9268817" y="53082"/>
                </a:cubicBezTo>
                <a:cubicBezTo>
                  <a:pt x="9279135" y="35997"/>
                  <a:pt x="9292736" y="36520"/>
                  <a:pt x="9316667" y="45047"/>
                </a:cubicBezTo>
                <a:cubicBezTo>
                  <a:pt x="9352186" y="45862"/>
                  <a:pt x="9390008" y="39799"/>
                  <a:pt x="9428209" y="29923"/>
                </a:cubicBezTo>
                <a:close/>
              </a:path>
            </a:pathLst>
          </a:custGeom>
          <a:solidFill>
            <a:srgbClr val="82766A">
              <a:alpha val="15000"/>
            </a:srgbClr>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49052264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66" name="Rectangle 65">
            <a:extLst>
              <a:ext uri="{FF2B5EF4-FFF2-40B4-BE49-F238E27FC236}">
                <a16:creationId xmlns:a16="http://schemas.microsoft.com/office/drawing/2014/main" id="{955A2079-FA98-4876-80F0-72364A7D2EA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aphicFrame>
        <p:nvGraphicFramePr>
          <p:cNvPr id="44" name="TextBox 4">
            <a:extLst>
              <a:ext uri="{FF2B5EF4-FFF2-40B4-BE49-F238E27FC236}">
                <a16:creationId xmlns:a16="http://schemas.microsoft.com/office/drawing/2014/main" id="{DFAAE449-550A-AAAF-EEFC-4362A95428B7}"/>
              </a:ext>
            </a:extLst>
          </p:cNvPr>
          <p:cNvGraphicFramePr/>
          <p:nvPr>
            <p:extLst>
              <p:ext uri="{D42A27DB-BD31-4B8C-83A1-F6EECF244321}">
                <p14:modId xmlns:p14="http://schemas.microsoft.com/office/powerpoint/2010/main" val="405234260"/>
              </p:ext>
            </p:extLst>
          </p:nvPr>
        </p:nvGraphicFramePr>
        <p:xfrm>
          <a:off x="838200" y="1266091"/>
          <a:ext cx="10515600" cy="4352544"/>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204584761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7" name="Rectangle 6">
            <a:extLst>
              <a:ext uri="{FF2B5EF4-FFF2-40B4-BE49-F238E27FC236}">
                <a16:creationId xmlns:a16="http://schemas.microsoft.com/office/drawing/2014/main" id="{943CAA20-3569-4189-9E48-239A229A86C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3603DE0C-08EC-6007-B5DE-28F4EF53888A}"/>
              </a:ext>
            </a:extLst>
          </p:cNvPr>
          <p:cNvSpPr>
            <a:spLocks noGrp="1"/>
          </p:cNvSpPr>
          <p:nvPr>
            <p:ph type="title"/>
          </p:nvPr>
        </p:nvSpPr>
        <p:spPr>
          <a:xfrm>
            <a:off x="838200" y="451381"/>
            <a:ext cx="10512552" cy="4066540"/>
          </a:xfrm>
        </p:spPr>
        <p:txBody>
          <a:bodyPr vert="horz" lIns="91440" tIns="45720" rIns="91440" bIns="45720" rtlCol="0" anchor="b">
            <a:normAutofit/>
          </a:bodyPr>
          <a:lstStyle/>
          <a:p>
            <a:r>
              <a:rPr lang="en-US" sz="6600" kern="1200">
                <a:solidFill>
                  <a:schemeClr val="tx1"/>
                </a:solidFill>
                <a:latin typeface="+mj-lt"/>
                <a:ea typeface="+mj-ea"/>
                <a:cs typeface="+mj-cs"/>
              </a:rPr>
              <a:t>What is Git?</a:t>
            </a:r>
          </a:p>
        </p:txBody>
      </p:sp>
      <p:sp>
        <p:nvSpPr>
          <p:cNvPr id="9" name="sketch line">
            <a:extLst>
              <a:ext uri="{FF2B5EF4-FFF2-40B4-BE49-F238E27FC236}">
                <a16:creationId xmlns:a16="http://schemas.microsoft.com/office/drawing/2014/main" id="{DA542B6D-E775-4832-91DC-2D20F857813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38200" y="4718595"/>
            <a:ext cx="5410200" cy="18288"/>
          </a:xfrm>
          <a:custGeom>
            <a:avLst/>
            <a:gdLst>
              <a:gd name="connsiteX0" fmla="*/ 0 w 5410200"/>
              <a:gd name="connsiteY0" fmla="*/ 0 h 18288"/>
              <a:gd name="connsiteX1" fmla="*/ 568071 w 5410200"/>
              <a:gd name="connsiteY1" fmla="*/ 0 h 18288"/>
              <a:gd name="connsiteX2" fmla="*/ 1298448 w 5410200"/>
              <a:gd name="connsiteY2" fmla="*/ 0 h 18288"/>
              <a:gd name="connsiteX3" fmla="*/ 1920621 w 5410200"/>
              <a:gd name="connsiteY3" fmla="*/ 0 h 18288"/>
              <a:gd name="connsiteX4" fmla="*/ 2488692 w 5410200"/>
              <a:gd name="connsiteY4" fmla="*/ 0 h 18288"/>
              <a:gd name="connsiteX5" fmla="*/ 3219069 w 5410200"/>
              <a:gd name="connsiteY5" fmla="*/ 0 h 18288"/>
              <a:gd name="connsiteX6" fmla="*/ 3895344 w 5410200"/>
              <a:gd name="connsiteY6" fmla="*/ 0 h 18288"/>
              <a:gd name="connsiteX7" fmla="*/ 4571619 w 5410200"/>
              <a:gd name="connsiteY7" fmla="*/ 0 h 18288"/>
              <a:gd name="connsiteX8" fmla="*/ 5410200 w 5410200"/>
              <a:gd name="connsiteY8" fmla="*/ 0 h 18288"/>
              <a:gd name="connsiteX9" fmla="*/ 5410200 w 5410200"/>
              <a:gd name="connsiteY9" fmla="*/ 18288 h 18288"/>
              <a:gd name="connsiteX10" fmla="*/ 4842129 w 5410200"/>
              <a:gd name="connsiteY10" fmla="*/ 18288 h 18288"/>
              <a:gd name="connsiteX11" fmla="*/ 4328160 w 5410200"/>
              <a:gd name="connsiteY11" fmla="*/ 18288 h 18288"/>
              <a:gd name="connsiteX12" fmla="*/ 3597783 w 5410200"/>
              <a:gd name="connsiteY12" fmla="*/ 18288 h 18288"/>
              <a:gd name="connsiteX13" fmla="*/ 3029712 w 5410200"/>
              <a:gd name="connsiteY13" fmla="*/ 18288 h 18288"/>
              <a:gd name="connsiteX14" fmla="*/ 2299335 w 5410200"/>
              <a:gd name="connsiteY14" fmla="*/ 18288 h 18288"/>
              <a:gd name="connsiteX15" fmla="*/ 1514856 w 5410200"/>
              <a:gd name="connsiteY15" fmla="*/ 18288 h 18288"/>
              <a:gd name="connsiteX16" fmla="*/ 892683 w 5410200"/>
              <a:gd name="connsiteY16" fmla="*/ 18288 h 18288"/>
              <a:gd name="connsiteX17" fmla="*/ 0 w 5410200"/>
              <a:gd name="connsiteY17" fmla="*/ 18288 h 18288"/>
              <a:gd name="connsiteX18" fmla="*/ 0 w 5410200"/>
              <a:gd name="connsiteY18" fmla="*/ 0 h 182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5410200" h="18288" fill="none" extrusionOk="0">
                <a:moveTo>
                  <a:pt x="0" y="0"/>
                </a:moveTo>
                <a:cubicBezTo>
                  <a:pt x="163050" y="-18707"/>
                  <a:pt x="319321" y="-16364"/>
                  <a:pt x="568071" y="0"/>
                </a:cubicBezTo>
                <a:cubicBezTo>
                  <a:pt x="816821" y="16364"/>
                  <a:pt x="1013224" y="-7268"/>
                  <a:pt x="1298448" y="0"/>
                </a:cubicBezTo>
                <a:cubicBezTo>
                  <a:pt x="1583672" y="7268"/>
                  <a:pt x="1631711" y="-3367"/>
                  <a:pt x="1920621" y="0"/>
                </a:cubicBezTo>
                <a:cubicBezTo>
                  <a:pt x="2209531" y="3367"/>
                  <a:pt x="2364420" y="-19184"/>
                  <a:pt x="2488692" y="0"/>
                </a:cubicBezTo>
                <a:cubicBezTo>
                  <a:pt x="2612964" y="19184"/>
                  <a:pt x="3023298" y="-34627"/>
                  <a:pt x="3219069" y="0"/>
                </a:cubicBezTo>
                <a:cubicBezTo>
                  <a:pt x="3414840" y="34627"/>
                  <a:pt x="3656810" y="24043"/>
                  <a:pt x="3895344" y="0"/>
                </a:cubicBezTo>
                <a:cubicBezTo>
                  <a:pt x="4133879" y="-24043"/>
                  <a:pt x="4393984" y="-19577"/>
                  <a:pt x="4571619" y="0"/>
                </a:cubicBezTo>
                <a:cubicBezTo>
                  <a:pt x="4749255" y="19577"/>
                  <a:pt x="5179928" y="-6281"/>
                  <a:pt x="5410200" y="0"/>
                </a:cubicBezTo>
                <a:cubicBezTo>
                  <a:pt x="5410730" y="6954"/>
                  <a:pt x="5410934" y="12839"/>
                  <a:pt x="5410200" y="18288"/>
                </a:cubicBezTo>
                <a:cubicBezTo>
                  <a:pt x="5139060" y="6751"/>
                  <a:pt x="5121593" y="31035"/>
                  <a:pt x="4842129" y="18288"/>
                </a:cubicBezTo>
                <a:cubicBezTo>
                  <a:pt x="4562665" y="5541"/>
                  <a:pt x="4448273" y="9487"/>
                  <a:pt x="4328160" y="18288"/>
                </a:cubicBezTo>
                <a:cubicBezTo>
                  <a:pt x="4208047" y="27089"/>
                  <a:pt x="3760936" y="22567"/>
                  <a:pt x="3597783" y="18288"/>
                </a:cubicBezTo>
                <a:cubicBezTo>
                  <a:pt x="3434630" y="14009"/>
                  <a:pt x="3299718" y="33213"/>
                  <a:pt x="3029712" y="18288"/>
                </a:cubicBezTo>
                <a:cubicBezTo>
                  <a:pt x="2759706" y="3363"/>
                  <a:pt x="2640159" y="27394"/>
                  <a:pt x="2299335" y="18288"/>
                </a:cubicBezTo>
                <a:cubicBezTo>
                  <a:pt x="1958511" y="9182"/>
                  <a:pt x="1801186" y="28985"/>
                  <a:pt x="1514856" y="18288"/>
                </a:cubicBezTo>
                <a:cubicBezTo>
                  <a:pt x="1228526" y="7591"/>
                  <a:pt x="1063509" y="-5305"/>
                  <a:pt x="892683" y="18288"/>
                </a:cubicBezTo>
                <a:cubicBezTo>
                  <a:pt x="721857" y="41881"/>
                  <a:pt x="186945" y="-20897"/>
                  <a:pt x="0" y="18288"/>
                </a:cubicBezTo>
                <a:cubicBezTo>
                  <a:pt x="-570" y="9279"/>
                  <a:pt x="132" y="5100"/>
                  <a:pt x="0" y="0"/>
                </a:cubicBezTo>
                <a:close/>
              </a:path>
              <a:path w="5410200" h="18288" stroke="0" extrusionOk="0">
                <a:moveTo>
                  <a:pt x="0" y="0"/>
                </a:moveTo>
                <a:cubicBezTo>
                  <a:pt x="285096" y="-4925"/>
                  <a:pt x="376456" y="22268"/>
                  <a:pt x="622173" y="0"/>
                </a:cubicBezTo>
                <a:cubicBezTo>
                  <a:pt x="867890" y="-22268"/>
                  <a:pt x="1031392" y="7228"/>
                  <a:pt x="1136142" y="0"/>
                </a:cubicBezTo>
                <a:cubicBezTo>
                  <a:pt x="1240892" y="-7228"/>
                  <a:pt x="1561853" y="9877"/>
                  <a:pt x="1920621" y="0"/>
                </a:cubicBezTo>
                <a:cubicBezTo>
                  <a:pt x="2279389" y="-9877"/>
                  <a:pt x="2367255" y="19546"/>
                  <a:pt x="2542794" y="0"/>
                </a:cubicBezTo>
                <a:cubicBezTo>
                  <a:pt x="2718333" y="-19546"/>
                  <a:pt x="2866732" y="-22226"/>
                  <a:pt x="3164967" y="0"/>
                </a:cubicBezTo>
                <a:cubicBezTo>
                  <a:pt x="3463202" y="22226"/>
                  <a:pt x="3568055" y="-2765"/>
                  <a:pt x="3949446" y="0"/>
                </a:cubicBezTo>
                <a:cubicBezTo>
                  <a:pt x="4330837" y="2765"/>
                  <a:pt x="4287895" y="10557"/>
                  <a:pt x="4517517" y="0"/>
                </a:cubicBezTo>
                <a:cubicBezTo>
                  <a:pt x="4747139" y="-10557"/>
                  <a:pt x="5149588" y="8716"/>
                  <a:pt x="5410200" y="0"/>
                </a:cubicBezTo>
                <a:cubicBezTo>
                  <a:pt x="5409517" y="5414"/>
                  <a:pt x="5409480" y="12510"/>
                  <a:pt x="5410200" y="18288"/>
                </a:cubicBezTo>
                <a:cubicBezTo>
                  <a:pt x="5163327" y="41494"/>
                  <a:pt x="5008749" y="10693"/>
                  <a:pt x="4842129" y="18288"/>
                </a:cubicBezTo>
                <a:cubicBezTo>
                  <a:pt x="4675509" y="25883"/>
                  <a:pt x="4433401" y="-615"/>
                  <a:pt x="4165854" y="18288"/>
                </a:cubicBezTo>
                <a:cubicBezTo>
                  <a:pt x="3898308" y="37191"/>
                  <a:pt x="3809032" y="-8710"/>
                  <a:pt x="3543681" y="18288"/>
                </a:cubicBezTo>
                <a:cubicBezTo>
                  <a:pt x="3278330" y="45286"/>
                  <a:pt x="3073876" y="-15917"/>
                  <a:pt x="2759202" y="18288"/>
                </a:cubicBezTo>
                <a:cubicBezTo>
                  <a:pt x="2444528" y="52493"/>
                  <a:pt x="2204144" y="3372"/>
                  <a:pt x="1974723" y="18288"/>
                </a:cubicBezTo>
                <a:cubicBezTo>
                  <a:pt x="1745302" y="33204"/>
                  <a:pt x="1602335" y="31490"/>
                  <a:pt x="1406652" y="18288"/>
                </a:cubicBezTo>
                <a:cubicBezTo>
                  <a:pt x="1210969" y="5086"/>
                  <a:pt x="923948" y="3161"/>
                  <a:pt x="730377" y="18288"/>
                </a:cubicBezTo>
                <a:cubicBezTo>
                  <a:pt x="536806" y="33415"/>
                  <a:pt x="336496" y="-141"/>
                  <a:pt x="0" y="18288"/>
                </a:cubicBezTo>
                <a:cubicBezTo>
                  <a:pt x="-306" y="11061"/>
                  <a:pt x="-655" y="7751"/>
                  <a:pt x="0" y="0"/>
                </a:cubicBezTo>
                <a:close/>
              </a:path>
            </a:pathLst>
          </a:custGeom>
          <a:solidFill>
            <a:schemeClr val="accent2"/>
          </a:solidFill>
          <a:ln w="41275" cap="rnd">
            <a:solidFill>
              <a:schemeClr val="accent2"/>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88137219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5" name="Rectangle 14">
            <a:extLst>
              <a:ext uri="{FF2B5EF4-FFF2-40B4-BE49-F238E27FC236}">
                <a16:creationId xmlns:a16="http://schemas.microsoft.com/office/drawing/2014/main" id="{2D2B266D-3625-4584-A5C3-7D3F672CFF3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Picture 4" descr="A diagram of a computer system&#10;&#10;Description automatically generated">
            <a:extLst>
              <a:ext uri="{FF2B5EF4-FFF2-40B4-BE49-F238E27FC236}">
                <a16:creationId xmlns:a16="http://schemas.microsoft.com/office/drawing/2014/main" id="{FF64248B-99C6-6CF5-3B75-9806C4A66C2B}"/>
              </a:ext>
            </a:extLst>
          </p:cNvPr>
          <p:cNvPicPr>
            <a:picLocks noChangeAspect="1"/>
          </p:cNvPicPr>
          <p:nvPr/>
        </p:nvPicPr>
        <p:blipFill>
          <a:blip r:embed="rId2"/>
          <a:srcRect t="21702" r="1" b="4636"/>
          <a:stretch/>
        </p:blipFill>
        <p:spPr>
          <a:xfrm>
            <a:off x="180279" y="161490"/>
            <a:ext cx="11827082" cy="6534092"/>
          </a:xfrm>
          <a:prstGeom prst="rect">
            <a:avLst/>
          </a:prstGeom>
          <a:ln w="3175" cap="sq">
            <a:solidFill>
              <a:srgbClr val="000000"/>
            </a:solidFill>
            <a:prstDash val="solid"/>
            <a:miter lim="800000"/>
          </a:ln>
          <a:effectLst>
            <a:outerShdw blurRad="50800" dist="38100" dir="2700000" algn="tl" rotWithShape="0">
              <a:srgbClr val="000000">
                <a:alpha val="43000"/>
              </a:srgbClr>
            </a:outerShdw>
          </a:effectLst>
        </p:spPr>
      </p:pic>
    </p:spTree>
    <p:extLst>
      <p:ext uri="{BB962C8B-B14F-4D97-AF65-F5344CB8AC3E}">
        <p14:creationId xmlns:p14="http://schemas.microsoft.com/office/powerpoint/2010/main" val="212851860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081EA652-8C6A-4E69-BEB9-17080947455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ight Triangle 9">
            <a:extLst>
              <a:ext uri="{FF2B5EF4-FFF2-40B4-BE49-F238E27FC236}">
                <a16:creationId xmlns:a16="http://schemas.microsoft.com/office/drawing/2014/main" id="{5298780A-33B9-4EA2-8F67-DE68AD62841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8576720" y="3335867"/>
            <a:ext cx="3291840" cy="3200400"/>
          </a:xfrm>
          <a:prstGeom prst="rtTriangle">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2" name="Rectangle 11">
            <a:extLst>
              <a:ext uri="{FF2B5EF4-FFF2-40B4-BE49-F238E27FC236}">
                <a16:creationId xmlns:a16="http://schemas.microsoft.com/office/drawing/2014/main" id="{7F488E8B-4E1E-4402-8935-D4E6C02615C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41774" y="623275"/>
            <a:ext cx="10905053" cy="5607882"/>
          </a:xfrm>
          <a:prstGeom prst="rect">
            <a:avLst/>
          </a:prstGeom>
          <a:noFill/>
          <a:ln w="19050">
            <a:solidFill>
              <a:schemeClr val="tx1">
                <a:lumMod val="75000"/>
                <a:lumOff val="2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E576FC69-F302-AA6D-C90C-B8CE8FAF1512}"/>
              </a:ext>
            </a:extLst>
          </p:cNvPr>
          <p:cNvSpPr>
            <a:spLocks noGrp="1"/>
          </p:cNvSpPr>
          <p:nvPr>
            <p:ph type="title"/>
          </p:nvPr>
        </p:nvSpPr>
        <p:spPr>
          <a:xfrm>
            <a:off x="1285240" y="1050595"/>
            <a:ext cx="8074815" cy="1618489"/>
          </a:xfrm>
        </p:spPr>
        <p:txBody>
          <a:bodyPr anchor="ctr">
            <a:normAutofit/>
          </a:bodyPr>
          <a:lstStyle/>
          <a:p>
            <a:r>
              <a:rPr lang="en-IN" sz="7200"/>
              <a:t>Git vs GitHub</a:t>
            </a:r>
          </a:p>
        </p:txBody>
      </p:sp>
      <p:sp>
        <p:nvSpPr>
          <p:cNvPr id="3" name="Content Placeholder 2">
            <a:extLst>
              <a:ext uri="{FF2B5EF4-FFF2-40B4-BE49-F238E27FC236}">
                <a16:creationId xmlns:a16="http://schemas.microsoft.com/office/drawing/2014/main" id="{C1845B55-0522-81AC-48C0-2EFBDBD7492A}"/>
              </a:ext>
            </a:extLst>
          </p:cNvPr>
          <p:cNvSpPr>
            <a:spLocks noGrp="1"/>
          </p:cNvSpPr>
          <p:nvPr>
            <p:ph idx="1"/>
          </p:nvPr>
        </p:nvSpPr>
        <p:spPr>
          <a:xfrm>
            <a:off x="1285240" y="2969469"/>
            <a:ext cx="8074815" cy="2800395"/>
          </a:xfrm>
        </p:spPr>
        <p:txBody>
          <a:bodyPr anchor="t">
            <a:normAutofit/>
          </a:bodyPr>
          <a:lstStyle/>
          <a:p>
            <a:r>
              <a:rPr lang="en-US" sz="3200" dirty="0">
                <a:latin typeface="Abadi" panose="020B0604020104020204" pitchFamily="34" charset="0"/>
              </a:rPr>
              <a:t>Git and GitHub are different things</a:t>
            </a:r>
          </a:p>
          <a:p>
            <a:pPr lvl="1"/>
            <a:r>
              <a:rPr lang="en-US" sz="2800" dirty="0">
                <a:latin typeface="Abadi" panose="020B0604020104020204" pitchFamily="34" charset="0"/>
              </a:rPr>
              <a:t>Git is a version control system</a:t>
            </a:r>
          </a:p>
          <a:p>
            <a:pPr lvl="1"/>
            <a:r>
              <a:rPr lang="en-US" sz="2800" dirty="0">
                <a:latin typeface="Abadi" panose="020B0604020104020204" pitchFamily="34" charset="0"/>
              </a:rPr>
              <a:t>GitHub is a repository service provided by GitHub, Inc.</a:t>
            </a:r>
            <a:endParaRPr lang="en-IN" sz="2800" dirty="0">
              <a:latin typeface="Abadi" panose="020B0604020104020204" pitchFamily="34" charset="0"/>
            </a:endParaRPr>
          </a:p>
        </p:txBody>
      </p:sp>
    </p:spTree>
    <p:extLst>
      <p:ext uri="{BB962C8B-B14F-4D97-AF65-F5344CB8AC3E}">
        <p14:creationId xmlns:p14="http://schemas.microsoft.com/office/powerpoint/2010/main" val="423739009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081EA652-8C6A-4E69-BEB9-17080947455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ight Triangle 9">
            <a:extLst>
              <a:ext uri="{FF2B5EF4-FFF2-40B4-BE49-F238E27FC236}">
                <a16:creationId xmlns:a16="http://schemas.microsoft.com/office/drawing/2014/main" id="{5298780A-33B9-4EA2-8F67-DE68AD62841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8576720" y="3335867"/>
            <a:ext cx="3291840" cy="3200400"/>
          </a:xfrm>
          <a:prstGeom prst="rtTriangle">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2" name="Rectangle 11">
            <a:extLst>
              <a:ext uri="{FF2B5EF4-FFF2-40B4-BE49-F238E27FC236}">
                <a16:creationId xmlns:a16="http://schemas.microsoft.com/office/drawing/2014/main" id="{7F488E8B-4E1E-4402-8935-D4E6C02615C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41774" y="623275"/>
            <a:ext cx="10905053" cy="5607882"/>
          </a:xfrm>
          <a:prstGeom prst="rect">
            <a:avLst/>
          </a:prstGeom>
          <a:noFill/>
          <a:ln w="19050">
            <a:solidFill>
              <a:schemeClr val="tx1">
                <a:lumMod val="75000"/>
                <a:lumOff val="2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E576FC69-F302-AA6D-C90C-B8CE8FAF1512}"/>
              </a:ext>
            </a:extLst>
          </p:cNvPr>
          <p:cNvSpPr>
            <a:spLocks noGrp="1"/>
          </p:cNvSpPr>
          <p:nvPr>
            <p:ph type="title"/>
          </p:nvPr>
        </p:nvSpPr>
        <p:spPr>
          <a:xfrm>
            <a:off x="1285240" y="1050595"/>
            <a:ext cx="8074815" cy="1618489"/>
          </a:xfrm>
        </p:spPr>
        <p:txBody>
          <a:bodyPr anchor="ctr">
            <a:normAutofit/>
          </a:bodyPr>
          <a:lstStyle/>
          <a:p>
            <a:r>
              <a:rPr lang="en-IN" sz="7200"/>
              <a:t>Git vs GitHub</a:t>
            </a:r>
          </a:p>
        </p:txBody>
      </p:sp>
      <p:sp>
        <p:nvSpPr>
          <p:cNvPr id="3" name="Content Placeholder 2">
            <a:extLst>
              <a:ext uri="{FF2B5EF4-FFF2-40B4-BE49-F238E27FC236}">
                <a16:creationId xmlns:a16="http://schemas.microsoft.com/office/drawing/2014/main" id="{C1845B55-0522-81AC-48C0-2EFBDBD7492A}"/>
              </a:ext>
            </a:extLst>
          </p:cNvPr>
          <p:cNvSpPr>
            <a:spLocks noGrp="1"/>
          </p:cNvSpPr>
          <p:nvPr>
            <p:ph idx="1"/>
          </p:nvPr>
        </p:nvSpPr>
        <p:spPr>
          <a:xfrm>
            <a:off x="1285240" y="2969469"/>
            <a:ext cx="8074815" cy="2800395"/>
          </a:xfrm>
        </p:spPr>
        <p:txBody>
          <a:bodyPr anchor="t">
            <a:normAutofit/>
          </a:bodyPr>
          <a:lstStyle/>
          <a:p>
            <a:r>
              <a:rPr lang="en-US" sz="2400" dirty="0">
                <a:latin typeface="Abadi" panose="020B0604020104020204" pitchFamily="34" charset="0"/>
              </a:rPr>
              <a:t>Typically, remote repository services also offer task management features besides collaborative coding features.</a:t>
            </a:r>
          </a:p>
          <a:p>
            <a:pPr lvl="1"/>
            <a:r>
              <a:rPr lang="en-US" dirty="0">
                <a:latin typeface="Abadi" panose="020B0604020104020204" pitchFamily="34" charset="0"/>
              </a:rPr>
              <a:t>Example: GitHub provides Git Issues that allow you to input tasks and share them with your team. GitHub or other remote repository services can also integrate with other services for workflow automation.</a:t>
            </a:r>
            <a:endParaRPr lang="en-IN" dirty="0">
              <a:latin typeface="Abadi" panose="020B0604020104020204" pitchFamily="34" charset="0"/>
            </a:endParaRPr>
          </a:p>
        </p:txBody>
      </p:sp>
    </p:spTree>
    <p:extLst>
      <p:ext uri="{BB962C8B-B14F-4D97-AF65-F5344CB8AC3E}">
        <p14:creationId xmlns:p14="http://schemas.microsoft.com/office/powerpoint/2010/main" val="419353691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0" name="Rectangle 19">
            <a:extLst>
              <a:ext uri="{FF2B5EF4-FFF2-40B4-BE49-F238E27FC236}">
                <a16:creationId xmlns:a16="http://schemas.microsoft.com/office/drawing/2014/main" id="{6C4028FD-8BAA-4A19-BFDE-594D991B755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aphicFrame>
        <p:nvGraphicFramePr>
          <p:cNvPr id="5" name="TextBox 2">
            <a:extLst>
              <a:ext uri="{FF2B5EF4-FFF2-40B4-BE49-F238E27FC236}">
                <a16:creationId xmlns:a16="http://schemas.microsoft.com/office/drawing/2014/main" id="{3FBC07A7-AD63-DE39-87B2-4131A0D51DE2}"/>
              </a:ext>
            </a:extLst>
          </p:cNvPr>
          <p:cNvGraphicFramePr/>
          <p:nvPr>
            <p:extLst>
              <p:ext uri="{D42A27DB-BD31-4B8C-83A1-F6EECF244321}">
                <p14:modId xmlns:p14="http://schemas.microsoft.com/office/powerpoint/2010/main" val="1115199429"/>
              </p:ext>
            </p:extLst>
          </p:nvPr>
        </p:nvGraphicFramePr>
        <p:xfrm>
          <a:off x="836675" y="1253331"/>
          <a:ext cx="10515600" cy="4351338"/>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384547549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9" name="Rectangle 28">
            <a:extLst>
              <a:ext uri="{FF2B5EF4-FFF2-40B4-BE49-F238E27FC236}">
                <a16:creationId xmlns:a16="http://schemas.microsoft.com/office/drawing/2014/main" id="{BACC6370-2D7E-4714-9D71-7542949D7D5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1" name="Rectangle 30">
            <a:extLst>
              <a:ext uri="{FF2B5EF4-FFF2-40B4-BE49-F238E27FC236}">
                <a16:creationId xmlns:a16="http://schemas.microsoft.com/office/drawing/2014/main" id="{F68B3F68-107C-434F-AA38-110D5EA91B8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2" y="0"/>
            <a:ext cx="12191998" cy="2170031"/>
          </a:xfrm>
          <a:prstGeom prst="rect">
            <a:avLst/>
          </a:prstGeom>
          <a:gradFill>
            <a:gsLst>
              <a:gs pos="0">
                <a:srgbClr val="000000">
                  <a:alpha val="96000"/>
                </a:srgbClr>
              </a:gs>
              <a:gs pos="100000">
                <a:schemeClr val="accent1">
                  <a:lumMod val="75000"/>
                </a:schemeClr>
              </a:gs>
            </a:gsLst>
            <a:lin ang="19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3" name="Rectangle 32">
            <a:extLst>
              <a:ext uri="{FF2B5EF4-FFF2-40B4-BE49-F238E27FC236}">
                <a16:creationId xmlns:a16="http://schemas.microsoft.com/office/drawing/2014/main" id="{AAD0DBB9-1A4B-4391-81D4-CB19F9AB918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8082819" y="0"/>
            <a:ext cx="4097211" cy="2170661"/>
          </a:xfrm>
          <a:prstGeom prst="rect">
            <a:avLst/>
          </a:prstGeom>
          <a:gradFill>
            <a:gsLst>
              <a:gs pos="19000">
                <a:schemeClr val="accent1">
                  <a:lumMod val="50000"/>
                  <a:alpha val="68000"/>
                </a:schemeClr>
              </a:gs>
              <a:gs pos="100000">
                <a:schemeClr val="accent1">
                  <a:alpha val="48000"/>
                </a:schemeClr>
              </a:gs>
            </a:gsLst>
            <a:lin ang="19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5" name="Rectangle 34">
            <a:extLst>
              <a:ext uri="{FF2B5EF4-FFF2-40B4-BE49-F238E27FC236}">
                <a16:creationId xmlns:a16="http://schemas.microsoft.com/office/drawing/2014/main" id="{063BBA22-50EA-4C4D-BE05-F1CE4E63AA5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6200000" flipH="1">
            <a:off x="5010646" y="-5010043"/>
            <a:ext cx="2170709" cy="12192000"/>
          </a:xfrm>
          <a:prstGeom prst="rect">
            <a:avLst/>
          </a:prstGeom>
          <a:gradFill>
            <a:gsLst>
              <a:gs pos="23000">
                <a:schemeClr val="accent1">
                  <a:lumMod val="75000"/>
                  <a:alpha val="16000"/>
                </a:schemeClr>
              </a:gs>
              <a:gs pos="99000">
                <a:srgbClr val="000000">
                  <a:alpha val="45000"/>
                </a:srgbClr>
              </a:gs>
            </a:gsLst>
            <a:lin ang="21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D2920CF8-ECEF-404B-268A-5F1D5FF47441}"/>
              </a:ext>
            </a:extLst>
          </p:cNvPr>
          <p:cNvSpPr>
            <a:spLocks noGrp="1"/>
          </p:cNvSpPr>
          <p:nvPr>
            <p:ph type="title"/>
          </p:nvPr>
        </p:nvSpPr>
        <p:spPr>
          <a:xfrm>
            <a:off x="1383564" y="348865"/>
            <a:ext cx="9718111" cy="1576446"/>
          </a:xfrm>
        </p:spPr>
        <p:txBody>
          <a:bodyPr anchor="ctr">
            <a:normAutofit/>
          </a:bodyPr>
          <a:lstStyle/>
          <a:p>
            <a:r>
              <a:rPr lang="en-US" sz="4000">
                <a:solidFill>
                  <a:srgbClr val="FFFFFF"/>
                </a:solidFill>
              </a:rPr>
              <a:t>Git and remote repository services like GitHub typically provide three key features</a:t>
            </a:r>
            <a:endParaRPr lang="en-IN" sz="4000">
              <a:solidFill>
                <a:srgbClr val="FFFFFF"/>
              </a:solidFill>
            </a:endParaRPr>
          </a:p>
        </p:txBody>
      </p:sp>
      <p:graphicFrame>
        <p:nvGraphicFramePr>
          <p:cNvPr id="5" name="Content Placeholder 2">
            <a:extLst>
              <a:ext uri="{FF2B5EF4-FFF2-40B4-BE49-F238E27FC236}">
                <a16:creationId xmlns:a16="http://schemas.microsoft.com/office/drawing/2014/main" id="{8EA6139B-1A2F-0642-B554-5C57F3EF33BF}"/>
              </a:ext>
            </a:extLst>
          </p:cNvPr>
          <p:cNvGraphicFramePr>
            <a:graphicFrameLocks noGrp="1"/>
          </p:cNvGraphicFramePr>
          <p:nvPr>
            <p:ph idx="1"/>
            <p:extLst>
              <p:ext uri="{D42A27DB-BD31-4B8C-83A1-F6EECF244321}">
                <p14:modId xmlns:p14="http://schemas.microsoft.com/office/powerpoint/2010/main" val="719928378"/>
              </p:ext>
            </p:extLst>
          </p:nvPr>
        </p:nvGraphicFramePr>
        <p:xfrm>
          <a:off x="644056" y="2615979"/>
          <a:ext cx="10927829" cy="3689405"/>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183866663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9" name="Rectangle 18">
            <a:extLst>
              <a:ext uri="{FF2B5EF4-FFF2-40B4-BE49-F238E27FC236}">
                <a16:creationId xmlns:a16="http://schemas.microsoft.com/office/drawing/2014/main" id="{943CAA20-3569-4189-9E48-239A229A86C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Title 3">
            <a:extLst>
              <a:ext uri="{FF2B5EF4-FFF2-40B4-BE49-F238E27FC236}">
                <a16:creationId xmlns:a16="http://schemas.microsoft.com/office/drawing/2014/main" id="{67C01E88-FB44-C624-CE77-6FBE5C0E4CC5}"/>
              </a:ext>
            </a:extLst>
          </p:cNvPr>
          <p:cNvSpPr>
            <a:spLocks noGrp="1"/>
          </p:cNvSpPr>
          <p:nvPr>
            <p:ph type="title"/>
          </p:nvPr>
        </p:nvSpPr>
        <p:spPr>
          <a:xfrm>
            <a:off x="838200" y="451381"/>
            <a:ext cx="10512552" cy="4066540"/>
          </a:xfrm>
        </p:spPr>
        <p:txBody>
          <a:bodyPr vert="horz" lIns="91440" tIns="45720" rIns="91440" bIns="45720" rtlCol="0" anchor="b">
            <a:normAutofit/>
          </a:bodyPr>
          <a:lstStyle/>
          <a:p>
            <a:r>
              <a:rPr lang="en-US" sz="6600" kern="1200">
                <a:solidFill>
                  <a:schemeClr val="tx1"/>
                </a:solidFill>
                <a:latin typeface="+mj-lt"/>
                <a:ea typeface="+mj-ea"/>
                <a:cs typeface="+mj-cs"/>
              </a:rPr>
              <a:t>What Is Version Control?</a:t>
            </a:r>
          </a:p>
        </p:txBody>
      </p:sp>
      <p:sp>
        <p:nvSpPr>
          <p:cNvPr id="21" name="sketch line">
            <a:extLst>
              <a:ext uri="{FF2B5EF4-FFF2-40B4-BE49-F238E27FC236}">
                <a16:creationId xmlns:a16="http://schemas.microsoft.com/office/drawing/2014/main" id="{DA542B6D-E775-4832-91DC-2D20F857813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38200" y="4718595"/>
            <a:ext cx="5410200" cy="18288"/>
          </a:xfrm>
          <a:custGeom>
            <a:avLst/>
            <a:gdLst>
              <a:gd name="connsiteX0" fmla="*/ 0 w 5410200"/>
              <a:gd name="connsiteY0" fmla="*/ 0 h 18288"/>
              <a:gd name="connsiteX1" fmla="*/ 568071 w 5410200"/>
              <a:gd name="connsiteY1" fmla="*/ 0 h 18288"/>
              <a:gd name="connsiteX2" fmla="*/ 1298448 w 5410200"/>
              <a:gd name="connsiteY2" fmla="*/ 0 h 18288"/>
              <a:gd name="connsiteX3" fmla="*/ 1920621 w 5410200"/>
              <a:gd name="connsiteY3" fmla="*/ 0 h 18288"/>
              <a:gd name="connsiteX4" fmla="*/ 2488692 w 5410200"/>
              <a:gd name="connsiteY4" fmla="*/ 0 h 18288"/>
              <a:gd name="connsiteX5" fmla="*/ 3219069 w 5410200"/>
              <a:gd name="connsiteY5" fmla="*/ 0 h 18288"/>
              <a:gd name="connsiteX6" fmla="*/ 3895344 w 5410200"/>
              <a:gd name="connsiteY6" fmla="*/ 0 h 18288"/>
              <a:gd name="connsiteX7" fmla="*/ 4571619 w 5410200"/>
              <a:gd name="connsiteY7" fmla="*/ 0 h 18288"/>
              <a:gd name="connsiteX8" fmla="*/ 5410200 w 5410200"/>
              <a:gd name="connsiteY8" fmla="*/ 0 h 18288"/>
              <a:gd name="connsiteX9" fmla="*/ 5410200 w 5410200"/>
              <a:gd name="connsiteY9" fmla="*/ 18288 h 18288"/>
              <a:gd name="connsiteX10" fmla="*/ 4842129 w 5410200"/>
              <a:gd name="connsiteY10" fmla="*/ 18288 h 18288"/>
              <a:gd name="connsiteX11" fmla="*/ 4328160 w 5410200"/>
              <a:gd name="connsiteY11" fmla="*/ 18288 h 18288"/>
              <a:gd name="connsiteX12" fmla="*/ 3597783 w 5410200"/>
              <a:gd name="connsiteY12" fmla="*/ 18288 h 18288"/>
              <a:gd name="connsiteX13" fmla="*/ 3029712 w 5410200"/>
              <a:gd name="connsiteY13" fmla="*/ 18288 h 18288"/>
              <a:gd name="connsiteX14" fmla="*/ 2299335 w 5410200"/>
              <a:gd name="connsiteY14" fmla="*/ 18288 h 18288"/>
              <a:gd name="connsiteX15" fmla="*/ 1514856 w 5410200"/>
              <a:gd name="connsiteY15" fmla="*/ 18288 h 18288"/>
              <a:gd name="connsiteX16" fmla="*/ 892683 w 5410200"/>
              <a:gd name="connsiteY16" fmla="*/ 18288 h 18288"/>
              <a:gd name="connsiteX17" fmla="*/ 0 w 5410200"/>
              <a:gd name="connsiteY17" fmla="*/ 18288 h 18288"/>
              <a:gd name="connsiteX18" fmla="*/ 0 w 5410200"/>
              <a:gd name="connsiteY18" fmla="*/ 0 h 182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5410200" h="18288" fill="none" extrusionOk="0">
                <a:moveTo>
                  <a:pt x="0" y="0"/>
                </a:moveTo>
                <a:cubicBezTo>
                  <a:pt x="163050" y="-18707"/>
                  <a:pt x="319321" y="-16364"/>
                  <a:pt x="568071" y="0"/>
                </a:cubicBezTo>
                <a:cubicBezTo>
                  <a:pt x="816821" y="16364"/>
                  <a:pt x="1013224" y="-7268"/>
                  <a:pt x="1298448" y="0"/>
                </a:cubicBezTo>
                <a:cubicBezTo>
                  <a:pt x="1583672" y="7268"/>
                  <a:pt x="1631711" y="-3367"/>
                  <a:pt x="1920621" y="0"/>
                </a:cubicBezTo>
                <a:cubicBezTo>
                  <a:pt x="2209531" y="3367"/>
                  <a:pt x="2364420" y="-19184"/>
                  <a:pt x="2488692" y="0"/>
                </a:cubicBezTo>
                <a:cubicBezTo>
                  <a:pt x="2612964" y="19184"/>
                  <a:pt x="3023298" y="-34627"/>
                  <a:pt x="3219069" y="0"/>
                </a:cubicBezTo>
                <a:cubicBezTo>
                  <a:pt x="3414840" y="34627"/>
                  <a:pt x="3656810" y="24043"/>
                  <a:pt x="3895344" y="0"/>
                </a:cubicBezTo>
                <a:cubicBezTo>
                  <a:pt x="4133879" y="-24043"/>
                  <a:pt x="4393984" y="-19577"/>
                  <a:pt x="4571619" y="0"/>
                </a:cubicBezTo>
                <a:cubicBezTo>
                  <a:pt x="4749255" y="19577"/>
                  <a:pt x="5179928" y="-6281"/>
                  <a:pt x="5410200" y="0"/>
                </a:cubicBezTo>
                <a:cubicBezTo>
                  <a:pt x="5410730" y="6954"/>
                  <a:pt x="5410934" y="12839"/>
                  <a:pt x="5410200" y="18288"/>
                </a:cubicBezTo>
                <a:cubicBezTo>
                  <a:pt x="5139060" y="6751"/>
                  <a:pt x="5121593" y="31035"/>
                  <a:pt x="4842129" y="18288"/>
                </a:cubicBezTo>
                <a:cubicBezTo>
                  <a:pt x="4562665" y="5541"/>
                  <a:pt x="4448273" y="9487"/>
                  <a:pt x="4328160" y="18288"/>
                </a:cubicBezTo>
                <a:cubicBezTo>
                  <a:pt x="4208047" y="27089"/>
                  <a:pt x="3760936" y="22567"/>
                  <a:pt x="3597783" y="18288"/>
                </a:cubicBezTo>
                <a:cubicBezTo>
                  <a:pt x="3434630" y="14009"/>
                  <a:pt x="3299718" y="33213"/>
                  <a:pt x="3029712" y="18288"/>
                </a:cubicBezTo>
                <a:cubicBezTo>
                  <a:pt x="2759706" y="3363"/>
                  <a:pt x="2640159" y="27394"/>
                  <a:pt x="2299335" y="18288"/>
                </a:cubicBezTo>
                <a:cubicBezTo>
                  <a:pt x="1958511" y="9182"/>
                  <a:pt x="1801186" y="28985"/>
                  <a:pt x="1514856" y="18288"/>
                </a:cubicBezTo>
                <a:cubicBezTo>
                  <a:pt x="1228526" y="7591"/>
                  <a:pt x="1063509" y="-5305"/>
                  <a:pt x="892683" y="18288"/>
                </a:cubicBezTo>
                <a:cubicBezTo>
                  <a:pt x="721857" y="41881"/>
                  <a:pt x="186945" y="-20897"/>
                  <a:pt x="0" y="18288"/>
                </a:cubicBezTo>
                <a:cubicBezTo>
                  <a:pt x="-570" y="9279"/>
                  <a:pt x="132" y="5100"/>
                  <a:pt x="0" y="0"/>
                </a:cubicBezTo>
                <a:close/>
              </a:path>
              <a:path w="5410200" h="18288" stroke="0" extrusionOk="0">
                <a:moveTo>
                  <a:pt x="0" y="0"/>
                </a:moveTo>
                <a:cubicBezTo>
                  <a:pt x="285096" y="-4925"/>
                  <a:pt x="376456" y="22268"/>
                  <a:pt x="622173" y="0"/>
                </a:cubicBezTo>
                <a:cubicBezTo>
                  <a:pt x="867890" y="-22268"/>
                  <a:pt x="1031392" y="7228"/>
                  <a:pt x="1136142" y="0"/>
                </a:cubicBezTo>
                <a:cubicBezTo>
                  <a:pt x="1240892" y="-7228"/>
                  <a:pt x="1561853" y="9877"/>
                  <a:pt x="1920621" y="0"/>
                </a:cubicBezTo>
                <a:cubicBezTo>
                  <a:pt x="2279389" y="-9877"/>
                  <a:pt x="2367255" y="19546"/>
                  <a:pt x="2542794" y="0"/>
                </a:cubicBezTo>
                <a:cubicBezTo>
                  <a:pt x="2718333" y="-19546"/>
                  <a:pt x="2866732" y="-22226"/>
                  <a:pt x="3164967" y="0"/>
                </a:cubicBezTo>
                <a:cubicBezTo>
                  <a:pt x="3463202" y="22226"/>
                  <a:pt x="3568055" y="-2765"/>
                  <a:pt x="3949446" y="0"/>
                </a:cubicBezTo>
                <a:cubicBezTo>
                  <a:pt x="4330837" y="2765"/>
                  <a:pt x="4287895" y="10557"/>
                  <a:pt x="4517517" y="0"/>
                </a:cubicBezTo>
                <a:cubicBezTo>
                  <a:pt x="4747139" y="-10557"/>
                  <a:pt x="5149588" y="8716"/>
                  <a:pt x="5410200" y="0"/>
                </a:cubicBezTo>
                <a:cubicBezTo>
                  <a:pt x="5409517" y="5414"/>
                  <a:pt x="5409480" y="12510"/>
                  <a:pt x="5410200" y="18288"/>
                </a:cubicBezTo>
                <a:cubicBezTo>
                  <a:pt x="5163327" y="41494"/>
                  <a:pt x="5008749" y="10693"/>
                  <a:pt x="4842129" y="18288"/>
                </a:cubicBezTo>
                <a:cubicBezTo>
                  <a:pt x="4675509" y="25883"/>
                  <a:pt x="4433401" y="-615"/>
                  <a:pt x="4165854" y="18288"/>
                </a:cubicBezTo>
                <a:cubicBezTo>
                  <a:pt x="3898308" y="37191"/>
                  <a:pt x="3809032" y="-8710"/>
                  <a:pt x="3543681" y="18288"/>
                </a:cubicBezTo>
                <a:cubicBezTo>
                  <a:pt x="3278330" y="45286"/>
                  <a:pt x="3073876" y="-15917"/>
                  <a:pt x="2759202" y="18288"/>
                </a:cubicBezTo>
                <a:cubicBezTo>
                  <a:pt x="2444528" y="52493"/>
                  <a:pt x="2204144" y="3372"/>
                  <a:pt x="1974723" y="18288"/>
                </a:cubicBezTo>
                <a:cubicBezTo>
                  <a:pt x="1745302" y="33204"/>
                  <a:pt x="1602335" y="31490"/>
                  <a:pt x="1406652" y="18288"/>
                </a:cubicBezTo>
                <a:cubicBezTo>
                  <a:pt x="1210969" y="5086"/>
                  <a:pt x="923948" y="3161"/>
                  <a:pt x="730377" y="18288"/>
                </a:cubicBezTo>
                <a:cubicBezTo>
                  <a:pt x="536806" y="33415"/>
                  <a:pt x="336496" y="-141"/>
                  <a:pt x="0" y="18288"/>
                </a:cubicBezTo>
                <a:cubicBezTo>
                  <a:pt x="-306" y="11061"/>
                  <a:pt x="-655" y="7751"/>
                  <a:pt x="0" y="0"/>
                </a:cubicBezTo>
                <a:close/>
              </a:path>
            </a:pathLst>
          </a:custGeom>
          <a:solidFill>
            <a:schemeClr val="accent2"/>
          </a:solidFill>
          <a:ln w="41275" cap="rnd">
            <a:solidFill>
              <a:schemeClr val="accent2"/>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2461366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FC84AD3E-0F54-D189-7058-61305C00526B}"/>
              </a:ext>
            </a:extLst>
          </p:cNvPr>
          <p:cNvPicPr>
            <a:picLocks noChangeAspect="1"/>
          </p:cNvPicPr>
          <p:nvPr/>
        </p:nvPicPr>
        <p:blipFill>
          <a:blip r:embed="rId2"/>
          <a:stretch>
            <a:fillRect/>
          </a:stretch>
        </p:blipFill>
        <p:spPr>
          <a:xfrm>
            <a:off x="2042073" y="341661"/>
            <a:ext cx="8107854" cy="6080891"/>
          </a:xfrm>
          <a:prstGeom prst="rect">
            <a:avLst/>
          </a:prstGeom>
          <a:ln w="3175" cap="sq">
            <a:solidFill>
              <a:srgbClr val="000000"/>
            </a:solidFill>
            <a:prstDash val="solid"/>
            <a:miter lim="800000"/>
          </a:ln>
          <a:effectLst>
            <a:outerShdw blurRad="50800" dist="38100" dir="2700000" algn="tl" rotWithShape="0">
              <a:srgbClr val="000000">
                <a:alpha val="43000"/>
              </a:srgbClr>
            </a:outerShdw>
          </a:effectLst>
        </p:spPr>
      </p:pic>
    </p:spTree>
    <p:extLst>
      <p:ext uri="{BB962C8B-B14F-4D97-AF65-F5344CB8AC3E}">
        <p14:creationId xmlns:p14="http://schemas.microsoft.com/office/powerpoint/2010/main" val="86650466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7" name="TextBox 2">
            <a:extLst>
              <a:ext uri="{FF2B5EF4-FFF2-40B4-BE49-F238E27FC236}">
                <a16:creationId xmlns:a16="http://schemas.microsoft.com/office/drawing/2014/main" id="{D9F1B786-8B73-8B12-9554-9F277E08A5E2}"/>
              </a:ext>
            </a:extLst>
          </p:cNvPr>
          <p:cNvGraphicFramePr/>
          <p:nvPr>
            <p:extLst>
              <p:ext uri="{D42A27DB-BD31-4B8C-83A1-F6EECF244321}">
                <p14:modId xmlns:p14="http://schemas.microsoft.com/office/powerpoint/2010/main" val="947503967"/>
              </p:ext>
            </p:extLst>
          </p:nvPr>
        </p:nvGraphicFramePr>
        <p:xfrm>
          <a:off x="929727" y="831272"/>
          <a:ext cx="10332545" cy="5195455"/>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4027219703"/>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7" name="Rectangle 16">
            <a:extLst>
              <a:ext uri="{FF2B5EF4-FFF2-40B4-BE49-F238E27FC236}">
                <a16:creationId xmlns:a16="http://schemas.microsoft.com/office/drawing/2014/main" id="{699F2931-70EC-414E-8957-39CC893D909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Freeform: Shape 18">
            <a:extLst>
              <a:ext uri="{FF2B5EF4-FFF2-40B4-BE49-F238E27FC236}">
                <a16:creationId xmlns:a16="http://schemas.microsoft.com/office/drawing/2014/main" id="{78FFBE11-4B3E-48D7-94D4-2EC8CC9FE82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3479720"/>
            <a:ext cx="12192000" cy="3378280"/>
          </a:xfrm>
          <a:custGeom>
            <a:avLst/>
            <a:gdLst>
              <a:gd name="connsiteX0" fmla="*/ 0 w 12192000"/>
              <a:gd name="connsiteY0" fmla="*/ 0 h 3378280"/>
              <a:gd name="connsiteX1" fmla="*/ 13973 w 12192000"/>
              <a:gd name="connsiteY1" fmla="*/ 3431 h 3378280"/>
              <a:gd name="connsiteX2" fmla="*/ 86774 w 12192000"/>
              <a:gd name="connsiteY2" fmla="*/ 43536 h 3378280"/>
              <a:gd name="connsiteX3" fmla="*/ 229780 w 12192000"/>
              <a:gd name="connsiteY3" fmla="*/ 145557 h 3378280"/>
              <a:gd name="connsiteX4" fmla="*/ 302639 w 12192000"/>
              <a:gd name="connsiteY4" fmla="*/ 203425 h 3378280"/>
              <a:gd name="connsiteX5" fmla="*/ 348081 w 12192000"/>
              <a:gd name="connsiteY5" fmla="*/ 187174 h 3378280"/>
              <a:gd name="connsiteX6" fmla="*/ 436950 w 12192000"/>
              <a:gd name="connsiteY6" fmla="*/ 184066 h 3378280"/>
              <a:gd name="connsiteX7" fmla="*/ 501693 w 12192000"/>
              <a:gd name="connsiteY7" fmla="*/ 233225 h 3378280"/>
              <a:gd name="connsiteX8" fmla="*/ 557201 w 12192000"/>
              <a:gd name="connsiteY8" fmla="*/ 312390 h 3378280"/>
              <a:gd name="connsiteX9" fmla="*/ 617648 w 12192000"/>
              <a:gd name="connsiteY9" fmla="*/ 333897 h 3378280"/>
              <a:gd name="connsiteX10" fmla="*/ 692332 w 12192000"/>
              <a:gd name="connsiteY10" fmla="*/ 386327 h 3378280"/>
              <a:gd name="connsiteX11" fmla="*/ 802009 w 12192000"/>
              <a:gd name="connsiteY11" fmla="*/ 419027 h 3378280"/>
              <a:gd name="connsiteX12" fmla="*/ 914003 w 12192000"/>
              <a:gd name="connsiteY12" fmla="*/ 475419 h 3378280"/>
              <a:gd name="connsiteX13" fmla="*/ 938561 w 12192000"/>
              <a:gd name="connsiteY13" fmla="*/ 472887 h 3378280"/>
              <a:gd name="connsiteX14" fmla="*/ 1035683 w 12192000"/>
              <a:gd name="connsiteY14" fmla="*/ 486697 h 3378280"/>
              <a:gd name="connsiteX15" fmla="*/ 1035757 w 12192000"/>
              <a:gd name="connsiteY15" fmla="*/ 486731 h 3378280"/>
              <a:gd name="connsiteX16" fmla="*/ 1074336 w 12192000"/>
              <a:gd name="connsiteY16" fmla="*/ 494465 h 3378280"/>
              <a:gd name="connsiteX17" fmla="*/ 1285084 w 12192000"/>
              <a:gd name="connsiteY17" fmla="*/ 589112 h 3378280"/>
              <a:gd name="connsiteX18" fmla="*/ 1409116 w 12192000"/>
              <a:gd name="connsiteY18" fmla="*/ 656332 h 3378280"/>
              <a:gd name="connsiteX19" fmla="*/ 1533725 w 12192000"/>
              <a:gd name="connsiteY19" fmla="*/ 699179 h 3378280"/>
              <a:gd name="connsiteX20" fmla="*/ 1636242 w 12192000"/>
              <a:gd name="connsiteY20" fmla="*/ 741533 h 3378280"/>
              <a:gd name="connsiteX21" fmla="*/ 1704848 w 12192000"/>
              <a:gd name="connsiteY21" fmla="*/ 770749 h 3378280"/>
              <a:gd name="connsiteX22" fmla="*/ 1718292 w 12192000"/>
              <a:gd name="connsiteY22" fmla="*/ 781051 h 3378280"/>
              <a:gd name="connsiteX23" fmla="*/ 1720835 w 12192000"/>
              <a:gd name="connsiteY23" fmla="*/ 781117 h 3378280"/>
              <a:gd name="connsiteX24" fmla="*/ 1753341 w 12192000"/>
              <a:gd name="connsiteY24" fmla="*/ 800301 h 3378280"/>
              <a:gd name="connsiteX25" fmla="*/ 1775454 w 12192000"/>
              <a:gd name="connsiteY25" fmla="*/ 815182 h 3378280"/>
              <a:gd name="connsiteX26" fmla="*/ 1781011 w 12192000"/>
              <a:gd name="connsiteY26" fmla="*/ 816068 h 3378280"/>
              <a:gd name="connsiteX27" fmla="*/ 1817738 w 12192000"/>
              <a:gd name="connsiteY27" fmla="*/ 834926 h 3378280"/>
              <a:gd name="connsiteX28" fmla="*/ 1830702 w 12192000"/>
              <a:gd name="connsiteY28" fmla="*/ 836485 h 3378280"/>
              <a:gd name="connsiteX29" fmla="*/ 1853950 w 12192000"/>
              <a:gd name="connsiteY29" fmla="*/ 841519 h 3378280"/>
              <a:gd name="connsiteX30" fmla="*/ 1915890 w 12192000"/>
              <a:gd name="connsiteY30" fmla="*/ 841983 h 3378280"/>
              <a:gd name="connsiteX31" fmla="*/ 1960900 w 12192000"/>
              <a:gd name="connsiteY31" fmla="*/ 865789 h 3378280"/>
              <a:gd name="connsiteX32" fmla="*/ 1961217 w 12192000"/>
              <a:gd name="connsiteY32" fmla="*/ 865662 h 3378280"/>
              <a:gd name="connsiteX33" fmla="*/ 1969825 w 12192000"/>
              <a:gd name="connsiteY33" fmla="*/ 869049 h 3378280"/>
              <a:gd name="connsiteX34" fmla="*/ 1975234 w 12192000"/>
              <a:gd name="connsiteY34" fmla="*/ 872329 h 3378280"/>
              <a:gd name="connsiteX35" fmla="*/ 1990485 w 12192000"/>
              <a:gd name="connsiteY35" fmla="*/ 879288 h 3378280"/>
              <a:gd name="connsiteX36" fmla="*/ 1996793 w 12192000"/>
              <a:gd name="connsiteY36" fmla="*/ 880361 h 3378280"/>
              <a:gd name="connsiteX37" fmla="*/ 2055091 w 12192000"/>
              <a:gd name="connsiteY37" fmla="*/ 872818 h 3378280"/>
              <a:gd name="connsiteX38" fmla="*/ 2165143 w 12192000"/>
              <a:gd name="connsiteY38" fmla="*/ 892293 h 3378280"/>
              <a:gd name="connsiteX39" fmla="*/ 2274196 w 12192000"/>
              <a:gd name="connsiteY39" fmla="*/ 914768 h 3378280"/>
              <a:gd name="connsiteX40" fmla="*/ 2383986 w 12192000"/>
              <a:gd name="connsiteY40" fmla="*/ 934891 h 3378280"/>
              <a:gd name="connsiteX41" fmla="*/ 2420278 w 12192000"/>
              <a:gd name="connsiteY41" fmla="*/ 933890 h 3378280"/>
              <a:gd name="connsiteX42" fmla="*/ 2426203 w 12192000"/>
              <a:gd name="connsiteY42" fmla="*/ 933891 h 3378280"/>
              <a:gd name="connsiteX43" fmla="*/ 2448674 w 12192000"/>
              <a:gd name="connsiteY43" fmla="*/ 941056 h 3378280"/>
              <a:gd name="connsiteX44" fmla="*/ 2457640 w 12192000"/>
              <a:gd name="connsiteY44" fmla="*/ 943105 h 3378280"/>
              <a:gd name="connsiteX45" fmla="*/ 2457852 w 12192000"/>
              <a:gd name="connsiteY45" fmla="*/ 942912 h 3378280"/>
              <a:gd name="connsiteX46" fmla="*/ 2466265 w 12192000"/>
              <a:gd name="connsiteY46" fmla="*/ 945310 h 3378280"/>
              <a:gd name="connsiteX47" fmla="*/ 2507496 w 12192000"/>
              <a:gd name="connsiteY47" fmla="*/ 960111 h 3378280"/>
              <a:gd name="connsiteX48" fmla="*/ 2561127 w 12192000"/>
              <a:gd name="connsiteY48" fmla="*/ 949411 h 3378280"/>
              <a:gd name="connsiteX49" fmla="*/ 2583467 w 12192000"/>
              <a:gd name="connsiteY49" fmla="*/ 950570 h 3378280"/>
              <a:gd name="connsiteX50" fmla="*/ 2595361 w 12192000"/>
              <a:gd name="connsiteY50" fmla="*/ 949884 h 3378280"/>
              <a:gd name="connsiteX51" fmla="*/ 2596075 w 12192000"/>
              <a:gd name="connsiteY51" fmla="*/ 949000 h 3378280"/>
              <a:gd name="connsiteX52" fmla="*/ 2666638 w 12192000"/>
              <a:gd name="connsiteY52" fmla="*/ 975095 h 3378280"/>
              <a:gd name="connsiteX53" fmla="*/ 2703393 w 12192000"/>
              <a:gd name="connsiteY53" fmla="*/ 989635 h 3378280"/>
              <a:gd name="connsiteX54" fmla="*/ 2705616 w 12192000"/>
              <a:gd name="connsiteY54" fmla="*/ 989244 h 3378280"/>
              <a:gd name="connsiteX55" fmla="*/ 2721898 w 12192000"/>
              <a:gd name="connsiteY55" fmla="*/ 997777 h 3378280"/>
              <a:gd name="connsiteX56" fmla="*/ 2735669 w 12192000"/>
              <a:gd name="connsiteY56" fmla="*/ 1009612 h 3378280"/>
              <a:gd name="connsiteX57" fmla="*/ 2857526 w 12192000"/>
              <a:gd name="connsiteY57" fmla="*/ 1030627 h 3378280"/>
              <a:gd name="connsiteX58" fmla="*/ 3021918 w 12192000"/>
              <a:gd name="connsiteY58" fmla="*/ 1088093 h 3378280"/>
              <a:gd name="connsiteX59" fmla="*/ 3155458 w 12192000"/>
              <a:gd name="connsiteY59" fmla="*/ 1121618 h 3378280"/>
              <a:gd name="connsiteX60" fmla="*/ 3328229 w 12192000"/>
              <a:gd name="connsiteY60" fmla="*/ 1155903 h 3378280"/>
              <a:gd name="connsiteX61" fmla="*/ 3448440 w 12192000"/>
              <a:gd name="connsiteY61" fmla="*/ 1184343 h 3378280"/>
              <a:gd name="connsiteX62" fmla="*/ 3499287 w 12192000"/>
              <a:gd name="connsiteY62" fmla="*/ 1209472 h 3378280"/>
              <a:gd name="connsiteX63" fmla="*/ 3520027 w 12192000"/>
              <a:gd name="connsiteY63" fmla="*/ 1207338 h 3378280"/>
              <a:gd name="connsiteX64" fmla="*/ 3523594 w 12192000"/>
              <a:gd name="connsiteY64" fmla="*/ 1206755 h 3378280"/>
              <a:gd name="connsiteX65" fmla="*/ 3538013 w 12192000"/>
              <a:gd name="connsiteY65" fmla="*/ 1209066 h 3378280"/>
              <a:gd name="connsiteX66" fmla="*/ 3541918 w 12192000"/>
              <a:gd name="connsiteY66" fmla="*/ 1203922 h 3378280"/>
              <a:gd name="connsiteX67" fmla="*/ 3590082 w 12192000"/>
              <a:gd name="connsiteY67" fmla="*/ 1209115 h 3378280"/>
              <a:gd name="connsiteX68" fmla="*/ 3716445 w 12192000"/>
              <a:gd name="connsiteY68" fmla="*/ 1243431 h 3378280"/>
              <a:gd name="connsiteX69" fmla="*/ 3792028 w 12192000"/>
              <a:gd name="connsiteY69" fmla="*/ 1260288 h 3378280"/>
              <a:gd name="connsiteX70" fmla="*/ 3820707 w 12192000"/>
              <a:gd name="connsiteY70" fmla="*/ 1260924 h 3378280"/>
              <a:gd name="connsiteX71" fmla="*/ 3860784 w 12192000"/>
              <a:gd name="connsiteY71" fmla="*/ 1265692 h 3378280"/>
              <a:gd name="connsiteX72" fmla="*/ 3997310 w 12192000"/>
              <a:gd name="connsiteY72" fmla="*/ 1281176 h 3378280"/>
              <a:gd name="connsiteX73" fmla="*/ 4040665 w 12192000"/>
              <a:gd name="connsiteY73" fmla="*/ 1291934 h 3378280"/>
              <a:gd name="connsiteX74" fmla="*/ 4046831 w 12192000"/>
              <a:gd name="connsiteY74" fmla="*/ 1293910 h 3378280"/>
              <a:gd name="connsiteX75" fmla="*/ 4095847 w 12192000"/>
              <a:gd name="connsiteY75" fmla="*/ 1316851 h 3378280"/>
              <a:gd name="connsiteX76" fmla="*/ 4101945 w 12192000"/>
              <a:gd name="connsiteY76" fmla="*/ 1313869 h 3378280"/>
              <a:gd name="connsiteX77" fmla="*/ 4119420 w 12192000"/>
              <a:gd name="connsiteY77" fmla="*/ 1313965 h 3378280"/>
              <a:gd name="connsiteX78" fmla="*/ 4131728 w 12192000"/>
              <a:gd name="connsiteY78" fmla="*/ 1322978 h 3378280"/>
              <a:gd name="connsiteX79" fmla="*/ 4193827 w 12192000"/>
              <a:gd name="connsiteY79" fmla="*/ 1350222 h 3378280"/>
              <a:gd name="connsiteX80" fmla="*/ 4286157 w 12192000"/>
              <a:gd name="connsiteY80" fmla="*/ 1385101 h 3378280"/>
              <a:gd name="connsiteX81" fmla="*/ 4298907 w 12192000"/>
              <a:gd name="connsiteY81" fmla="*/ 1394396 h 3378280"/>
              <a:gd name="connsiteX82" fmla="*/ 4323224 w 12192000"/>
              <a:gd name="connsiteY82" fmla="*/ 1403133 h 3378280"/>
              <a:gd name="connsiteX83" fmla="*/ 4404439 w 12192000"/>
              <a:gd name="connsiteY83" fmla="*/ 1417252 h 3378280"/>
              <a:gd name="connsiteX84" fmla="*/ 4423989 w 12192000"/>
              <a:gd name="connsiteY84" fmla="*/ 1410448 h 3378280"/>
              <a:gd name="connsiteX85" fmla="*/ 4427300 w 12192000"/>
              <a:gd name="connsiteY85" fmla="*/ 1409068 h 3378280"/>
              <a:gd name="connsiteX86" fmla="*/ 4441847 w 12192000"/>
              <a:gd name="connsiteY86" fmla="*/ 1408029 h 3378280"/>
              <a:gd name="connsiteX87" fmla="*/ 4444331 w 12192000"/>
              <a:gd name="connsiteY87" fmla="*/ 1402133 h 3378280"/>
              <a:gd name="connsiteX88" fmla="*/ 4492293 w 12192000"/>
              <a:gd name="connsiteY88" fmla="*/ 1396205 h 3378280"/>
              <a:gd name="connsiteX89" fmla="*/ 4623335 w 12192000"/>
              <a:gd name="connsiteY89" fmla="*/ 1400793 h 3378280"/>
              <a:gd name="connsiteX90" fmla="*/ 4700790 w 12192000"/>
              <a:gd name="connsiteY90" fmla="*/ 1399970 h 3378280"/>
              <a:gd name="connsiteX91" fmla="*/ 4728732 w 12192000"/>
              <a:gd name="connsiteY91" fmla="*/ 1394050 h 3378280"/>
              <a:gd name="connsiteX92" fmla="*/ 4768749 w 12192000"/>
              <a:gd name="connsiteY92" fmla="*/ 1389553 h 3378280"/>
              <a:gd name="connsiteX93" fmla="*/ 4838227 w 12192000"/>
              <a:gd name="connsiteY93" fmla="*/ 1377273 h 3378280"/>
              <a:gd name="connsiteX94" fmla="*/ 4904889 w 12192000"/>
              <a:gd name="connsiteY94" fmla="*/ 1373499 h 3378280"/>
              <a:gd name="connsiteX95" fmla="*/ 4949597 w 12192000"/>
              <a:gd name="connsiteY95" fmla="*/ 1374085 h 3378280"/>
              <a:gd name="connsiteX96" fmla="*/ 4956064 w 12192000"/>
              <a:gd name="connsiteY96" fmla="*/ 1374603 h 3378280"/>
              <a:gd name="connsiteX97" fmla="*/ 5009322 w 12192000"/>
              <a:gd name="connsiteY97" fmla="*/ 1385751 h 3378280"/>
              <a:gd name="connsiteX98" fmla="*/ 5014476 w 12192000"/>
              <a:gd name="connsiteY98" fmla="*/ 1381460 h 3378280"/>
              <a:gd name="connsiteX99" fmla="*/ 5031428 w 12192000"/>
              <a:gd name="connsiteY99" fmla="*/ 1377570 h 3378280"/>
              <a:gd name="connsiteX100" fmla="*/ 5045619 w 12192000"/>
              <a:gd name="connsiteY100" fmla="*/ 1383532 h 3378280"/>
              <a:gd name="connsiteX101" fmla="*/ 5112635 w 12192000"/>
              <a:gd name="connsiteY101" fmla="*/ 1395891 h 3378280"/>
              <a:gd name="connsiteX102" fmla="*/ 5210851 w 12192000"/>
              <a:gd name="connsiteY102" fmla="*/ 1408784 h 3378280"/>
              <a:gd name="connsiteX103" fmla="*/ 5225543 w 12192000"/>
              <a:gd name="connsiteY103" fmla="*/ 1414923 h 3378280"/>
              <a:gd name="connsiteX104" fmla="*/ 5321696 w 12192000"/>
              <a:gd name="connsiteY104" fmla="*/ 1432414 h 3378280"/>
              <a:gd name="connsiteX105" fmla="*/ 5372327 w 12192000"/>
              <a:gd name="connsiteY105" fmla="*/ 1436597 h 3378280"/>
              <a:gd name="connsiteX106" fmla="*/ 5378149 w 12192000"/>
              <a:gd name="connsiteY106" fmla="*/ 1431785 h 3378280"/>
              <a:gd name="connsiteX107" fmla="*/ 5393069 w 12192000"/>
              <a:gd name="connsiteY107" fmla="*/ 1433737 h 3378280"/>
              <a:gd name="connsiteX108" fmla="*/ 5527621 w 12192000"/>
              <a:gd name="connsiteY108" fmla="*/ 1458786 h 3378280"/>
              <a:gd name="connsiteX109" fmla="*/ 5680585 w 12192000"/>
              <a:gd name="connsiteY109" fmla="*/ 1498233 h 3378280"/>
              <a:gd name="connsiteX110" fmla="*/ 5783795 w 12192000"/>
              <a:gd name="connsiteY110" fmla="*/ 1499932 h 3378280"/>
              <a:gd name="connsiteX111" fmla="*/ 6016525 w 12192000"/>
              <a:gd name="connsiteY111" fmla="*/ 1577292 h 3378280"/>
              <a:gd name="connsiteX112" fmla="*/ 6186598 w 12192000"/>
              <a:gd name="connsiteY112" fmla="*/ 1606065 h 3378280"/>
              <a:gd name="connsiteX113" fmla="*/ 6197872 w 12192000"/>
              <a:gd name="connsiteY113" fmla="*/ 1616845 h 3378280"/>
              <a:gd name="connsiteX114" fmla="*/ 6212885 w 12192000"/>
              <a:gd name="connsiteY114" fmla="*/ 1624535 h 3378280"/>
              <a:gd name="connsiteX115" fmla="*/ 6319240 w 12192000"/>
              <a:gd name="connsiteY115" fmla="*/ 1660375 h 3378280"/>
              <a:gd name="connsiteX116" fmla="*/ 6333397 w 12192000"/>
              <a:gd name="connsiteY116" fmla="*/ 1658763 h 3378280"/>
              <a:gd name="connsiteX117" fmla="*/ 6357266 w 12192000"/>
              <a:gd name="connsiteY117" fmla="*/ 1659543 h 3378280"/>
              <a:gd name="connsiteX118" fmla="*/ 6418740 w 12192000"/>
              <a:gd name="connsiteY118" fmla="*/ 1648944 h 3378280"/>
              <a:gd name="connsiteX119" fmla="*/ 6458877 w 12192000"/>
              <a:gd name="connsiteY119" fmla="*/ 1662117 h 3378280"/>
              <a:gd name="connsiteX120" fmla="*/ 6467254 w 12192000"/>
              <a:gd name="connsiteY120" fmla="*/ 1664227 h 3378280"/>
              <a:gd name="connsiteX121" fmla="*/ 6467545 w 12192000"/>
              <a:gd name="connsiteY121" fmla="*/ 1664046 h 3378280"/>
              <a:gd name="connsiteX122" fmla="*/ 6476635 w 12192000"/>
              <a:gd name="connsiteY122" fmla="*/ 1665826 h 3378280"/>
              <a:gd name="connsiteX123" fmla="*/ 6482535 w 12192000"/>
              <a:gd name="connsiteY123" fmla="*/ 1668074 h 3378280"/>
              <a:gd name="connsiteX124" fmla="*/ 6498791 w 12192000"/>
              <a:gd name="connsiteY124" fmla="*/ 1672167 h 3378280"/>
              <a:gd name="connsiteX125" fmla="*/ 6505220 w 12192000"/>
              <a:gd name="connsiteY125" fmla="*/ 1672092 h 3378280"/>
              <a:gd name="connsiteX126" fmla="*/ 6508969 w 12192000"/>
              <a:gd name="connsiteY126" fmla="*/ 1669922 h 3378280"/>
              <a:gd name="connsiteX127" fmla="*/ 6544886 w 12192000"/>
              <a:gd name="connsiteY127" fmla="*/ 1670695 h 3378280"/>
              <a:gd name="connsiteX128" fmla="*/ 6617859 w 12192000"/>
              <a:gd name="connsiteY128" fmla="*/ 1679453 h 3378280"/>
              <a:gd name="connsiteX129" fmla="*/ 6657726 w 12192000"/>
              <a:gd name="connsiteY129" fmla="*/ 1687906 h 3378280"/>
              <a:gd name="connsiteX130" fmla="*/ 6769041 w 12192000"/>
              <a:gd name="connsiteY130" fmla="*/ 1707304 h 3378280"/>
              <a:gd name="connsiteX131" fmla="*/ 6882368 w 12192000"/>
              <a:gd name="connsiteY131" fmla="*/ 1723914 h 3378280"/>
              <a:gd name="connsiteX132" fmla="*/ 6968822 w 12192000"/>
              <a:gd name="connsiteY132" fmla="*/ 1723334 h 3378280"/>
              <a:gd name="connsiteX133" fmla="*/ 6973672 w 12192000"/>
              <a:gd name="connsiteY133" fmla="*/ 1726298 h 3378280"/>
              <a:gd name="connsiteX134" fmla="*/ 6981961 w 12192000"/>
              <a:gd name="connsiteY134" fmla="*/ 1729324 h 3378280"/>
              <a:gd name="connsiteX135" fmla="*/ 6982342 w 12192000"/>
              <a:gd name="connsiteY135" fmla="*/ 1729201 h 3378280"/>
              <a:gd name="connsiteX136" fmla="*/ 6989757 w 12192000"/>
              <a:gd name="connsiteY136" fmla="*/ 1732420 h 3378280"/>
              <a:gd name="connsiteX137" fmla="*/ 7023794 w 12192000"/>
              <a:gd name="connsiteY137" fmla="*/ 1750660 h 3378280"/>
              <a:gd name="connsiteX138" fmla="*/ 7090828 w 12192000"/>
              <a:gd name="connsiteY138" fmla="*/ 1750287 h 3378280"/>
              <a:gd name="connsiteX139" fmla="*/ 7114479 w 12192000"/>
              <a:gd name="connsiteY139" fmla="*/ 1754649 h 3378280"/>
              <a:gd name="connsiteX140" fmla="*/ 7162053 w 12192000"/>
              <a:gd name="connsiteY140" fmla="*/ 1772908 h 3378280"/>
              <a:gd name="connsiteX141" fmla="*/ 7167808 w 12192000"/>
              <a:gd name="connsiteY141" fmla="*/ 1773656 h 3378280"/>
              <a:gd name="connsiteX142" fmla="*/ 7187185 w 12192000"/>
              <a:gd name="connsiteY142" fmla="*/ 1787148 h 3378280"/>
              <a:gd name="connsiteX143" fmla="*/ 7216505 w 12192000"/>
              <a:gd name="connsiteY143" fmla="*/ 1804489 h 3378280"/>
              <a:gd name="connsiteX144" fmla="*/ 7219246 w 12192000"/>
              <a:gd name="connsiteY144" fmla="*/ 1804514 h 3378280"/>
              <a:gd name="connsiteX145" fmla="*/ 7230639 w 12192000"/>
              <a:gd name="connsiteY145" fmla="*/ 1813879 h 3378280"/>
              <a:gd name="connsiteX146" fmla="*/ 7236776 w 12192000"/>
              <a:gd name="connsiteY146" fmla="*/ 1825514 h 3378280"/>
              <a:gd name="connsiteX147" fmla="*/ 7394082 w 12192000"/>
              <a:gd name="connsiteY147" fmla="*/ 1877925 h 3378280"/>
              <a:gd name="connsiteX148" fmla="*/ 7505820 w 12192000"/>
              <a:gd name="connsiteY148" fmla="*/ 1933859 h 3378280"/>
              <a:gd name="connsiteX149" fmla="*/ 7572147 w 12192000"/>
              <a:gd name="connsiteY149" fmla="*/ 2003817 h 3378280"/>
              <a:gd name="connsiteX150" fmla="*/ 7828975 w 12192000"/>
              <a:gd name="connsiteY150" fmla="*/ 2061508 h 3378280"/>
              <a:gd name="connsiteX151" fmla="*/ 7886804 w 12192000"/>
              <a:gd name="connsiteY151" fmla="*/ 2075509 h 3378280"/>
              <a:gd name="connsiteX152" fmla="*/ 7923558 w 12192000"/>
              <a:gd name="connsiteY152" fmla="*/ 2103529 h 3378280"/>
              <a:gd name="connsiteX153" fmla="*/ 7947954 w 12192000"/>
              <a:gd name="connsiteY153" fmla="*/ 2104996 h 3378280"/>
              <a:gd name="connsiteX154" fmla="*/ 7952318 w 12192000"/>
              <a:gd name="connsiteY154" fmla="*/ 2105077 h 3378280"/>
              <a:gd name="connsiteX155" fmla="*/ 7966398 w 12192000"/>
              <a:gd name="connsiteY155" fmla="*/ 2109147 h 3378280"/>
              <a:gd name="connsiteX156" fmla="*/ 7974591 w 12192000"/>
              <a:gd name="connsiteY156" fmla="*/ 2105612 h 3378280"/>
              <a:gd name="connsiteX157" fmla="*/ 7998806 w 12192000"/>
              <a:gd name="connsiteY157" fmla="*/ 2108382 h 3378280"/>
              <a:gd name="connsiteX158" fmla="*/ 8023544 w 12192000"/>
              <a:gd name="connsiteY158" fmla="*/ 2117183 h 3378280"/>
              <a:gd name="connsiteX159" fmla="*/ 8136247 w 12192000"/>
              <a:gd name="connsiteY159" fmla="*/ 2164190 h 3378280"/>
              <a:gd name="connsiteX160" fmla="*/ 8206445 w 12192000"/>
              <a:gd name="connsiteY160" fmla="*/ 2189356 h 3378280"/>
              <a:gd name="connsiteX161" fmla="*/ 8237464 w 12192000"/>
              <a:gd name="connsiteY161" fmla="*/ 2194272 h 3378280"/>
              <a:gd name="connsiteX162" fmla="*/ 8277853 w 12192000"/>
              <a:gd name="connsiteY162" fmla="*/ 2204259 h 3378280"/>
              <a:gd name="connsiteX163" fmla="*/ 8352501 w 12192000"/>
              <a:gd name="connsiteY163" fmla="*/ 2218290 h 3378280"/>
              <a:gd name="connsiteX164" fmla="*/ 8446938 w 12192000"/>
              <a:gd name="connsiteY164" fmla="*/ 2243393 h 3378280"/>
              <a:gd name="connsiteX165" fmla="*/ 8497138 w 12192000"/>
              <a:gd name="connsiteY165" fmla="*/ 2281506 h 3378280"/>
              <a:gd name="connsiteX166" fmla="*/ 8506096 w 12192000"/>
              <a:gd name="connsiteY166" fmla="*/ 2280042 h 3378280"/>
              <a:gd name="connsiteX167" fmla="*/ 8549806 w 12192000"/>
              <a:gd name="connsiteY167" fmla="*/ 2296675 h 3378280"/>
              <a:gd name="connsiteX168" fmla="*/ 8680256 w 12192000"/>
              <a:gd name="connsiteY168" fmla="*/ 2378758 h 3378280"/>
              <a:gd name="connsiteX169" fmla="*/ 8766301 w 12192000"/>
              <a:gd name="connsiteY169" fmla="*/ 2410605 h 3378280"/>
              <a:gd name="connsiteX170" fmla="*/ 8800492 w 12192000"/>
              <a:gd name="connsiteY170" fmla="*/ 2418067 h 3378280"/>
              <a:gd name="connsiteX171" fmla="*/ 8857555 w 12192000"/>
              <a:gd name="connsiteY171" fmla="*/ 2430810 h 3378280"/>
              <a:gd name="connsiteX172" fmla="*/ 8951967 w 12192000"/>
              <a:gd name="connsiteY172" fmla="*/ 2460856 h 3378280"/>
              <a:gd name="connsiteX173" fmla="*/ 9002970 w 12192000"/>
              <a:gd name="connsiteY173" fmla="*/ 2472291 h 3378280"/>
              <a:gd name="connsiteX174" fmla="*/ 9081613 w 12192000"/>
              <a:gd name="connsiteY174" fmla="*/ 2488296 h 3378280"/>
              <a:gd name="connsiteX175" fmla="*/ 9091561 w 12192000"/>
              <a:gd name="connsiteY175" fmla="*/ 2494386 h 3378280"/>
              <a:gd name="connsiteX176" fmla="*/ 9140625 w 12192000"/>
              <a:gd name="connsiteY176" fmla="*/ 2486779 h 3378280"/>
              <a:gd name="connsiteX177" fmla="*/ 9271105 w 12192000"/>
              <a:gd name="connsiteY177" fmla="*/ 2511730 h 3378280"/>
              <a:gd name="connsiteX178" fmla="*/ 9295023 w 12192000"/>
              <a:gd name="connsiteY178" fmla="*/ 2512830 h 3378280"/>
              <a:gd name="connsiteX179" fmla="*/ 9321673 w 12192000"/>
              <a:gd name="connsiteY179" fmla="*/ 2524119 h 3378280"/>
              <a:gd name="connsiteX180" fmla="*/ 9378975 w 12192000"/>
              <a:gd name="connsiteY180" fmla="*/ 2543803 h 3378280"/>
              <a:gd name="connsiteX181" fmla="*/ 9414193 w 12192000"/>
              <a:gd name="connsiteY181" fmla="*/ 2562927 h 3378280"/>
              <a:gd name="connsiteX182" fmla="*/ 9426009 w 12192000"/>
              <a:gd name="connsiteY182" fmla="*/ 2558847 h 3378280"/>
              <a:gd name="connsiteX183" fmla="*/ 9450634 w 12192000"/>
              <a:gd name="connsiteY183" fmla="*/ 2560685 h 3378280"/>
              <a:gd name="connsiteX184" fmla="*/ 9549097 w 12192000"/>
              <a:gd name="connsiteY184" fmla="*/ 2585168 h 3378280"/>
              <a:gd name="connsiteX185" fmla="*/ 9567633 w 12192000"/>
              <a:gd name="connsiteY185" fmla="*/ 2587105 h 3378280"/>
              <a:gd name="connsiteX186" fmla="*/ 9586878 w 12192000"/>
              <a:gd name="connsiteY186" fmla="*/ 2596659 h 3378280"/>
              <a:gd name="connsiteX187" fmla="*/ 9589974 w 12192000"/>
              <a:gd name="connsiteY187" fmla="*/ 2598235 h 3378280"/>
              <a:gd name="connsiteX188" fmla="*/ 9590570 w 12192000"/>
              <a:gd name="connsiteY188" fmla="*/ 2598249 h 3378280"/>
              <a:gd name="connsiteX189" fmla="*/ 9591896 w 12192000"/>
              <a:gd name="connsiteY189" fmla="*/ 2599214 h 3378280"/>
              <a:gd name="connsiteX190" fmla="*/ 9604535 w 12192000"/>
              <a:gd name="connsiteY190" fmla="*/ 2605654 h 3378280"/>
              <a:gd name="connsiteX191" fmla="*/ 9610554 w 12192000"/>
              <a:gd name="connsiteY191" fmla="*/ 2606189 h 3378280"/>
              <a:gd name="connsiteX192" fmla="*/ 9690072 w 12192000"/>
              <a:gd name="connsiteY192" fmla="*/ 2638745 h 3378280"/>
              <a:gd name="connsiteX193" fmla="*/ 9726964 w 12192000"/>
              <a:gd name="connsiteY193" fmla="*/ 2653728 h 3378280"/>
              <a:gd name="connsiteX194" fmla="*/ 9738036 w 12192000"/>
              <a:gd name="connsiteY194" fmla="*/ 2654794 h 3378280"/>
              <a:gd name="connsiteX195" fmla="*/ 9774202 w 12192000"/>
              <a:gd name="connsiteY195" fmla="*/ 2671509 h 3378280"/>
              <a:gd name="connsiteX196" fmla="*/ 9793246 w 12192000"/>
              <a:gd name="connsiteY196" fmla="*/ 2675245 h 3378280"/>
              <a:gd name="connsiteX197" fmla="*/ 9890301 w 12192000"/>
              <a:gd name="connsiteY197" fmla="*/ 2700274 h 3378280"/>
              <a:gd name="connsiteX198" fmla="*/ 9915070 w 12192000"/>
              <a:gd name="connsiteY198" fmla="*/ 2699250 h 3378280"/>
              <a:gd name="connsiteX199" fmla="*/ 9976517 w 12192000"/>
              <a:gd name="connsiteY199" fmla="*/ 2732899 h 3378280"/>
              <a:gd name="connsiteX200" fmla="*/ 9990168 w 12192000"/>
              <a:gd name="connsiteY200" fmla="*/ 2737877 h 3378280"/>
              <a:gd name="connsiteX201" fmla="*/ 9995041 w 12192000"/>
              <a:gd name="connsiteY201" fmla="*/ 2741223 h 3378280"/>
              <a:gd name="connsiteX202" fmla="*/ 10012636 w 12192000"/>
              <a:gd name="connsiteY202" fmla="*/ 2729876 h 3378280"/>
              <a:gd name="connsiteX203" fmla="*/ 10044280 w 12192000"/>
              <a:gd name="connsiteY203" fmla="*/ 2726966 h 3378280"/>
              <a:gd name="connsiteX204" fmla="*/ 10057934 w 12192000"/>
              <a:gd name="connsiteY204" fmla="*/ 2735671 h 3378280"/>
              <a:gd name="connsiteX205" fmla="*/ 10148373 w 12192000"/>
              <a:gd name="connsiteY205" fmla="*/ 2778987 h 3378280"/>
              <a:gd name="connsiteX206" fmla="*/ 10176601 w 12192000"/>
              <a:gd name="connsiteY206" fmla="*/ 2791940 h 3378280"/>
              <a:gd name="connsiteX207" fmla="*/ 10235082 w 12192000"/>
              <a:gd name="connsiteY207" fmla="*/ 2816761 h 3378280"/>
              <a:gd name="connsiteX208" fmla="*/ 10421684 w 12192000"/>
              <a:gd name="connsiteY208" fmla="*/ 2833871 h 3378280"/>
              <a:gd name="connsiteX209" fmla="*/ 10507376 w 12192000"/>
              <a:gd name="connsiteY209" fmla="*/ 2822262 h 3378280"/>
              <a:gd name="connsiteX210" fmla="*/ 10738376 w 12192000"/>
              <a:gd name="connsiteY210" fmla="*/ 2833353 h 3378280"/>
              <a:gd name="connsiteX211" fmla="*/ 11043443 w 12192000"/>
              <a:gd name="connsiteY211" fmla="*/ 2803954 h 3378280"/>
              <a:gd name="connsiteX212" fmla="*/ 11115269 w 12192000"/>
              <a:gd name="connsiteY212" fmla="*/ 2823367 h 3378280"/>
              <a:gd name="connsiteX213" fmla="*/ 11147582 w 12192000"/>
              <a:gd name="connsiteY213" fmla="*/ 2822547 h 3378280"/>
              <a:gd name="connsiteX214" fmla="*/ 11201205 w 12192000"/>
              <a:gd name="connsiteY214" fmla="*/ 2818210 h 3378280"/>
              <a:gd name="connsiteX215" fmla="*/ 11391726 w 12192000"/>
              <a:gd name="connsiteY215" fmla="*/ 2826386 h 3378280"/>
              <a:gd name="connsiteX216" fmla="*/ 11507640 w 12192000"/>
              <a:gd name="connsiteY216" fmla="*/ 2824866 h 3378280"/>
              <a:gd name="connsiteX217" fmla="*/ 11718056 w 12192000"/>
              <a:gd name="connsiteY217" fmla="*/ 2821969 h 3378280"/>
              <a:gd name="connsiteX218" fmla="*/ 11937926 w 12192000"/>
              <a:gd name="connsiteY218" fmla="*/ 2817058 h 3378280"/>
              <a:gd name="connsiteX219" fmla="*/ 12035355 w 12192000"/>
              <a:gd name="connsiteY219" fmla="*/ 2813340 h 3378280"/>
              <a:gd name="connsiteX220" fmla="*/ 12179047 w 12192000"/>
              <a:gd name="connsiteY220" fmla="*/ 2788508 h 3378280"/>
              <a:gd name="connsiteX221" fmla="*/ 12192000 w 12192000"/>
              <a:gd name="connsiteY221" fmla="*/ 2788486 h 3378280"/>
              <a:gd name="connsiteX222" fmla="*/ 12192000 w 12192000"/>
              <a:gd name="connsiteY222" fmla="*/ 3378280 h 3378280"/>
              <a:gd name="connsiteX223" fmla="*/ 0 w 12192000"/>
              <a:gd name="connsiteY223" fmla="*/ 3378280 h 33782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Lst>
            <a:rect l="l" t="t" r="r" b="b"/>
            <a:pathLst>
              <a:path w="12192000" h="3378280">
                <a:moveTo>
                  <a:pt x="0" y="0"/>
                </a:moveTo>
                <a:lnTo>
                  <a:pt x="13973" y="3431"/>
                </a:lnTo>
                <a:cubicBezTo>
                  <a:pt x="48258" y="17773"/>
                  <a:pt x="68757" y="59402"/>
                  <a:pt x="86774" y="43536"/>
                </a:cubicBezTo>
                <a:cubicBezTo>
                  <a:pt x="86532" y="72023"/>
                  <a:pt x="217976" y="120568"/>
                  <a:pt x="229780" y="145557"/>
                </a:cubicBezTo>
                <a:lnTo>
                  <a:pt x="302639" y="203425"/>
                </a:lnTo>
                <a:cubicBezTo>
                  <a:pt x="312906" y="207200"/>
                  <a:pt x="342855" y="184923"/>
                  <a:pt x="348081" y="187174"/>
                </a:cubicBezTo>
                <a:lnTo>
                  <a:pt x="436950" y="184066"/>
                </a:lnTo>
                <a:lnTo>
                  <a:pt x="501693" y="233225"/>
                </a:lnTo>
                <a:lnTo>
                  <a:pt x="557201" y="312390"/>
                </a:lnTo>
                <a:cubicBezTo>
                  <a:pt x="579844" y="353675"/>
                  <a:pt x="602207" y="315301"/>
                  <a:pt x="617648" y="333897"/>
                </a:cubicBezTo>
                <a:lnTo>
                  <a:pt x="692332" y="386327"/>
                </a:lnTo>
                <a:cubicBezTo>
                  <a:pt x="715261" y="398377"/>
                  <a:pt x="770477" y="414831"/>
                  <a:pt x="802009" y="419027"/>
                </a:cubicBezTo>
                <a:cubicBezTo>
                  <a:pt x="838953" y="433876"/>
                  <a:pt x="886385" y="473956"/>
                  <a:pt x="914003" y="475419"/>
                </a:cubicBezTo>
                <a:cubicBezTo>
                  <a:pt x="923483" y="477324"/>
                  <a:pt x="931440" y="475817"/>
                  <a:pt x="938561" y="472887"/>
                </a:cubicBezTo>
                <a:lnTo>
                  <a:pt x="1035683" y="486697"/>
                </a:lnTo>
                <a:cubicBezTo>
                  <a:pt x="1035708" y="486708"/>
                  <a:pt x="1035733" y="486720"/>
                  <a:pt x="1035757" y="486731"/>
                </a:cubicBezTo>
                <a:cubicBezTo>
                  <a:pt x="1046500" y="494574"/>
                  <a:pt x="1038533" y="500311"/>
                  <a:pt x="1074336" y="494465"/>
                </a:cubicBezTo>
                <a:cubicBezTo>
                  <a:pt x="1137289" y="530436"/>
                  <a:pt x="1235340" y="545106"/>
                  <a:pt x="1285084" y="589112"/>
                </a:cubicBezTo>
                <a:cubicBezTo>
                  <a:pt x="1341251" y="608873"/>
                  <a:pt x="1367674" y="637988"/>
                  <a:pt x="1409116" y="656332"/>
                </a:cubicBezTo>
                <a:cubicBezTo>
                  <a:pt x="1471208" y="682449"/>
                  <a:pt x="1492207" y="692779"/>
                  <a:pt x="1533725" y="699179"/>
                </a:cubicBezTo>
                <a:cubicBezTo>
                  <a:pt x="1592391" y="718911"/>
                  <a:pt x="1575207" y="737633"/>
                  <a:pt x="1636242" y="741533"/>
                </a:cubicBezTo>
                <a:cubicBezTo>
                  <a:pt x="1638264" y="746130"/>
                  <a:pt x="1700806" y="766849"/>
                  <a:pt x="1704848" y="770749"/>
                </a:cubicBezTo>
                <a:lnTo>
                  <a:pt x="1718292" y="781051"/>
                </a:lnTo>
                <a:lnTo>
                  <a:pt x="1720835" y="781117"/>
                </a:lnTo>
                <a:lnTo>
                  <a:pt x="1753341" y="800301"/>
                </a:lnTo>
                <a:lnTo>
                  <a:pt x="1775454" y="815182"/>
                </a:lnTo>
                <a:lnTo>
                  <a:pt x="1781011" y="816068"/>
                </a:lnTo>
                <a:lnTo>
                  <a:pt x="1817738" y="834926"/>
                </a:lnTo>
                <a:cubicBezTo>
                  <a:pt x="1821156" y="833953"/>
                  <a:pt x="1825209" y="834074"/>
                  <a:pt x="1830702" y="836485"/>
                </a:cubicBezTo>
                <a:cubicBezTo>
                  <a:pt x="1832151" y="819591"/>
                  <a:pt x="1837883" y="832919"/>
                  <a:pt x="1853950" y="841519"/>
                </a:cubicBezTo>
                <a:cubicBezTo>
                  <a:pt x="1859780" y="817198"/>
                  <a:pt x="1899456" y="849599"/>
                  <a:pt x="1915890" y="841983"/>
                </a:cubicBezTo>
                <a:lnTo>
                  <a:pt x="1960900" y="865789"/>
                </a:lnTo>
                <a:lnTo>
                  <a:pt x="1961217" y="865662"/>
                </a:lnTo>
                <a:cubicBezTo>
                  <a:pt x="1963265" y="866017"/>
                  <a:pt x="1965977" y="867037"/>
                  <a:pt x="1969825" y="869049"/>
                </a:cubicBezTo>
                <a:lnTo>
                  <a:pt x="1975234" y="872329"/>
                </a:lnTo>
                <a:lnTo>
                  <a:pt x="1990485" y="879288"/>
                </a:lnTo>
                <a:lnTo>
                  <a:pt x="1996793" y="880361"/>
                </a:lnTo>
                <a:cubicBezTo>
                  <a:pt x="2020465" y="879540"/>
                  <a:pt x="2023446" y="845377"/>
                  <a:pt x="2055091" y="872818"/>
                </a:cubicBezTo>
                <a:cubicBezTo>
                  <a:pt x="2098055" y="882341"/>
                  <a:pt x="2125216" y="870433"/>
                  <a:pt x="2165143" y="892293"/>
                </a:cubicBezTo>
                <a:cubicBezTo>
                  <a:pt x="2205365" y="901134"/>
                  <a:pt x="2239987" y="901455"/>
                  <a:pt x="2274196" y="914768"/>
                </a:cubicBezTo>
                <a:cubicBezTo>
                  <a:pt x="2310666" y="921868"/>
                  <a:pt x="2360104" y="931320"/>
                  <a:pt x="2383986" y="934891"/>
                </a:cubicBezTo>
                <a:lnTo>
                  <a:pt x="2420278" y="933890"/>
                </a:lnTo>
                <a:lnTo>
                  <a:pt x="2426203" y="933891"/>
                </a:lnTo>
                <a:lnTo>
                  <a:pt x="2448674" y="941056"/>
                </a:lnTo>
                <a:cubicBezTo>
                  <a:pt x="2452907" y="942503"/>
                  <a:pt x="2455711" y="943098"/>
                  <a:pt x="2457640" y="943105"/>
                </a:cubicBezTo>
                <a:lnTo>
                  <a:pt x="2457852" y="942912"/>
                </a:lnTo>
                <a:lnTo>
                  <a:pt x="2466265" y="945310"/>
                </a:lnTo>
                <a:cubicBezTo>
                  <a:pt x="2480470" y="949908"/>
                  <a:pt x="2494307" y="954915"/>
                  <a:pt x="2507496" y="960111"/>
                </a:cubicBezTo>
                <a:cubicBezTo>
                  <a:pt x="2518208" y="949036"/>
                  <a:pt x="2567155" y="976345"/>
                  <a:pt x="2561127" y="949411"/>
                </a:cubicBezTo>
                <a:cubicBezTo>
                  <a:pt x="2578896" y="955660"/>
                  <a:pt x="2589900" y="968806"/>
                  <a:pt x="2583467" y="950570"/>
                </a:cubicBezTo>
                <a:cubicBezTo>
                  <a:pt x="2589300" y="952141"/>
                  <a:pt x="2592850" y="951536"/>
                  <a:pt x="2595361" y="949884"/>
                </a:cubicBezTo>
                <a:lnTo>
                  <a:pt x="2596075" y="949000"/>
                </a:lnTo>
                <a:lnTo>
                  <a:pt x="2666638" y="975095"/>
                </a:lnTo>
                <a:lnTo>
                  <a:pt x="2703393" y="989635"/>
                </a:lnTo>
                <a:lnTo>
                  <a:pt x="2705616" y="989244"/>
                </a:lnTo>
                <a:lnTo>
                  <a:pt x="2721898" y="997777"/>
                </a:lnTo>
                <a:cubicBezTo>
                  <a:pt x="2727157" y="1001198"/>
                  <a:pt x="2731840" y="1005088"/>
                  <a:pt x="2735669" y="1009612"/>
                </a:cubicBezTo>
                <a:cubicBezTo>
                  <a:pt x="2790086" y="1002732"/>
                  <a:pt x="2797958" y="1020231"/>
                  <a:pt x="2857526" y="1030627"/>
                </a:cubicBezTo>
                <a:cubicBezTo>
                  <a:pt x="2897602" y="1063034"/>
                  <a:pt x="2965720" y="1083366"/>
                  <a:pt x="3021918" y="1088093"/>
                </a:cubicBezTo>
                <a:cubicBezTo>
                  <a:pt x="3054425" y="1110664"/>
                  <a:pt x="3109014" y="1101433"/>
                  <a:pt x="3155458" y="1121618"/>
                </a:cubicBezTo>
                <a:cubicBezTo>
                  <a:pt x="3217017" y="1136576"/>
                  <a:pt x="3270135" y="1143600"/>
                  <a:pt x="3328229" y="1155903"/>
                </a:cubicBezTo>
                <a:cubicBezTo>
                  <a:pt x="3365862" y="1138978"/>
                  <a:pt x="3408797" y="1179981"/>
                  <a:pt x="3448440" y="1184343"/>
                </a:cubicBezTo>
                <a:cubicBezTo>
                  <a:pt x="3438226" y="1205566"/>
                  <a:pt x="3496361" y="1182183"/>
                  <a:pt x="3499287" y="1209472"/>
                </a:cubicBezTo>
                <a:cubicBezTo>
                  <a:pt x="3506411" y="1209402"/>
                  <a:pt x="3513215" y="1208473"/>
                  <a:pt x="3520027" y="1207338"/>
                </a:cubicBezTo>
                <a:lnTo>
                  <a:pt x="3523594" y="1206755"/>
                </a:lnTo>
                <a:lnTo>
                  <a:pt x="3538013" y="1209066"/>
                </a:lnTo>
                <a:lnTo>
                  <a:pt x="3541918" y="1203922"/>
                </a:lnTo>
                <a:cubicBezTo>
                  <a:pt x="3550592" y="1203930"/>
                  <a:pt x="3560995" y="1202529"/>
                  <a:pt x="3590082" y="1209115"/>
                </a:cubicBezTo>
                <a:cubicBezTo>
                  <a:pt x="3622244" y="1230604"/>
                  <a:pt x="3676827" y="1215544"/>
                  <a:pt x="3716445" y="1243431"/>
                </a:cubicBezTo>
                <a:cubicBezTo>
                  <a:pt x="3731486" y="1251699"/>
                  <a:pt x="3780926" y="1265146"/>
                  <a:pt x="3792028" y="1260288"/>
                </a:cubicBezTo>
                <a:cubicBezTo>
                  <a:pt x="3802696" y="1261567"/>
                  <a:pt x="3814066" y="1267606"/>
                  <a:pt x="3820707" y="1260924"/>
                </a:cubicBezTo>
                <a:cubicBezTo>
                  <a:pt x="3830836" y="1253486"/>
                  <a:pt x="3863215" y="1278527"/>
                  <a:pt x="3860784" y="1265692"/>
                </a:cubicBezTo>
                <a:lnTo>
                  <a:pt x="3997310" y="1281176"/>
                </a:lnTo>
                <a:lnTo>
                  <a:pt x="4040665" y="1291934"/>
                </a:lnTo>
                <a:lnTo>
                  <a:pt x="4046831" y="1293910"/>
                </a:lnTo>
                <a:lnTo>
                  <a:pt x="4095847" y="1316851"/>
                </a:lnTo>
                <a:cubicBezTo>
                  <a:pt x="4097518" y="1315619"/>
                  <a:pt x="4099569" y="1314612"/>
                  <a:pt x="4101945" y="1313869"/>
                </a:cubicBezTo>
                <a:lnTo>
                  <a:pt x="4119420" y="1313965"/>
                </a:lnTo>
                <a:lnTo>
                  <a:pt x="4131728" y="1322978"/>
                </a:lnTo>
                <a:lnTo>
                  <a:pt x="4193827" y="1350222"/>
                </a:lnTo>
                <a:lnTo>
                  <a:pt x="4286157" y="1385101"/>
                </a:lnTo>
                <a:lnTo>
                  <a:pt x="4298907" y="1394396"/>
                </a:lnTo>
                <a:lnTo>
                  <a:pt x="4323224" y="1403133"/>
                </a:lnTo>
                <a:lnTo>
                  <a:pt x="4404439" y="1417252"/>
                </a:lnTo>
                <a:cubicBezTo>
                  <a:pt x="4411321" y="1415560"/>
                  <a:pt x="4417679" y="1413105"/>
                  <a:pt x="4423989" y="1410448"/>
                </a:cubicBezTo>
                <a:lnTo>
                  <a:pt x="4427300" y="1409068"/>
                </a:lnTo>
                <a:lnTo>
                  <a:pt x="4441847" y="1408029"/>
                </a:lnTo>
                <a:lnTo>
                  <a:pt x="4444331" y="1402133"/>
                </a:lnTo>
                <a:cubicBezTo>
                  <a:pt x="4452739" y="1400163"/>
                  <a:pt x="4462460" y="1396428"/>
                  <a:pt x="4492293" y="1396205"/>
                </a:cubicBezTo>
                <a:cubicBezTo>
                  <a:pt x="4528861" y="1409788"/>
                  <a:pt x="4577933" y="1382688"/>
                  <a:pt x="4623335" y="1400793"/>
                </a:cubicBezTo>
                <a:cubicBezTo>
                  <a:pt x="4639986" y="1405413"/>
                  <a:pt x="4691262" y="1407228"/>
                  <a:pt x="4700790" y="1399970"/>
                </a:cubicBezTo>
                <a:cubicBezTo>
                  <a:pt x="4711447" y="1398782"/>
                  <a:pt x="4723982" y="1402066"/>
                  <a:pt x="4728732" y="1394050"/>
                </a:cubicBezTo>
                <a:cubicBezTo>
                  <a:pt x="4736666" y="1384502"/>
                  <a:pt x="4774338" y="1401491"/>
                  <a:pt x="4768749" y="1389553"/>
                </a:cubicBezTo>
                <a:cubicBezTo>
                  <a:pt x="4795495" y="1401233"/>
                  <a:pt x="4816075" y="1381410"/>
                  <a:pt x="4838227" y="1377273"/>
                </a:cubicBezTo>
                <a:lnTo>
                  <a:pt x="4904889" y="1373499"/>
                </a:lnTo>
                <a:lnTo>
                  <a:pt x="4949597" y="1374085"/>
                </a:lnTo>
                <a:lnTo>
                  <a:pt x="4956064" y="1374603"/>
                </a:lnTo>
                <a:lnTo>
                  <a:pt x="5009322" y="1385751"/>
                </a:lnTo>
                <a:cubicBezTo>
                  <a:pt x="5010629" y="1384171"/>
                  <a:pt x="5012363" y="1382724"/>
                  <a:pt x="5014476" y="1381460"/>
                </a:cubicBezTo>
                <a:lnTo>
                  <a:pt x="5031428" y="1377570"/>
                </a:lnTo>
                <a:lnTo>
                  <a:pt x="5045619" y="1383532"/>
                </a:lnTo>
                <a:lnTo>
                  <a:pt x="5112635" y="1395891"/>
                </a:lnTo>
                <a:lnTo>
                  <a:pt x="5210851" y="1408784"/>
                </a:lnTo>
                <a:lnTo>
                  <a:pt x="5225543" y="1414923"/>
                </a:lnTo>
                <a:cubicBezTo>
                  <a:pt x="5259311" y="1422389"/>
                  <a:pt x="5300520" y="1417803"/>
                  <a:pt x="5321696" y="1432414"/>
                </a:cubicBezTo>
                <a:lnTo>
                  <a:pt x="5372327" y="1436597"/>
                </a:lnTo>
                <a:lnTo>
                  <a:pt x="5378149" y="1431785"/>
                </a:lnTo>
                <a:lnTo>
                  <a:pt x="5393069" y="1433737"/>
                </a:lnTo>
                <a:lnTo>
                  <a:pt x="5527621" y="1458786"/>
                </a:lnTo>
                <a:cubicBezTo>
                  <a:pt x="5595913" y="1482782"/>
                  <a:pt x="5624062" y="1464011"/>
                  <a:pt x="5680585" y="1498233"/>
                </a:cubicBezTo>
                <a:cubicBezTo>
                  <a:pt x="5671953" y="1485766"/>
                  <a:pt x="5763880" y="1493019"/>
                  <a:pt x="5783795" y="1499932"/>
                </a:cubicBezTo>
                <a:cubicBezTo>
                  <a:pt x="5806935" y="1511749"/>
                  <a:pt x="5950173" y="1559636"/>
                  <a:pt x="6016525" y="1577292"/>
                </a:cubicBezTo>
                <a:cubicBezTo>
                  <a:pt x="6077908" y="1586145"/>
                  <a:pt x="6125458" y="1613138"/>
                  <a:pt x="6186598" y="1606065"/>
                </a:cubicBezTo>
                <a:cubicBezTo>
                  <a:pt x="6189351" y="1610205"/>
                  <a:pt x="6193226" y="1613745"/>
                  <a:pt x="6197872" y="1616845"/>
                </a:cubicBezTo>
                <a:lnTo>
                  <a:pt x="6212885" y="1624535"/>
                </a:lnTo>
                <a:lnTo>
                  <a:pt x="6319240" y="1660375"/>
                </a:lnTo>
                <a:lnTo>
                  <a:pt x="6333397" y="1658763"/>
                </a:lnTo>
                <a:cubicBezTo>
                  <a:pt x="6332062" y="1641958"/>
                  <a:pt x="6339931" y="1653989"/>
                  <a:pt x="6357266" y="1659543"/>
                </a:cubicBezTo>
                <a:cubicBezTo>
                  <a:pt x="6359058" y="1634684"/>
                  <a:pt x="6403697" y="1659337"/>
                  <a:pt x="6418740" y="1648944"/>
                </a:cubicBezTo>
                <a:cubicBezTo>
                  <a:pt x="6431434" y="1653585"/>
                  <a:pt x="6444892" y="1658041"/>
                  <a:pt x="6458877" y="1662117"/>
                </a:cubicBezTo>
                <a:lnTo>
                  <a:pt x="6467254" y="1664227"/>
                </a:lnTo>
                <a:lnTo>
                  <a:pt x="6467545" y="1664046"/>
                </a:lnTo>
                <a:cubicBezTo>
                  <a:pt x="6469635" y="1664026"/>
                  <a:pt x="6472488" y="1664540"/>
                  <a:pt x="6476635" y="1665826"/>
                </a:cubicBezTo>
                <a:lnTo>
                  <a:pt x="6482535" y="1668074"/>
                </a:lnTo>
                <a:lnTo>
                  <a:pt x="6498791" y="1672167"/>
                </a:lnTo>
                <a:lnTo>
                  <a:pt x="6505220" y="1672092"/>
                </a:lnTo>
                <a:lnTo>
                  <a:pt x="6508969" y="1669922"/>
                </a:lnTo>
                <a:lnTo>
                  <a:pt x="6544886" y="1670695"/>
                </a:lnTo>
                <a:cubicBezTo>
                  <a:pt x="6566195" y="1684748"/>
                  <a:pt x="6578985" y="1674687"/>
                  <a:pt x="6617859" y="1679453"/>
                </a:cubicBezTo>
                <a:cubicBezTo>
                  <a:pt x="6628154" y="1690316"/>
                  <a:pt x="6642041" y="1690691"/>
                  <a:pt x="6657726" y="1687906"/>
                </a:cubicBezTo>
                <a:cubicBezTo>
                  <a:pt x="6690709" y="1699790"/>
                  <a:pt x="6728158" y="1699639"/>
                  <a:pt x="6769041" y="1707304"/>
                </a:cubicBezTo>
                <a:cubicBezTo>
                  <a:pt x="6805580" y="1727028"/>
                  <a:pt x="6838723" y="1715650"/>
                  <a:pt x="6882368" y="1723914"/>
                </a:cubicBezTo>
                <a:lnTo>
                  <a:pt x="6968822" y="1723334"/>
                </a:lnTo>
                <a:lnTo>
                  <a:pt x="6973672" y="1726298"/>
                </a:lnTo>
                <a:cubicBezTo>
                  <a:pt x="6977223" y="1728111"/>
                  <a:pt x="6979851" y="1729020"/>
                  <a:pt x="6981961" y="1729324"/>
                </a:cubicBezTo>
                <a:lnTo>
                  <a:pt x="6982342" y="1729201"/>
                </a:lnTo>
                <a:lnTo>
                  <a:pt x="6989757" y="1732420"/>
                </a:lnTo>
                <a:cubicBezTo>
                  <a:pt x="7001869" y="1738303"/>
                  <a:pt x="7013262" y="1744453"/>
                  <a:pt x="7023794" y="1750660"/>
                </a:cubicBezTo>
                <a:cubicBezTo>
                  <a:pt x="7043973" y="1743394"/>
                  <a:pt x="7076983" y="1772878"/>
                  <a:pt x="7090828" y="1750287"/>
                </a:cubicBezTo>
                <a:cubicBezTo>
                  <a:pt x="7105590" y="1758041"/>
                  <a:pt x="7107688" y="1770308"/>
                  <a:pt x="7114479" y="1754649"/>
                </a:cubicBezTo>
                <a:cubicBezTo>
                  <a:pt x="7126350" y="1758420"/>
                  <a:pt x="7153167" y="1769741"/>
                  <a:pt x="7162053" y="1772908"/>
                </a:cubicBezTo>
                <a:lnTo>
                  <a:pt x="7167808" y="1773656"/>
                </a:lnTo>
                <a:lnTo>
                  <a:pt x="7187185" y="1787148"/>
                </a:lnTo>
                <a:lnTo>
                  <a:pt x="7216505" y="1804489"/>
                </a:lnTo>
                <a:lnTo>
                  <a:pt x="7219246" y="1804514"/>
                </a:lnTo>
                <a:lnTo>
                  <a:pt x="7230639" y="1813879"/>
                </a:lnTo>
                <a:cubicBezTo>
                  <a:pt x="7233815" y="1817438"/>
                  <a:pt x="7236006" y="1821285"/>
                  <a:pt x="7236776" y="1825514"/>
                </a:cubicBezTo>
                <a:cubicBezTo>
                  <a:pt x="7301762" y="1828337"/>
                  <a:pt x="7336564" y="1860417"/>
                  <a:pt x="7394082" y="1877925"/>
                </a:cubicBezTo>
                <a:cubicBezTo>
                  <a:pt x="7452342" y="1904287"/>
                  <a:pt x="7466551" y="1917411"/>
                  <a:pt x="7505820" y="1933859"/>
                </a:cubicBezTo>
                <a:cubicBezTo>
                  <a:pt x="7522528" y="1943253"/>
                  <a:pt x="7574803" y="2016599"/>
                  <a:pt x="7572147" y="2003817"/>
                </a:cubicBezTo>
                <a:cubicBezTo>
                  <a:pt x="7612486" y="2043915"/>
                  <a:pt x="7771831" y="2029022"/>
                  <a:pt x="7828975" y="2061508"/>
                </a:cubicBezTo>
                <a:lnTo>
                  <a:pt x="7886804" y="2075509"/>
                </a:lnTo>
                <a:cubicBezTo>
                  <a:pt x="7859463" y="2091010"/>
                  <a:pt x="7941076" y="2081130"/>
                  <a:pt x="7923558" y="2103529"/>
                </a:cubicBezTo>
                <a:lnTo>
                  <a:pt x="7947954" y="2104996"/>
                </a:lnTo>
                <a:lnTo>
                  <a:pt x="7952318" y="2105077"/>
                </a:lnTo>
                <a:lnTo>
                  <a:pt x="7966398" y="2109147"/>
                </a:lnTo>
                <a:lnTo>
                  <a:pt x="7974591" y="2105612"/>
                </a:lnTo>
                <a:lnTo>
                  <a:pt x="7998806" y="2108382"/>
                </a:lnTo>
                <a:cubicBezTo>
                  <a:pt x="8007224" y="2110145"/>
                  <a:pt x="8015519" y="2112885"/>
                  <a:pt x="8023544" y="2117183"/>
                </a:cubicBezTo>
                <a:cubicBezTo>
                  <a:pt x="8042536" y="2139405"/>
                  <a:pt x="8113922" y="2135674"/>
                  <a:pt x="8136247" y="2164190"/>
                </a:cubicBezTo>
                <a:cubicBezTo>
                  <a:pt x="8146485" y="2173150"/>
                  <a:pt x="8190564" y="2191557"/>
                  <a:pt x="8206445" y="2189356"/>
                </a:cubicBezTo>
                <a:cubicBezTo>
                  <a:pt x="8217189" y="2192022"/>
                  <a:pt x="8225092" y="2198625"/>
                  <a:pt x="8237464" y="2194272"/>
                </a:cubicBezTo>
                <a:cubicBezTo>
                  <a:pt x="8254235" y="2189840"/>
                  <a:pt x="8270768" y="2214957"/>
                  <a:pt x="8277853" y="2204259"/>
                </a:cubicBezTo>
                <a:cubicBezTo>
                  <a:pt x="8289971" y="2221808"/>
                  <a:pt x="8328475" y="2213978"/>
                  <a:pt x="8352501" y="2218290"/>
                </a:cubicBezTo>
                <a:cubicBezTo>
                  <a:pt x="8359916" y="2233716"/>
                  <a:pt x="8403014" y="2227555"/>
                  <a:pt x="8446938" y="2243393"/>
                </a:cubicBezTo>
                <a:cubicBezTo>
                  <a:pt x="8454511" y="2260801"/>
                  <a:pt x="8476684" y="2253935"/>
                  <a:pt x="8497138" y="2281506"/>
                </a:cubicBezTo>
                <a:cubicBezTo>
                  <a:pt x="8499906" y="2280770"/>
                  <a:pt x="8502925" y="2280276"/>
                  <a:pt x="8506096" y="2280042"/>
                </a:cubicBezTo>
                <a:cubicBezTo>
                  <a:pt x="8524529" y="2278674"/>
                  <a:pt x="8544098" y="2286123"/>
                  <a:pt x="8549806" y="2296675"/>
                </a:cubicBezTo>
                <a:cubicBezTo>
                  <a:pt x="8586026" y="2337107"/>
                  <a:pt x="8636988" y="2356250"/>
                  <a:pt x="8680256" y="2378758"/>
                </a:cubicBezTo>
                <a:cubicBezTo>
                  <a:pt x="8731302" y="2402123"/>
                  <a:pt x="8717522" y="2366494"/>
                  <a:pt x="8766301" y="2410605"/>
                </a:cubicBezTo>
                <a:cubicBezTo>
                  <a:pt x="8780965" y="2405907"/>
                  <a:pt x="8789790" y="2408871"/>
                  <a:pt x="8800492" y="2418067"/>
                </a:cubicBezTo>
                <a:cubicBezTo>
                  <a:pt x="8825856" y="2428860"/>
                  <a:pt x="8842594" y="2409144"/>
                  <a:pt x="8857555" y="2430810"/>
                </a:cubicBezTo>
                <a:cubicBezTo>
                  <a:pt x="8882799" y="2437942"/>
                  <a:pt x="8927730" y="2453942"/>
                  <a:pt x="8951967" y="2460856"/>
                </a:cubicBezTo>
                <a:cubicBezTo>
                  <a:pt x="8978331" y="2469875"/>
                  <a:pt x="8959838" y="2488515"/>
                  <a:pt x="9002970" y="2472291"/>
                </a:cubicBezTo>
                <a:cubicBezTo>
                  <a:pt x="9023997" y="2488383"/>
                  <a:pt x="9039735" y="2479669"/>
                  <a:pt x="9081613" y="2488296"/>
                </a:cubicBezTo>
                <a:lnTo>
                  <a:pt x="9091561" y="2494386"/>
                </a:lnTo>
                <a:lnTo>
                  <a:pt x="9140625" y="2486779"/>
                </a:lnTo>
                <a:cubicBezTo>
                  <a:pt x="9207053" y="2531245"/>
                  <a:pt x="9151264" y="2467994"/>
                  <a:pt x="9271105" y="2511730"/>
                </a:cubicBezTo>
                <a:cubicBezTo>
                  <a:pt x="9275764" y="2517275"/>
                  <a:pt x="9293352" y="2518083"/>
                  <a:pt x="9295023" y="2512830"/>
                </a:cubicBezTo>
                <a:cubicBezTo>
                  <a:pt x="9301933" y="2516606"/>
                  <a:pt x="9314623" y="2531276"/>
                  <a:pt x="9321673" y="2524119"/>
                </a:cubicBezTo>
                <a:cubicBezTo>
                  <a:pt x="9341881" y="2529408"/>
                  <a:pt x="9361130" y="2536033"/>
                  <a:pt x="9378975" y="2543803"/>
                </a:cubicBezTo>
                <a:lnTo>
                  <a:pt x="9414193" y="2562927"/>
                </a:lnTo>
                <a:lnTo>
                  <a:pt x="9426009" y="2558847"/>
                </a:lnTo>
                <a:cubicBezTo>
                  <a:pt x="9433598" y="2557225"/>
                  <a:pt x="9441714" y="2557145"/>
                  <a:pt x="9450634" y="2560685"/>
                </a:cubicBezTo>
                <a:cubicBezTo>
                  <a:pt x="9496298" y="2596479"/>
                  <a:pt x="9461586" y="2547391"/>
                  <a:pt x="9549097" y="2585168"/>
                </a:cubicBezTo>
                <a:cubicBezTo>
                  <a:pt x="9551956" y="2589460"/>
                  <a:pt x="9565592" y="2590888"/>
                  <a:pt x="9567633" y="2587105"/>
                </a:cubicBezTo>
                <a:cubicBezTo>
                  <a:pt x="9572507" y="2590206"/>
                  <a:pt x="9580361" y="2601581"/>
                  <a:pt x="9586878" y="2596659"/>
                </a:cubicBezTo>
                <a:lnTo>
                  <a:pt x="9589974" y="2598235"/>
                </a:lnTo>
                <a:lnTo>
                  <a:pt x="9590570" y="2598249"/>
                </a:lnTo>
                <a:lnTo>
                  <a:pt x="9591896" y="2599214"/>
                </a:lnTo>
                <a:lnTo>
                  <a:pt x="9604535" y="2605654"/>
                </a:lnTo>
                <a:lnTo>
                  <a:pt x="9610554" y="2606189"/>
                </a:lnTo>
                <a:cubicBezTo>
                  <a:pt x="9641361" y="2613359"/>
                  <a:pt x="9668752" y="2624572"/>
                  <a:pt x="9690072" y="2638745"/>
                </a:cubicBezTo>
                <a:cubicBezTo>
                  <a:pt x="9723195" y="2641319"/>
                  <a:pt x="9726446" y="2647335"/>
                  <a:pt x="9726964" y="2653728"/>
                </a:cubicBezTo>
                <a:cubicBezTo>
                  <a:pt x="9734958" y="2656403"/>
                  <a:pt x="9731670" y="2653170"/>
                  <a:pt x="9738036" y="2654794"/>
                </a:cubicBezTo>
                <a:cubicBezTo>
                  <a:pt x="9745908" y="2657757"/>
                  <a:pt x="9765000" y="2668100"/>
                  <a:pt x="9774202" y="2671509"/>
                </a:cubicBezTo>
                <a:lnTo>
                  <a:pt x="9793246" y="2675245"/>
                </a:lnTo>
                <a:cubicBezTo>
                  <a:pt x="9812596" y="2680039"/>
                  <a:pt x="9869995" y="2696274"/>
                  <a:pt x="9890301" y="2700274"/>
                </a:cubicBezTo>
                <a:cubicBezTo>
                  <a:pt x="9900631" y="2696314"/>
                  <a:pt x="9908572" y="2696560"/>
                  <a:pt x="9915070" y="2699250"/>
                </a:cubicBezTo>
                <a:lnTo>
                  <a:pt x="9976517" y="2732899"/>
                </a:lnTo>
                <a:cubicBezTo>
                  <a:pt x="9981869" y="2727000"/>
                  <a:pt x="9984699" y="2731165"/>
                  <a:pt x="9990168" y="2737877"/>
                </a:cubicBezTo>
                <a:lnTo>
                  <a:pt x="9995041" y="2741223"/>
                </a:lnTo>
                <a:lnTo>
                  <a:pt x="10012636" y="2729876"/>
                </a:lnTo>
                <a:lnTo>
                  <a:pt x="10044280" y="2726966"/>
                </a:lnTo>
                <a:lnTo>
                  <a:pt x="10057934" y="2735671"/>
                </a:lnTo>
                <a:cubicBezTo>
                  <a:pt x="10075281" y="2744341"/>
                  <a:pt x="10128594" y="2769607"/>
                  <a:pt x="10148373" y="2778987"/>
                </a:cubicBezTo>
                <a:lnTo>
                  <a:pt x="10176601" y="2791940"/>
                </a:lnTo>
                <a:cubicBezTo>
                  <a:pt x="10185319" y="2817937"/>
                  <a:pt x="10238746" y="2788423"/>
                  <a:pt x="10235082" y="2816761"/>
                </a:cubicBezTo>
                <a:cubicBezTo>
                  <a:pt x="10261478" y="2797979"/>
                  <a:pt x="10382486" y="2835579"/>
                  <a:pt x="10421684" y="2833871"/>
                </a:cubicBezTo>
                <a:cubicBezTo>
                  <a:pt x="10427369" y="2846480"/>
                  <a:pt x="10490893" y="2829473"/>
                  <a:pt x="10507376" y="2822262"/>
                </a:cubicBezTo>
                <a:cubicBezTo>
                  <a:pt x="10633551" y="2812985"/>
                  <a:pt x="10703974" y="2842678"/>
                  <a:pt x="10738376" y="2833353"/>
                </a:cubicBezTo>
                <a:cubicBezTo>
                  <a:pt x="10827719" y="2830304"/>
                  <a:pt x="10976757" y="2802522"/>
                  <a:pt x="11043443" y="2803954"/>
                </a:cubicBezTo>
                <a:cubicBezTo>
                  <a:pt x="11049567" y="2823106"/>
                  <a:pt x="11121061" y="2794142"/>
                  <a:pt x="11115269" y="2823367"/>
                </a:cubicBezTo>
                <a:cubicBezTo>
                  <a:pt x="11122168" y="2835110"/>
                  <a:pt x="11139334" y="2833959"/>
                  <a:pt x="11147582" y="2822547"/>
                </a:cubicBezTo>
                <a:cubicBezTo>
                  <a:pt x="11168093" y="2823815"/>
                  <a:pt x="11180424" y="2837446"/>
                  <a:pt x="11201205" y="2818210"/>
                </a:cubicBezTo>
                <a:cubicBezTo>
                  <a:pt x="11229430" y="2819282"/>
                  <a:pt x="11368539" y="2855696"/>
                  <a:pt x="11391726" y="2826386"/>
                </a:cubicBezTo>
                <a:cubicBezTo>
                  <a:pt x="11480791" y="2839198"/>
                  <a:pt x="11451058" y="2820936"/>
                  <a:pt x="11507640" y="2824866"/>
                </a:cubicBezTo>
                <a:cubicBezTo>
                  <a:pt x="11607733" y="2861658"/>
                  <a:pt x="11671908" y="2815146"/>
                  <a:pt x="11718056" y="2821969"/>
                </a:cubicBezTo>
                <a:cubicBezTo>
                  <a:pt x="11816707" y="2792061"/>
                  <a:pt x="11860087" y="2819031"/>
                  <a:pt x="11937926" y="2817058"/>
                </a:cubicBezTo>
                <a:cubicBezTo>
                  <a:pt x="11973607" y="2824139"/>
                  <a:pt x="11989529" y="2794506"/>
                  <a:pt x="12035355" y="2813340"/>
                </a:cubicBezTo>
                <a:cubicBezTo>
                  <a:pt x="12062147" y="2782988"/>
                  <a:pt x="12154841" y="2795794"/>
                  <a:pt x="12179047" y="2788508"/>
                </a:cubicBezTo>
                <a:lnTo>
                  <a:pt x="12192000" y="2788486"/>
                </a:lnTo>
                <a:lnTo>
                  <a:pt x="12192000" y="3378280"/>
                </a:lnTo>
                <a:lnTo>
                  <a:pt x="0" y="3378280"/>
                </a:lnTo>
                <a:close/>
              </a:path>
            </a:pathLst>
          </a:custGeom>
          <a:solidFill>
            <a:srgbClr val="82766A">
              <a:alpha val="15000"/>
            </a:srgbClr>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3" name="TextBox 2">
            <a:extLst>
              <a:ext uri="{FF2B5EF4-FFF2-40B4-BE49-F238E27FC236}">
                <a16:creationId xmlns:a16="http://schemas.microsoft.com/office/drawing/2014/main" id="{D55E2452-FB7F-3FDE-42F3-B8F9BF8CA61F}"/>
              </a:ext>
            </a:extLst>
          </p:cNvPr>
          <p:cNvSpPr txBox="1"/>
          <p:nvPr/>
        </p:nvSpPr>
        <p:spPr>
          <a:xfrm>
            <a:off x="1879929" y="2376634"/>
            <a:ext cx="8432141" cy="2206171"/>
          </a:xfrm>
          <a:prstGeom prst="rect">
            <a:avLst/>
          </a:prstGeom>
        </p:spPr>
        <p:txBody>
          <a:bodyPr vert="horz" lIns="91440" tIns="45720" rIns="91440" bIns="45720" rtlCol="0" anchor="ctr">
            <a:normAutofit fontScale="92500"/>
          </a:bodyPr>
          <a:lstStyle/>
          <a:p>
            <a:pPr algn="ctr">
              <a:lnSpc>
                <a:spcPct val="90000"/>
              </a:lnSpc>
              <a:spcBef>
                <a:spcPct val="0"/>
              </a:spcBef>
              <a:spcAft>
                <a:spcPts val="600"/>
              </a:spcAft>
            </a:pPr>
            <a:r>
              <a:rPr lang="en-US" sz="6000" b="1" kern="1200" dirty="0">
                <a:solidFill>
                  <a:schemeClr val="tx1">
                    <a:lumMod val="85000"/>
                    <a:lumOff val="15000"/>
                  </a:schemeClr>
                </a:solidFill>
                <a:latin typeface="+mj-lt"/>
                <a:ea typeface="+mj-ea"/>
                <a:cs typeface="+mj-cs"/>
              </a:rPr>
              <a:t>Git provides solutions for this with simple Git commands.</a:t>
            </a:r>
          </a:p>
        </p:txBody>
      </p:sp>
      <p:sp>
        <p:nvSpPr>
          <p:cNvPr id="21" name="Freeform: Shape 20">
            <a:extLst>
              <a:ext uri="{FF2B5EF4-FFF2-40B4-BE49-F238E27FC236}">
                <a16:creationId xmlns:a16="http://schemas.microsoft.com/office/drawing/2014/main" id="{AEFD2FD1-B3A5-4E1D-BCC8-7684A5440C4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4890051" y="0"/>
            <a:ext cx="7301949" cy="918344"/>
          </a:xfrm>
          <a:custGeom>
            <a:avLst/>
            <a:gdLst>
              <a:gd name="connsiteX0" fmla="*/ 4686423 w 9517857"/>
              <a:gd name="connsiteY0" fmla="*/ 247919 h 918356"/>
              <a:gd name="connsiteX1" fmla="*/ 4689051 w 9517857"/>
              <a:gd name="connsiteY1" fmla="*/ 250968 h 918356"/>
              <a:gd name="connsiteX2" fmla="*/ 4687244 w 9517857"/>
              <a:gd name="connsiteY2" fmla="*/ 251298 h 918356"/>
              <a:gd name="connsiteX3" fmla="*/ 4685225 w 9517857"/>
              <a:gd name="connsiteY3" fmla="*/ 246530 h 918356"/>
              <a:gd name="connsiteX4" fmla="*/ 4686133 w 9517857"/>
              <a:gd name="connsiteY4" fmla="*/ 246727 h 918356"/>
              <a:gd name="connsiteX5" fmla="*/ 4686423 w 9517857"/>
              <a:gd name="connsiteY5" fmla="*/ 247919 h 918356"/>
              <a:gd name="connsiteX6" fmla="*/ 9517856 w 9517857"/>
              <a:gd name="connsiteY6" fmla="*/ 0 h 918356"/>
              <a:gd name="connsiteX7" fmla="*/ 9517857 w 9517857"/>
              <a:gd name="connsiteY7" fmla="*/ 12 h 918356"/>
              <a:gd name="connsiteX8" fmla="*/ 9517857 w 9517857"/>
              <a:gd name="connsiteY8" fmla="*/ 918356 h 918356"/>
              <a:gd name="connsiteX9" fmla="*/ 14604 w 9517857"/>
              <a:gd name="connsiteY9" fmla="*/ 918356 h 918356"/>
              <a:gd name="connsiteX10" fmla="*/ 12841 w 9517857"/>
              <a:gd name="connsiteY10" fmla="*/ 917763 h 918356"/>
              <a:gd name="connsiteX11" fmla="*/ 93 w 9517857"/>
              <a:gd name="connsiteY11" fmla="*/ 912471 h 918356"/>
              <a:gd name="connsiteX12" fmla="*/ 58674 w 9517857"/>
              <a:gd name="connsiteY12" fmla="*/ 890322 h 918356"/>
              <a:gd name="connsiteX13" fmla="*/ 275005 w 9517857"/>
              <a:gd name="connsiteY13" fmla="*/ 807229 h 918356"/>
              <a:gd name="connsiteX14" fmla="*/ 587824 w 9517857"/>
              <a:gd name="connsiteY14" fmla="*/ 798195 h 918356"/>
              <a:gd name="connsiteX15" fmla="*/ 651826 w 9517857"/>
              <a:gd name="connsiteY15" fmla="*/ 738338 h 918356"/>
              <a:gd name="connsiteX16" fmla="*/ 727985 w 9517857"/>
              <a:gd name="connsiteY16" fmla="*/ 719826 h 918356"/>
              <a:gd name="connsiteX17" fmla="*/ 778982 w 9517857"/>
              <a:gd name="connsiteY17" fmla="*/ 710142 h 918356"/>
              <a:gd name="connsiteX18" fmla="*/ 849944 w 9517857"/>
              <a:gd name="connsiteY18" fmla="*/ 717987 h 918356"/>
              <a:gd name="connsiteX19" fmla="*/ 921659 w 9517857"/>
              <a:gd name="connsiteY19" fmla="*/ 712695 h 918356"/>
              <a:gd name="connsiteX20" fmla="*/ 930946 w 9517857"/>
              <a:gd name="connsiteY20" fmla="*/ 734046 h 918356"/>
              <a:gd name="connsiteX21" fmla="*/ 986250 w 9517857"/>
              <a:gd name="connsiteY21" fmla="*/ 713530 h 918356"/>
              <a:gd name="connsiteX22" fmla="*/ 1013752 w 9517857"/>
              <a:gd name="connsiteY22" fmla="*/ 713361 h 918356"/>
              <a:gd name="connsiteX23" fmla="*/ 1023734 w 9517857"/>
              <a:gd name="connsiteY23" fmla="*/ 718571 h 918356"/>
              <a:gd name="connsiteX24" fmla="*/ 1063207 w 9517857"/>
              <a:gd name="connsiteY24" fmla="*/ 715651 h 918356"/>
              <a:gd name="connsiteX25" fmla="*/ 1081980 w 9517857"/>
              <a:gd name="connsiteY25" fmla="*/ 738455 h 918356"/>
              <a:gd name="connsiteX26" fmla="*/ 1218120 w 9517857"/>
              <a:gd name="connsiteY26" fmla="*/ 713280 h 918356"/>
              <a:gd name="connsiteX27" fmla="*/ 1397459 w 9517857"/>
              <a:gd name="connsiteY27" fmla="*/ 691190 h 918356"/>
              <a:gd name="connsiteX28" fmla="*/ 1580688 w 9517857"/>
              <a:gd name="connsiteY28" fmla="*/ 693697 h 918356"/>
              <a:gd name="connsiteX29" fmla="*/ 1772334 w 9517857"/>
              <a:gd name="connsiteY29" fmla="*/ 710640 h 918356"/>
              <a:gd name="connsiteX30" fmla="*/ 2002561 w 9517857"/>
              <a:gd name="connsiteY30" fmla="*/ 659917 h 918356"/>
              <a:gd name="connsiteX31" fmla="*/ 2135144 w 9517857"/>
              <a:gd name="connsiteY31" fmla="*/ 636501 h 918356"/>
              <a:gd name="connsiteX32" fmla="*/ 2440292 w 9517857"/>
              <a:gd name="connsiteY32" fmla="*/ 593862 h 918356"/>
              <a:gd name="connsiteX33" fmla="*/ 2547829 w 9517857"/>
              <a:gd name="connsiteY33" fmla="*/ 566150 h 918356"/>
              <a:gd name="connsiteX34" fmla="*/ 2658055 w 9517857"/>
              <a:gd name="connsiteY34" fmla="*/ 578727 h 918356"/>
              <a:gd name="connsiteX35" fmla="*/ 2693698 w 9517857"/>
              <a:gd name="connsiteY35" fmla="*/ 560029 h 918356"/>
              <a:gd name="connsiteX36" fmla="*/ 2699673 w 9517857"/>
              <a:gd name="connsiteY36" fmla="*/ 556400 h 918356"/>
              <a:gd name="connsiteX37" fmla="*/ 2727306 w 9517857"/>
              <a:gd name="connsiteY37" fmla="*/ 550698 h 918356"/>
              <a:gd name="connsiteX38" fmla="*/ 2730451 w 9517857"/>
              <a:gd name="connsiteY38" fmla="*/ 538058 h 918356"/>
              <a:gd name="connsiteX39" fmla="*/ 2768713 w 9517857"/>
              <a:gd name="connsiteY39" fmla="*/ 521575 h 918356"/>
              <a:gd name="connsiteX40" fmla="*/ 2820868 w 9517857"/>
              <a:gd name="connsiteY40" fmla="*/ 514160 h 918356"/>
              <a:gd name="connsiteX41" fmla="*/ 3073635 w 9517857"/>
              <a:gd name="connsiteY41" fmla="*/ 491294 h 918356"/>
              <a:gd name="connsiteX42" fmla="*/ 3222071 w 9517857"/>
              <a:gd name="connsiteY42" fmla="*/ 470559 h 918356"/>
              <a:gd name="connsiteX43" fmla="*/ 3274069 w 9517857"/>
              <a:gd name="connsiteY43" fmla="*/ 451605 h 918356"/>
              <a:gd name="connsiteX44" fmla="*/ 3349632 w 9517857"/>
              <a:gd name="connsiteY44" fmla="*/ 432583 h 918356"/>
              <a:gd name="connsiteX45" fmla="*/ 3479593 w 9517857"/>
              <a:gd name="connsiteY45" fmla="*/ 390437 h 918356"/>
              <a:gd name="connsiteX46" fmla="*/ 3660110 w 9517857"/>
              <a:gd name="connsiteY46" fmla="*/ 348726 h 918356"/>
              <a:gd name="connsiteX47" fmla="*/ 3750023 w 9517857"/>
              <a:gd name="connsiteY47" fmla="*/ 370678 h 918356"/>
              <a:gd name="connsiteX48" fmla="*/ 3844133 w 9517857"/>
              <a:gd name="connsiteY48" fmla="*/ 360648 h 918356"/>
              <a:gd name="connsiteX49" fmla="*/ 3913545 w 9517857"/>
              <a:gd name="connsiteY49" fmla="*/ 344235 h 918356"/>
              <a:gd name="connsiteX50" fmla="*/ 4266740 w 9517857"/>
              <a:gd name="connsiteY50" fmla="*/ 361454 h 918356"/>
              <a:gd name="connsiteX51" fmla="*/ 4430770 w 9517857"/>
              <a:gd name="connsiteY51" fmla="*/ 342643 h 918356"/>
              <a:gd name="connsiteX52" fmla="*/ 4512664 w 9517857"/>
              <a:gd name="connsiteY52" fmla="*/ 319948 h 918356"/>
              <a:gd name="connsiteX53" fmla="*/ 4616423 w 9517857"/>
              <a:gd name="connsiteY53" fmla="*/ 290914 h 918356"/>
              <a:gd name="connsiteX54" fmla="*/ 4691675 w 9517857"/>
              <a:gd name="connsiteY54" fmla="*/ 254011 h 918356"/>
              <a:gd name="connsiteX55" fmla="*/ 4689051 w 9517857"/>
              <a:gd name="connsiteY55" fmla="*/ 250968 h 918356"/>
              <a:gd name="connsiteX56" fmla="*/ 4719994 w 9517857"/>
              <a:gd name="connsiteY56" fmla="*/ 245307 h 918356"/>
              <a:gd name="connsiteX57" fmla="*/ 4752894 w 9517857"/>
              <a:gd name="connsiteY57" fmla="*/ 239875 h 918356"/>
              <a:gd name="connsiteX58" fmla="*/ 4769329 w 9517857"/>
              <a:gd name="connsiteY58" fmla="*/ 233585 h 918356"/>
              <a:gd name="connsiteX59" fmla="*/ 4775634 w 9517857"/>
              <a:gd name="connsiteY59" fmla="*/ 234063 h 918356"/>
              <a:gd name="connsiteX60" fmla="*/ 4790452 w 9517857"/>
              <a:gd name="connsiteY60" fmla="*/ 233572 h 918356"/>
              <a:gd name="connsiteX61" fmla="*/ 4789062 w 9517857"/>
              <a:gd name="connsiteY61" fmla="*/ 241924 h 918356"/>
              <a:gd name="connsiteX62" fmla="*/ 4827826 w 9517857"/>
              <a:gd name="connsiteY62" fmla="*/ 246977 h 918356"/>
              <a:gd name="connsiteX63" fmla="*/ 4892569 w 9517857"/>
              <a:gd name="connsiteY63" fmla="*/ 249933 h 918356"/>
              <a:gd name="connsiteX64" fmla="*/ 4896611 w 9517857"/>
              <a:gd name="connsiteY64" fmla="*/ 240448 h 918356"/>
              <a:gd name="connsiteX65" fmla="*/ 4917286 w 9517857"/>
              <a:gd name="connsiteY65" fmla="*/ 243659 h 918356"/>
              <a:gd name="connsiteX66" fmla="*/ 4981173 w 9517857"/>
              <a:gd name="connsiteY66" fmla="*/ 247103 h 918356"/>
              <a:gd name="connsiteX67" fmla="*/ 5060397 w 9517857"/>
              <a:gd name="connsiteY67" fmla="*/ 263688 h 918356"/>
              <a:gd name="connsiteX68" fmla="*/ 5252996 w 9517857"/>
              <a:gd name="connsiteY68" fmla="*/ 270655 h 918356"/>
              <a:gd name="connsiteX69" fmla="*/ 5358056 w 9517857"/>
              <a:gd name="connsiteY69" fmla="*/ 247248 h 918356"/>
              <a:gd name="connsiteX70" fmla="*/ 5426496 w 9517857"/>
              <a:gd name="connsiteY70" fmla="*/ 235142 h 918356"/>
              <a:gd name="connsiteX71" fmla="*/ 5497161 w 9517857"/>
              <a:gd name="connsiteY71" fmla="*/ 228808 h 918356"/>
              <a:gd name="connsiteX72" fmla="*/ 5826043 w 9517857"/>
              <a:gd name="connsiteY72" fmla="*/ 148073 h 918356"/>
              <a:gd name="connsiteX73" fmla="*/ 6013415 w 9517857"/>
              <a:gd name="connsiteY73" fmla="*/ 137316 h 918356"/>
              <a:gd name="connsiteX74" fmla="*/ 6080994 w 9517857"/>
              <a:gd name="connsiteY74" fmla="*/ 142938 h 918356"/>
              <a:gd name="connsiteX75" fmla="*/ 6194152 w 9517857"/>
              <a:gd name="connsiteY75" fmla="*/ 151772 h 918356"/>
              <a:gd name="connsiteX76" fmla="*/ 6281379 w 9517857"/>
              <a:gd name="connsiteY76" fmla="*/ 181626 h 918356"/>
              <a:gd name="connsiteX77" fmla="*/ 6374947 w 9517857"/>
              <a:gd name="connsiteY77" fmla="*/ 179799 h 918356"/>
              <a:gd name="connsiteX78" fmla="*/ 6448518 w 9517857"/>
              <a:gd name="connsiteY78" fmla="*/ 164378 h 918356"/>
              <a:gd name="connsiteX79" fmla="*/ 6544700 w 9517857"/>
              <a:gd name="connsiteY79" fmla="*/ 167161 h 918356"/>
              <a:gd name="connsiteX80" fmla="*/ 6648353 w 9517857"/>
              <a:gd name="connsiteY80" fmla="*/ 172250 h 918356"/>
              <a:gd name="connsiteX81" fmla="*/ 6736227 w 9517857"/>
              <a:gd name="connsiteY81" fmla="*/ 173216 h 918356"/>
              <a:gd name="connsiteX82" fmla="*/ 6977218 w 9517857"/>
              <a:gd name="connsiteY82" fmla="*/ 184289 h 918356"/>
              <a:gd name="connsiteX83" fmla="*/ 7065221 w 9517857"/>
              <a:gd name="connsiteY83" fmla="*/ 227531 h 918356"/>
              <a:gd name="connsiteX84" fmla="*/ 7366876 w 9517857"/>
              <a:gd name="connsiteY84" fmla="*/ 248468 h 918356"/>
              <a:gd name="connsiteX85" fmla="*/ 7565449 w 9517857"/>
              <a:gd name="connsiteY85" fmla="*/ 258950 h 918356"/>
              <a:gd name="connsiteX86" fmla="*/ 7599285 w 9517857"/>
              <a:gd name="connsiteY86" fmla="*/ 266021 h 918356"/>
              <a:gd name="connsiteX87" fmla="*/ 7644411 w 9517857"/>
              <a:gd name="connsiteY87" fmla="*/ 258986 h 918356"/>
              <a:gd name="connsiteX88" fmla="*/ 7825110 w 9517857"/>
              <a:gd name="connsiteY88" fmla="*/ 229109 h 918356"/>
              <a:gd name="connsiteX89" fmla="*/ 7965804 w 9517857"/>
              <a:gd name="connsiteY89" fmla="*/ 190545 h 918356"/>
              <a:gd name="connsiteX90" fmla="*/ 8147401 w 9517857"/>
              <a:gd name="connsiteY90" fmla="*/ 205617 h 918356"/>
              <a:gd name="connsiteX91" fmla="*/ 8256033 w 9517857"/>
              <a:gd name="connsiteY91" fmla="*/ 193713 h 918356"/>
              <a:gd name="connsiteX92" fmla="*/ 8410677 w 9517857"/>
              <a:gd name="connsiteY92" fmla="*/ 172167 h 918356"/>
              <a:gd name="connsiteX93" fmla="*/ 8617841 w 9517857"/>
              <a:gd name="connsiteY93" fmla="*/ 155167 h 918356"/>
              <a:gd name="connsiteX94" fmla="*/ 8715976 w 9517857"/>
              <a:gd name="connsiteY94" fmla="*/ 178374 h 918356"/>
              <a:gd name="connsiteX95" fmla="*/ 8778827 w 9517857"/>
              <a:gd name="connsiteY95" fmla="*/ 172936 h 918356"/>
              <a:gd name="connsiteX96" fmla="*/ 8840778 w 9517857"/>
              <a:gd name="connsiteY96" fmla="*/ 143149 h 918356"/>
              <a:gd name="connsiteX97" fmla="*/ 9010380 w 9517857"/>
              <a:gd name="connsiteY97" fmla="*/ 91891 h 918356"/>
              <a:gd name="connsiteX98" fmla="*/ 9110856 w 9517857"/>
              <a:gd name="connsiteY98" fmla="*/ 70997 h 918356"/>
              <a:gd name="connsiteX99" fmla="*/ 9268817 w 9517857"/>
              <a:gd name="connsiteY99" fmla="*/ 53082 h 918356"/>
              <a:gd name="connsiteX100" fmla="*/ 9316667 w 9517857"/>
              <a:gd name="connsiteY100" fmla="*/ 45047 h 918356"/>
              <a:gd name="connsiteX101" fmla="*/ 9428209 w 9517857"/>
              <a:gd name="connsiteY101" fmla="*/ 29923 h 918356"/>
              <a:gd name="connsiteX0" fmla="*/ 4686423 w 9517857"/>
              <a:gd name="connsiteY0" fmla="*/ 247919 h 918356"/>
              <a:gd name="connsiteX1" fmla="*/ 4689051 w 9517857"/>
              <a:gd name="connsiteY1" fmla="*/ 250968 h 918356"/>
              <a:gd name="connsiteX2" fmla="*/ 4687244 w 9517857"/>
              <a:gd name="connsiteY2" fmla="*/ 251298 h 918356"/>
              <a:gd name="connsiteX3" fmla="*/ 4686423 w 9517857"/>
              <a:gd name="connsiteY3" fmla="*/ 247919 h 918356"/>
              <a:gd name="connsiteX4" fmla="*/ 4685225 w 9517857"/>
              <a:gd name="connsiteY4" fmla="*/ 246530 h 918356"/>
              <a:gd name="connsiteX5" fmla="*/ 4686133 w 9517857"/>
              <a:gd name="connsiteY5" fmla="*/ 246727 h 918356"/>
              <a:gd name="connsiteX6" fmla="*/ 4686423 w 9517857"/>
              <a:gd name="connsiteY6" fmla="*/ 247919 h 918356"/>
              <a:gd name="connsiteX7" fmla="*/ 4685225 w 9517857"/>
              <a:gd name="connsiteY7" fmla="*/ 246530 h 918356"/>
              <a:gd name="connsiteX8" fmla="*/ 9517856 w 9517857"/>
              <a:gd name="connsiteY8" fmla="*/ 0 h 918356"/>
              <a:gd name="connsiteX9" fmla="*/ 9517857 w 9517857"/>
              <a:gd name="connsiteY9" fmla="*/ 12 h 918356"/>
              <a:gd name="connsiteX10" fmla="*/ 9517857 w 9517857"/>
              <a:gd name="connsiteY10" fmla="*/ 918356 h 918356"/>
              <a:gd name="connsiteX11" fmla="*/ 14604 w 9517857"/>
              <a:gd name="connsiteY11" fmla="*/ 918356 h 918356"/>
              <a:gd name="connsiteX12" fmla="*/ 12841 w 9517857"/>
              <a:gd name="connsiteY12" fmla="*/ 917763 h 918356"/>
              <a:gd name="connsiteX13" fmla="*/ 93 w 9517857"/>
              <a:gd name="connsiteY13" fmla="*/ 912471 h 918356"/>
              <a:gd name="connsiteX14" fmla="*/ 58674 w 9517857"/>
              <a:gd name="connsiteY14" fmla="*/ 890322 h 918356"/>
              <a:gd name="connsiteX15" fmla="*/ 275005 w 9517857"/>
              <a:gd name="connsiteY15" fmla="*/ 807229 h 918356"/>
              <a:gd name="connsiteX16" fmla="*/ 587824 w 9517857"/>
              <a:gd name="connsiteY16" fmla="*/ 798195 h 918356"/>
              <a:gd name="connsiteX17" fmla="*/ 651826 w 9517857"/>
              <a:gd name="connsiteY17" fmla="*/ 738338 h 918356"/>
              <a:gd name="connsiteX18" fmla="*/ 727985 w 9517857"/>
              <a:gd name="connsiteY18" fmla="*/ 719826 h 918356"/>
              <a:gd name="connsiteX19" fmla="*/ 778982 w 9517857"/>
              <a:gd name="connsiteY19" fmla="*/ 710142 h 918356"/>
              <a:gd name="connsiteX20" fmla="*/ 849944 w 9517857"/>
              <a:gd name="connsiteY20" fmla="*/ 717987 h 918356"/>
              <a:gd name="connsiteX21" fmla="*/ 921659 w 9517857"/>
              <a:gd name="connsiteY21" fmla="*/ 712695 h 918356"/>
              <a:gd name="connsiteX22" fmla="*/ 930946 w 9517857"/>
              <a:gd name="connsiteY22" fmla="*/ 734046 h 918356"/>
              <a:gd name="connsiteX23" fmla="*/ 986250 w 9517857"/>
              <a:gd name="connsiteY23" fmla="*/ 713530 h 918356"/>
              <a:gd name="connsiteX24" fmla="*/ 1013752 w 9517857"/>
              <a:gd name="connsiteY24" fmla="*/ 713361 h 918356"/>
              <a:gd name="connsiteX25" fmla="*/ 1023734 w 9517857"/>
              <a:gd name="connsiteY25" fmla="*/ 718571 h 918356"/>
              <a:gd name="connsiteX26" fmla="*/ 1063207 w 9517857"/>
              <a:gd name="connsiteY26" fmla="*/ 715651 h 918356"/>
              <a:gd name="connsiteX27" fmla="*/ 1081980 w 9517857"/>
              <a:gd name="connsiteY27" fmla="*/ 738455 h 918356"/>
              <a:gd name="connsiteX28" fmla="*/ 1218120 w 9517857"/>
              <a:gd name="connsiteY28" fmla="*/ 713280 h 918356"/>
              <a:gd name="connsiteX29" fmla="*/ 1397459 w 9517857"/>
              <a:gd name="connsiteY29" fmla="*/ 691190 h 918356"/>
              <a:gd name="connsiteX30" fmla="*/ 1580688 w 9517857"/>
              <a:gd name="connsiteY30" fmla="*/ 693697 h 918356"/>
              <a:gd name="connsiteX31" fmla="*/ 1772334 w 9517857"/>
              <a:gd name="connsiteY31" fmla="*/ 710640 h 918356"/>
              <a:gd name="connsiteX32" fmla="*/ 2002561 w 9517857"/>
              <a:gd name="connsiteY32" fmla="*/ 659917 h 918356"/>
              <a:gd name="connsiteX33" fmla="*/ 2135144 w 9517857"/>
              <a:gd name="connsiteY33" fmla="*/ 636501 h 918356"/>
              <a:gd name="connsiteX34" fmla="*/ 2440292 w 9517857"/>
              <a:gd name="connsiteY34" fmla="*/ 593862 h 918356"/>
              <a:gd name="connsiteX35" fmla="*/ 2547829 w 9517857"/>
              <a:gd name="connsiteY35" fmla="*/ 566150 h 918356"/>
              <a:gd name="connsiteX36" fmla="*/ 2658055 w 9517857"/>
              <a:gd name="connsiteY36" fmla="*/ 578727 h 918356"/>
              <a:gd name="connsiteX37" fmla="*/ 2693698 w 9517857"/>
              <a:gd name="connsiteY37" fmla="*/ 560029 h 918356"/>
              <a:gd name="connsiteX38" fmla="*/ 2699673 w 9517857"/>
              <a:gd name="connsiteY38" fmla="*/ 556400 h 918356"/>
              <a:gd name="connsiteX39" fmla="*/ 2727306 w 9517857"/>
              <a:gd name="connsiteY39" fmla="*/ 550698 h 918356"/>
              <a:gd name="connsiteX40" fmla="*/ 2730451 w 9517857"/>
              <a:gd name="connsiteY40" fmla="*/ 538058 h 918356"/>
              <a:gd name="connsiteX41" fmla="*/ 2768713 w 9517857"/>
              <a:gd name="connsiteY41" fmla="*/ 521575 h 918356"/>
              <a:gd name="connsiteX42" fmla="*/ 2820868 w 9517857"/>
              <a:gd name="connsiteY42" fmla="*/ 514160 h 918356"/>
              <a:gd name="connsiteX43" fmla="*/ 3073635 w 9517857"/>
              <a:gd name="connsiteY43" fmla="*/ 491294 h 918356"/>
              <a:gd name="connsiteX44" fmla="*/ 3222071 w 9517857"/>
              <a:gd name="connsiteY44" fmla="*/ 470559 h 918356"/>
              <a:gd name="connsiteX45" fmla="*/ 3274069 w 9517857"/>
              <a:gd name="connsiteY45" fmla="*/ 451605 h 918356"/>
              <a:gd name="connsiteX46" fmla="*/ 3349632 w 9517857"/>
              <a:gd name="connsiteY46" fmla="*/ 432583 h 918356"/>
              <a:gd name="connsiteX47" fmla="*/ 3479593 w 9517857"/>
              <a:gd name="connsiteY47" fmla="*/ 390437 h 918356"/>
              <a:gd name="connsiteX48" fmla="*/ 3660110 w 9517857"/>
              <a:gd name="connsiteY48" fmla="*/ 348726 h 918356"/>
              <a:gd name="connsiteX49" fmla="*/ 3750023 w 9517857"/>
              <a:gd name="connsiteY49" fmla="*/ 370678 h 918356"/>
              <a:gd name="connsiteX50" fmla="*/ 3844133 w 9517857"/>
              <a:gd name="connsiteY50" fmla="*/ 360648 h 918356"/>
              <a:gd name="connsiteX51" fmla="*/ 3913545 w 9517857"/>
              <a:gd name="connsiteY51" fmla="*/ 344235 h 918356"/>
              <a:gd name="connsiteX52" fmla="*/ 4266740 w 9517857"/>
              <a:gd name="connsiteY52" fmla="*/ 361454 h 918356"/>
              <a:gd name="connsiteX53" fmla="*/ 4430770 w 9517857"/>
              <a:gd name="connsiteY53" fmla="*/ 342643 h 918356"/>
              <a:gd name="connsiteX54" fmla="*/ 4512664 w 9517857"/>
              <a:gd name="connsiteY54" fmla="*/ 319948 h 918356"/>
              <a:gd name="connsiteX55" fmla="*/ 4616423 w 9517857"/>
              <a:gd name="connsiteY55" fmla="*/ 290914 h 918356"/>
              <a:gd name="connsiteX56" fmla="*/ 4691675 w 9517857"/>
              <a:gd name="connsiteY56" fmla="*/ 254011 h 918356"/>
              <a:gd name="connsiteX57" fmla="*/ 4689051 w 9517857"/>
              <a:gd name="connsiteY57" fmla="*/ 250968 h 918356"/>
              <a:gd name="connsiteX58" fmla="*/ 4719994 w 9517857"/>
              <a:gd name="connsiteY58" fmla="*/ 245307 h 918356"/>
              <a:gd name="connsiteX59" fmla="*/ 4752894 w 9517857"/>
              <a:gd name="connsiteY59" fmla="*/ 239875 h 918356"/>
              <a:gd name="connsiteX60" fmla="*/ 4769329 w 9517857"/>
              <a:gd name="connsiteY60" fmla="*/ 233585 h 918356"/>
              <a:gd name="connsiteX61" fmla="*/ 4775634 w 9517857"/>
              <a:gd name="connsiteY61" fmla="*/ 234063 h 918356"/>
              <a:gd name="connsiteX62" fmla="*/ 4790452 w 9517857"/>
              <a:gd name="connsiteY62" fmla="*/ 233572 h 918356"/>
              <a:gd name="connsiteX63" fmla="*/ 4789062 w 9517857"/>
              <a:gd name="connsiteY63" fmla="*/ 241924 h 918356"/>
              <a:gd name="connsiteX64" fmla="*/ 4827826 w 9517857"/>
              <a:gd name="connsiteY64" fmla="*/ 246977 h 918356"/>
              <a:gd name="connsiteX65" fmla="*/ 4892569 w 9517857"/>
              <a:gd name="connsiteY65" fmla="*/ 249933 h 918356"/>
              <a:gd name="connsiteX66" fmla="*/ 4896611 w 9517857"/>
              <a:gd name="connsiteY66" fmla="*/ 240448 h 918356"/>
              <a:gd name="connsiteX67" fmla="*/ 4917286 w 9517857"/>
              <a:gd name="connsiteY67" fmla="*/ 243659 h 918356"/>
              <a:gd name="connsiteX68" fmla="*/ 4981173 w 9517857"/>
              <a:gd name="connsiteY68" fmla="*/ 247103 h 918356"/>
              <a:gd name="connsiteX69" fmla="*/ 5060397 w 9517857"/>
              <a:gd name="connsiteY69" fmla="*/ 263688 h 918356"/>
              <a:gd name="connsiteX70" fmla="*/ 5252996 w 9517857"/>
              <a:gd name="connsiteY70" fmla="*/ 270655 h 918356"/>
              <a:gd name="connsiteX71" fmla="*/ 5358056 w 9517857"/>
              <a:gd name="connsiteY71" fmla="*/ 247248 h 918356"/>
              <a:gd name="connsiteX72" fmla="*/ 5426496 w 9517857"/>
              <a:gd name="connsiteY72" fmla="*/ 235142 h 918356"/>
              <a:gd name="connsiteX73" fmla="*/ 5497161 w 9517857"/>
              <a:gd name="connsiteY73" fmla="*/ 228808 h 918356"/>
              <a:gd name="connsiteX74" fmla="*/ 5826043 w 9517857"/>
              <a:gd name="connsiteY74" fmla="*/ 148073 h 918356"/>
              <a:gd name="connsiteX75" fmla="*/ 6013415 w 9517857"/>
              <a:gd name="connsiteY75" fmla="*/ 137316 h 918356"/>
              <a:gd name="connsiteX76" fmla="*/ 6080994 w 9517857"/>
              <a:gd name="connsiteY76" fmla="*/ 142938 h 918356"/>
              <a:gd name="connsiteX77" fmla="*/ 6194152 w 9517857"/>
              <a:gd name="connsiteY77" fmla="*/ 151772 h 918356"/>
              <a:gd name="connsiteX78" fmla="*/ 6281379 w 9517857"/>
              <a:gd name="connsiteY78" fmla="*/ 181626 h 918356"/>
              <a:gd name="connsiteX79" fmla="*/ 6374947 w 9517857"/>
              <a:gd name="connsiteY79" fmla="*/ 179799 h 918356"/>
              <a:gd name="connsiteX80" fmla="*/ 6448518 w 9517857"/>
              <a:gd name="connsiteY80" fmla="*/ 164378 h 918356"/>
              <a:gd name="connsiteX81" fmla="*/ 6544700 w 9517857"/>
              <a:gd name="connsiteY81" fmla="*/ 167161 h 918356"/>
              <a:gd name="connsiteX82" fmla="*/ 6648353 w 9517857"/>
              <a:gd name="connsiteY82" fmla="*/ 172250 h 918356"/>
              <a:gd name="connsiteX83" fmla="*/ 6736227 w 9517857"/>
              <a:gd name="connsiteY83" fmla="*/ 173216 h 918356"/>
              <a:gd name="connsiteX84" fmla="*/ 6977218 w 9517857"/>
              <a:gd name="connsiteY84" fmla="*/ 184289 h 918356"/>
              <a:gd name="connsiteX85" fmla="*/ 7065221 w 9517857"/>
              <a:gd name="connsiteY85" fmla="*/ 227531 h 918356"/>
              <a:gd name="connsiteX86" fmla="*/ 7565449 w 9517857"/>
              <a:gd name="connsiteY86" fmla="*/ 258950 h 918356"/>
              <a:gd name="connsiteX87" fmla="*/ 7599285 w 9517857"/>
              <a:gd name="connsiteY87" fmla="*/ 266021 h 918356"/>
              <a:gd name="connsiteX88" fmla="*/ 7644411 w 9517857"/>
              <a:gd name="connsiteY88" fmla="*/ 258986 h 918356"/>
              <a:gd name="connsiteX89" fmla="*/ 7825110 w 9517857"/>
              <a:gd name="connsiteY89" fmla="*/ 229109 h 918356"/>
              <a:gd name="connsiteX90" fmla="*/ 7965804 w 9517857"/>
              <a:gd name="connsiteY90" fmla="*/ 190545 h 918356"/>
              <a:gd name="connsiteX91" fmla="*/ 8147401 w 9517857"/>
              <a:gd name="connsiteY91" fmla="*/ 205617 h 918356"/>
              <a:gd name="connsiteX92" fmla="*/ 8256033 w 9517857"/>
              <a:gd name="connsiteY92" fmla="*/ 193713 h 918356"/>
              <a:gd name="connsiteX93" fmla="*/ 8410677 w 9517857"/>
              <a:gd name="connsiteY93" fmla="*/ 172167 h 918356"/>
              <a:gd name="connsiteX94" fmla="*/ 8617841 w 9517857"/>
              <a:gd name="connsiteY94" fmla="*/ 155167 h 918356"/>
              <a:gd name="connsiteX95" fmla="*/ 8715976 w 9517857"/>
              <a:gd name="connsiteY95" fmla="*/ 178374 h 918356"/>
              <a:gd name="connsiteX96" fmla="*/ 8778827 w 9517857"/>
              <a:gd name="connsiteY96" fmla="*/ 172936 h 918356"/>
              <a:gd name="connsiteX97" fmla="*/ 8840778 w 9517857"/>
              <a:gd name="connsiteY97" fmla="*/ 143149 h 918356"/>
              <a:gd name="connsiteX98" fmla="*/ 9010380 w 9517857"/>
              <a:gd name="connsiteY98" fmla="*/ 91891 h 918356"/>
              <a:gd name="connsiteX99" fmla="*/ 9110856 w 9517857"/>
              <a:gd name="connsiteY99" fmla="*/ 70997 h 918356"/>
              <a:gd name="connsiteX100" fmla="*/ 9268817 w 9517857"/>
              <a:gd name="connsiteY100" fmla="*/ 53082 h 918356"/>
              <a:gd name="connsiteX101" fmla="*/ 9316667 w 9517857"/>
              <a:gd name="connsiteY101" fmla="*/ 45047 h 918356"/>
              <a:gd name="connsiteX102" fmla="*/ 9428209 w 9517857"/>
              <a:gd name="connsiteY102" fmla="*/ 29923 h 918356"/>
              <a:gd name="connsiteX103" fmla="*/ 9517856 w 9517857"/>
              <a:gd name="connsiteY103" fmla="*/ 0 h 918356"/>
              <a:gd name="connsiteX0" fmla="*/ 4686423 w 9517857"/>
              <a:gd name="connsiteY0" fmla="*/ 247919 h 918356"/>
              <a:gd name="connsiteX1" fmla="*/ 4689051 w 9517857"/>
              <a:gd name="connsiteY1" fmla="*/ 250968 h 918356"/>
              <a:gd name="connsiteX2" fmla="*/ 4687244 w 9517857"/>
              <a:gd name="connsiteY2" fmla="*/ 251298 h 918356"/>
              <a:gd name="connsiteX3" fmla="*/ 4686423 w 9517857"/>
              <a:gd name="connsiteY3" fmla="*/ 247919 h 918356"/>
              <a:gd name="connsiteX4" fmla="*/ 4685225 w 9517857"/>
              <a:gd name="connsiteY4" fmla="*/ 246530 h 918356"/>
              <a:gd name="connsiteX5" fmla="*/ 4686133 w 9517857"/>
              <a:gd name="connsiteY5" fmla="*/ 246727 h 918356"/>
              <a:gd name="connsiteX6" fmla="*/ 4686423 w 9517857"/>
              <a:gd name="connsiteY6" fmla="*/ 247919 h 918356"/>
              <a:gd name="connsiteX7" fmla="*/ 4685225 w 9517857"/>
              <a:gd name="connsiteY7" fmla="*/ 246530 h 918356"/>
              <a:gd name="connsiteX8" fmla="*/ 9517856 w 9517857"/>
              <a:gd name="connsiteY8" fmla="*/ 0 h 918356"/>
              <a:gd name="connsiteX9" fmla="*/ 9517857 w 9517857"/>
              <a:gd name="connsiteY9" fmla="*/ 12 h 918356"/>
              <a:gd name="connsiteX10" fmla="*/ 9517857 w 9517857"/>
              <a:gd name="connsiteY10" fmla="*/ 918356 h 918356"/>
              <a:gd name="connsiteX11" fmla="*/ 14604 w 9517857"/>
              <a:gd name="connsiteY11" fmla="*/ 918356 h 918356"/>
              <a:gd name="connsiteX12" fmla="*/ 12841 w 9517857"/>
              <a:gd name="connsiteY12" fmla="*/ 917763 h 918356"/>
              <a:gd name="connsiteX13" fmla="*/ 93 w 9517857"/>
              <a:gd name="connsiteY13" fmla="*/ 912471 h 918356"/>
              <a:gd name="connsiteX14" fmla="*/ 58674 w 9517857"/>
              <a:gd name="connsiteY14" fmla="*/ 890322 h 918356"/>
              <a:gd name="connsiteX15" fmla="*/ 275005 w 9517857"/>
              <a:gd name="connsiteY15" fmla="*/ 807229 h 918356"/>
              <a:gd name="connsiteX16" fmla="*/ 587824 w 9517857"/>
              <a:gd name="connsiteY16" fmla="*/ 798195 h 918356"/>
              <a:gd name="connsiteX17" fmla="*/ 651826 w 9517857"/>
              <a:gd name="connsiteY17" fmla="*/ 738338 h 918356"/>
              <a:gd name="connsiteX18" fmla="*/ 727985 w 9517857"/>
              <a:gd name="connsiteY18" fmla="*/ 719826 h 918356"/>
              <a:gd name="connsiteX19" fmla="*/ 778982 w 9517857"/>
              <a:gd name="connsiteY19" fmla="*/ 710142 h 918356"/>
              <a:gd name="connsiteX20" fmla="*/ 849944 w 9517857"/>
              <a:gd name="connsiteY20" fmla="*/ 717987 h 918356"/>
              <a:gd name="connsiteX21" fmla="*/ 921659 w 9517857"/>
              <a:gd name="connsiteY21" fmla="*/ 712695 h 918356"/>
              <a:gd name="connsiteX22" fmla="*/ 930946 w 9517857"/>
              <a:gd name="connsiteY22" fmla="*/ 734046 h 918356"/>
              <a:gd name="connsiteX23" fmla="*/ 986250 w 9517857"/>
              <a:gd name="connsiteY23" fmla="*/ 713530 h 918356"/>
              <a:gd name="connsiteX24" fmla="*/ 1013752 w 9517857"/>
              <a:gd name="connsiteY24" fmla="*/ 713361 h 918356"/>
              <a:gd name="connsiteX25" fmla="*/ 1023734 w 9517857"/>
              <a:gd name="connsiteY25" fmla="*/ 718571 h 918356"/>
              <a:gd name="connsiteX26" fmla="*/ 1063207 w 9517857"/>
              <a:gd name="connsiteY26" fmla="*/ 715651 h 918356"/>
              <a:gd name="connsiteX27" fmla="*/ 1081980 w 9517857"/>
              <a:gd name="connsiteY27" fmla="*/ 738455 h 918356"/>
              <a:gd name="connsiteX28" fmla="*/ 1218120 w 9517857"/>
              <a:gd name="connsiteY28" fmla="*/ 713280 h 918356"/>
              <a:gd name="connsiteX29" fmla="*/ 1397459 w 9517857"/>
              <a:gd name="connsiteY29" fmla="*/ 691190 h 918356"/>
              <a:gd name="connsiteX30" fmla="*/ 1580688 w 9517857"/>
              <a:gd name="connsiteY30" fmla="*/ 693697 h 918356"/>
              <a:gd name="connsiteX31" fmla="*/ 1772334 w 9517857"/>
              <a:gd name="connsiteY31" fmla="*/ 710640 h 918356"/>
              <a:gd name="connsiteX32" fmla="*/ 2002561 w 9517857"/>
              <a:gd name="connsiteY32" fmla="*/ 659917 h 918356"/>
              <a:gd name="connsiteX33" fmla="*/ 2135144 w 9517857"/>
              <a:gd name="connsiteY33" fmla="*/ 636501 h 918356"/>
              <a:gd name="connsiteX34" fmla="*/ 2440292 w 9517857"/>
              <a:gd name="connsiteY34" fmla="*/ 593862 h 918356"/>
              <a:gd name="connsiteX35" fmla="*/ 2547829 w 9517857"/>
              <a:gd name="connsiteY35" fmla="*/ 566150 h 918356"/>
              <a:gd name="connsiteX36" fmla="*/ 2658055 w 9517857"/>
              <a:gd name="connsiteY36" fmla="*/ 578727 h 918356"/>
              <a:gd name="connsiteX37" fmla="*/ 2693698 w 9517857"/>
              <a:gd name="connsiteY37" fmla="*/ 560029 h 918356"/>
              <a:gd name="connsiteX38" fmla="*/ 2699673 w 9517857"/>
              <a:gd name="connsiteY38" fmla="*/ 556400 h 918356"/>
              <a:gd name="connsiteX39" fmla="*/ 2727306 w 9517857"/>
              <a:gd name="connsiteY39" fmla="*/ 550698 h 918356"/>
              <a:gd name="connsiteX40" fmla="*/ 2730451 w 9517857"/>
              <a:gd name="connsiteY40" fmla="*/ 538058 h 918356"/>
              <a:gd name="connsiteX41" fmla="*/ 2768713 w 9517857"/>
              <a:gd name="connsiteY41" fmla="*/ 521575 h 918356"/>
              <a:gd name="connsiteX42" fmla="*/ 2820868 w 9517857"/>
              <a:gd name="connsiteY42" fmla="*/ 514160 h 918356"/>
              <a:gd name="connsiteX43" fmla="*/ 3073635 w 9517857"/>
              <a:gd name="connsiteY43" fmla="*/ 491294 h 918356"/>
              <a:gd name="connsiteX44" fmla="*/ 3222071 w 9517857"/>
              <a:gd name="connsiteY44" fmla="*/ 470559 h 918356"/>
              <a:gd name="connsiteX45" fmla="*/ 3274069 w 9517857"/>
              <a:gd name="connsiteY45" fmla="*/ 451605 h 918356"/>
              <a:gd name="connsiteX46" fmla="*/ 3349632 w 9517857"/>
              <a:gd name="connsiteY46" fmla="*/ 432583 h 918356"/>
              <a:gd name="connsiteX47" fmla="*/ 3479593 w 9517857"/>
              <a:gd name="connsiteY47" fmla="*/ 390437 h 918356"/>
              <a:gd name="connsiteX48" fmla="*/ 3660110 w 9517857"/>
              <a:gd name="connsiteY48" fmla="*/ 348726 h 918356"/>
              <a:gd name="connsiteX49" fmla="*/ 3750023 w 9517857"/>
              <a:gd name="connsiteY49" fmla="*/ 370678 h 918356"/>
              <a:gd name="connsiteX50" fmla="*/ 3844133 w 9517857"/>
              <a:gd name="connsiteY50" fmla="*/ 360648 h 918356"/>
              <a:gd name="connsiteX51" fmla="*/ 3913545 w 9517857"/>
              <a:gd name="connsiteY51" fmla="*/ 344235 h 918356"/>
              <a:gd name="connsiteX52" fmla="*/ 4266740 w 9517857"/>
              <a:gd name="connsiteY52" fmla="*/ 361454 h 918356"/>
              <a:gd name="connsiteX53" fmla="*/ 4430770 w 9517857"/>
              <a:gd name="connsiteY53" fmla="*/ 342643 h 918356"/>
              <a:gd name="connsiteX54" fmla="*/ 4512664 w 9517857"/>
              <a:gd name="connsiteY54" fmla="*/ 319948 h 918356"/>
              <a:gd name="connsiteX55" fmla="*/ 4616423 w 9517857"/>
              <a:gd name="connsiteY55" fmla="*/ 290914 h 918356"/>
              <a:gd name="connsiteX56" fmla="*/ 4691675 w 9517857"/>
              <a:gd name="connsiteY56" fmla="*/ 254011 h 918356"/>
              <a:gd name="connsiteX57" fmla="*/ 4689051 w 9517857"/>
              <a:gd name="connsiteY57" fmla="*/ 250968 h 918356"/>
              <a:gd name="connsiteX58" fmla="*/ 4719994 w 9517857"/>
              <a:gd name="connsiteY58" fmla="*/ 245307 h 918356"/>
              <a:gd name="connsiteX59" fmla="*/ 4752894 w 9517857"/>
              <a:gd name="connsiteY59" fmla="*/ 239875 h 918356"/>
              <a:gd name="connsiteX60" fmla="*/ 4769329 w 9517857"/>
              <a:gd name="connsiteY60" fmla="*/ 233585 h 918356"/>
              <a:gd name="connsiteX61" fmla="*/ 4775634 w 9517857"/>
              <a:gd name="connsiteY61" fmla="*/ 234063 h 918356"/>
              <a:gd name="connsiteX62" fmla="*/ 4790452 w 9517857"/>
              <a:gd name="connsiteY62" fmla="*/ 233572 h 918356"/>
              <a:gd name="connsiteX63" fmla="*/ 4789062 w 9517857"/>
              <a:gd name="connsiteY63" fmla="*/ 241924 h 918356"/>
              <a:gd name="connsiteX64" fmla="*/ 4827826 w 9517857"/>
              <a:gd name="connsiteY64" fmla="*/ 246977 h 918356"/>
              <a:gd name="connsiteX65" fmla="*/ 4892569 w 9517857"/>
              <a:gd name="connsiteY65" fmla="*/ 249933 h 918356"/>
              <a:gd name="connsiteX66" fmla="*/ 4896611 w 9517857"/>
              <a:gd name="connsiteY66" fmla="*/ 240448 h 918356"/>
              <a:gd name="connsiteX67" fmla="*/ 4917286 w 9517857"/>
              <a:gd name="connsiteY67" fmla="*/ 243659 h 918356"/>
              <a:gd name="connsiteX68" fmla="*/ 4981173 w 9517857"/>
              <a:gd name="connsiteY68" fmla="*/ 247103 h 918356"/>
              <a:gd name="connsiteX69" fmla="*/ 5060397 w 9517857"/>
              <a:gd name="connsiteY69" fmla="*/ 263688 h 918356"/>
              <a:gd name="connsiteX70" fmla="*/ 5252996 w 9517857"/>
              <a:gd name="connsiteY70" fmla="*/ 270655 h 918356"/>
              <a:gd name="connsiteX71" fmla="*/ 5358056 w 9517857"/>
              <a:gd name="connsiteY71" fmla="*/ 247248 h 918356"/>
              <a:gd name="connsiteX72" fmla="*/ 5426496 w 9517857"/>
              <a:gd name="connsiteY72" fmla="*/ 235142 h 918356"/>
              <a:gd name="connsiteX73" fmla="*/ 5497161 w 9517857"/>
              <a:gd name="connsiteY73" fmla="*/ 228808 h 918356"/>
              <a:gd name="connsiteX74" fmla="*/ 5826043 w 9517857"/>
              <a:gd name="connsiteY74" fmla="*/ 148073 h 918356"/>
              <a:gd name="connsiteX75" fmla="*/ 6013415 w 9517857"/>
              <a:gd name="connsiteY75" fmla="*/ 137316 h 918356"/>
              <a:gd name="connsiteX76" fmla="*/ 6080994 w 9517857"/>
              <a:gd name="connsiteY76" fmla="*/ 142938 h 918356"/>
              <a:gd name="connsiteX77" fmla="*/ 6194152 w 9517857"/>
              <a:gd name="connsiteY77" fmla="*/ 151772 h 918356"/>
              <a:gd name="connsiteX78" fmla="*/ 6281379 w 9517857"/>
              <a:gd name="connsiteY78" fmla="*/ 181626 h 918356"/>
              <a:gd name="connsiteX79" fmla="*/ 6374947 w 9517857"/>
              <a:gd name="connsiteY79" fmla="*/ 179799 h 918356"/>
              <a:gd name="connsiteX80" fmla="*/ 6448518 w 9517857"/>
              <a:gd name="connsiteY80" fmla="*/ 164378 h 918356"/>
              <a:gd name="connsiteX81" fmla="*/ 6544700 w 9517857"/>
              <a:gd name="connsiteY81" fmla="*/ 167161 h 918356"/>
              <a:gd name="connsiteX82" fmla="*/ 6648353 w 9517857"/>
              <a:gd name="connsiteY82" fmla="*/ 172250 h 918356"/>
              <a:gd name="connsiteX83" fmla="*/ 6736227 w 9517857"/>
              <a:gd name="connsiteY83" fmla="*/ 173216 h 918356"/>
              <a:gd name="connsiteX84" fmla="*/ 6977218 w 9517857"/>
              <a:gd name="connsiteY84" fmla="*/ 184289 h 918356"/>
              <a:gd name="connsiteX85" fmla="*/ 7065221 w 9517857"/>
              <a:gd name="connsiteY85" fmla="*/ 227531 h 918356"/>
              <a:gd name="connsiteX86" fmla="*/ 7565449 w 9517857"/>
              <a:gd name="connsiteY86" fmla="*/ 258950 h 918356"/>
              <a:gd name="connsiteX87" fmla="*/ 7599285 w 9517857"/>
              <a:gd name="connsiteY87" fmla="*/ 266021 h 918356"/>
              <a:gd name="connsiteX88" fmla="*/ 7644411 w 9517857"/>
              <a:gd name="connsiteY88" fmla="*/ 258986 h 918356"/>
              <a:gd name="connsiteX89" fmla="*/ 7825110 w 9517857"/>
              <a:gd name="connsiteY89" fmla="*/ 229109 h 918356"/>
              <a:gd name="connsiteX90" fmla="*/ 7965804 w 9517857"/>
              <a:gd name="connsiteY90" fmla="*/ 190545 h 918356"/>
              <a:gd name="connsiteX91" fmla="*/ 8147401 w 9517857"/>
              <a:gd name="connsiteY91" fmla="*/ 205617 h 918356"/>
              <a:gd name="connsiteX92" fmla="*/ 8256033 w 9517857"/>
              <a:gd name="connsiteY92" fmla="*/ 193713 h 918356"/>
              <a:gd name="connsiteX93" fmla="*/ 8617841 w 9517857"/>
              <a:gd name="connsiteY93" fmla="*/ 155167 h 918356"/>
              <a:gd name="connsiteX94" fmla="*/ 8715976 w 9517857"/>
              <a:gd name="connsiteY94" fmla="*/ 178374 h 918356"/>
              <a:gd name="connsiteX95" fmla="*/ 8778827 w 9517857"/>
              <a:gd name="connsiteY95" fmla="*/ 172936 h 918356"/>
              <a:gd name="connsiteX96" fmla="*/ 8840778 w 9517857"/>
              <a:gd name="connsiteY96" fmla="*/ 143149 h 918356"/>
              <a:gd name="connsiteX97" fmla="*/ 9010380 w 9517857"/>
              <a:gd name="connsiteY97" fmla="*/ 91891 h 918356"/>
              <a:gd name="connsiteX98" fmla="*/ 9110856 w 9517857"/>
              <a:gd name="connsiteY98" fmla="*/ 70997 h 918356"/>
              <a:gd name="connsiteX99" fmla="*/ 9268817 w 9517857"/>
              <a:gd name="connsiteY99" fmla="*/ 53082 h 918356"/>
              <a:gd name="connsiteX100" fmla="*/ 9316667 w 9517857"/>
              <a:gd name="connsiteY100" fmla="*/ 45047 h 918356"/>
              <a:gd name="connsiteX101" fmla="*/ 9428209 w 9517857"/>
              <a:gd name="connsiteY101" fmla="*/ 29923 h 918356"/>
              <a:gd name="connsiteX102" fmla="*/ 9517856 w 9517857"/>
              <a:gd name="connsiteY102" fmla="*/ 0 h 918356"/>
              <a:gd name="connsiteX0" fmla="*/ 4686423 w 9517857"/>
              <a:gd name="connsiteY0" fmla="*/ 247919 h 918356"/>
              <a:gd name="connsiteX1" fmla="*/ 4689051 w 9517857"/>
              <a:gd name="connsiteY1" fmla="*/ 250968 h 918356"/>
              <a:gd name="connsiteX2" fmla="*/ 4687244 w 9517857"/>
              <a:gd name="connsiteY2" fmla="*/ 251298 h 918356"/>
              <a:gd name="connsiteX3" fmla="*/ 4686423 w 9517857"/>
              <a:gd name="connsiteY3" fmla="*/ 247919 h 918356"/>
              <a:gd name="connsiteX4" fmla="*/ 4685225 w 9517857"/>
              <a:gd name="connsiteY4" fmla="*/ 246530 h 918356"/>
              <a:gd name="connsiteX5" fmla="*/ 4686133 w 9517857"/>
              <a:gd name="connsiteY5" fmla="*/ 246727 h 918356"/>
              <a:gd name="connsiteX6" fmla="*/ 4686423 w 9517857"/>
              <a:gd name="connsiteY6" fmla="*/ 247919 h 918356"/>
              <a:gd name="connsiteX7" fmla="*/ 4685225 w 9517857"/>
              <a:gd name="connsiteY7" fmla="*/ 246530 h 918356"/>
              <a:gd name="connsiteX8" fmla="*/ 9517856 w 9517857"/>
              <a:gd name="connsiteY8" fmla="*/ 0 h 918356"/>
              <a:gd name="connsiteX9" fmla="*/ 9517857 w 9517857"/>
              <a:gd name="connsiteY9" fmla="*/ 12 h 918356"/>
              <a:gd name="connsiteX10" fmla="*/ 9517857 w 9517857"/>
              <a:gd name="connsiteY10" fmla="*/ 918356 h 918356"/>
              <a:gd name="connsiteX11" fmla="*/ 14604 w 9517857"/>
              <a:gd name="connsiteY11" fmla="*/ 918356 h 918356"/>
              <a:gd name="connsiteX12" fmla="*/ 12841 w 9517857"/>
              <a:gd name="connsiteY12" fmla="*/ 917763 h 918356"/>
              <a:gd name="connsiteX13" fmla="*/ 93 w 9517857"/>
              <a:gd name="connsiteY13" fmla="*/ 912471 h 918356"/>
              <a:gd name="connsiteX14" fmla="*/ 58674 w 9517857"/>
              <a:gd name="connsiteY14" fmla="*/ 890322 h 918356"/>
              <a:gd name="connsiteX15" fmla="*/ 275005 w 9517857"/>
              <a:gd name="connsiteY15" fmla="*/ 807229 h 918356"/>
              <a:gd name="connsiteX16" fmla="*/ 587824 w 9517857"/>
              <a:gd name="connsiteY16" fmla="*/ 798195 h 918356"/>
              <a:gd name="connsiteX17" fmla="*/ 651826 w 9517857"/>
              <a:gd name="connsiteY17" fmla="*/ 738338 h 918356"/>
              <a:gd name="connsiteX18" fmla="*/ 727985 w 9517857"/>
              <a:gd name="connsiteY18" fmla="*/ 719826 h 918356"/>
              <a:gd name="connsiteX19" fmla="*/ 778982 w 9517857"/>
              <a:gd name="connsiteY19" fmla="*/ 710142 h 918356"/>
              <a:gd name="connsiteX20" fmla="*/ 849944 w 9517857"/>
              <a:gd name="connsiteY20" fmla="*/ 717987 h 918356"/>
              <a:gd name="connsiteX21" fmla="*/ 921659 w 9517857"/>
              <a:gd name="connsiteY21" fmla="*/ 712695 h 918356"/>
              <a:gd name="connsiteX22" fmla="*/ 930946 w 9517857"/>
              <a:gd name="connsiteY22" fmla="*/ 734046 h 918356"/>
              <a:gd name="connsiteX23" fmla="*/ 986250 w 9517857"/>
              <a:gd name="connsiteY23" fmla="*/ 713530 h 918356"/>
              <a:gd name="connsiteX24" fmla="*/ 1013752 w 9517857"/>
              <a:gd name="connsiteY24" fmla="*/ 713361 h 918356"/>
              <a:gd name="connsiteX25" fmla="*/ 1023734 w 9517857"/>
              <a:gd name="connsiteY25" fmla="*/ 718571 h 918356"/>
              <a:gd name="connsiteX26" fmla="*/ 1063207 w 9517857"/>
              <a:gd name="connsiteY26" fmla="*/ 715651 h 918356"/>
              <a:gd name="connsiteX27" fmla="*/ 1081980 w 9517857"/>
              <a:gd name="connsiteY27" fmla="*/ 738455 h 918356"/>
              <a:gd name="connsiteX28" fmla="*/ 1218120 w 9517857"/>
              <a:gd name="connsiteY28" fmla="*/ 713280 h 918356"/>
              <a:gd name="connsiteX29" fmla="*/ 1397459 w 9517857"/>
              <a:gd name="connsiteY29" fmla="*/ 691190 h 918356"/>
              <a:gd name="connsiteX30" fmla="*/ 1580688 w 9517857"/>
              <a:gd name="connsiteY30" fmla="*/ 693697 h 918356"/>
              <a:gd name="connsiteX31" fmla="*/ 1772334 w 9517857"/>
              <a:gd name="connsiteY31" fmla="*/ 710640 h 918356"/>
              <a:gd name="connsiteX32" fmla="*/ 2002561 w 9517857"/>
              <a:gd name="connsiteY32" fmla="*/ 659917 h 918356"/>
              <a:gd name="connsiteX33" fmla="*/ 2135144 w 9517857"/>
              <a:gd name="connsiteY33" fmla="*/ 636501 h 918356"/>
              <a:gd name="connsiteX34" fmla="*/ 2440292 w 9517857"/>
              <a:gd name="connsiteY34" fmla="*/ 593862 h 918356"/>
              <a:gd name="connsiteX35" fmla="*/ 2547829 w 9517857"/>
              <a:gd name="connsiteY35" fmla="*/ 566150 h 918356"/>
              <a:gd name="connsiteX36" fmla="*/ 2658055 w 9517857"/>
              <a:gd name="connsiteY36" fmla="*/ 578727 h 918356"/>
              <a:gd name="connsiteX37" fmla="*/ 2693698 w 9517857"/>
              <a:gd name="connsiteY37" fmla="*/ 560029 h 918356"/>
              <a:gd name="connsiteX38" fmla="*/ 2699673 w 9517857"/>
              <a:gd name="connsiteY38" fmla="*/ 556400 h 918356"/>
              <a:gd name="connsiteX39" fmla="*/ 2727306 w 9517857"/>
              <a:gd name="connsiteY39" fmla="*/ 550698 h 918356"/>
              <a:gd name="connsiteX40" fmla="*/ 2730451 w 9517857"/>
              <a:gd name="connsiteY40" fmla="*/ 538058 h 918356"/>
              <a:gd name="connsiteX41" fmla="*/ 2768713 w 9517857"/>
              <a:gd name="connsiteY41" fmla="*/ 521575 h 918356"/>
              <a:gd name="connsiteX42" fmla="*/ 2820868 w 9517857"/>
              <a:gd name="connsiteY42" fmla="*/ 514160 h 918356"/>
              <a:gd name="connsiteX43" fmla="*/ 3073635 w 9517857"/>
              <a:gd name="connsiteY43" fmla="*/ 491294 h 918356"/>
              <a:gd name="connsiteX44" fmla="*/ 3222071 w 9517857"/>
              <a:gd name="connsiteY44" fmla="*/ 470559 h 918356"/>
              <a:gd name="connsiteX45" fmla="*/ 3274069 w 9517857"/>
              <a:gd name="connsiteY45" fmla="*/ 451605 h 918356"/>
              <a:gd name="connsiteX46" fmla="*/ 3349632 w 9517857"/>
              <a:gd name="connsiteY46" fmla="*/ 432583 h 918356"/>
              <a:gd name="connsiteX47" fmla="*/ 3479593 w 9517857"/>
              <a:gd name="connsiteY47" fmla="*/ 390437 h 918356"/>
              <a:gd name="connsiteX48" fmla="*/ 3660110 w 9517857"/>
              <a:gd name="connsiteY48" fmla="*/ 348726 h 918356"/>
              <a:gd name="connsiteX49" fmla="*/ 3750023 w 9517857"/>
              <a:gd name="connsiteY49" fmla="*/ 370678 h 918356"/>
              <a:gd name="connsiteX50" fmla="*/ 3844133 w 9517857"/>
              <a:gd name="connsiteY50" fmla="*/ 360648 h 918356"/>
              <a:gd name="connsiteX51" fmla="*/ 3913545 w 9517857"/>
              <a:gd name="connsiteY51" fmla="*/ 344235 h 918356"/>
              <a:gd name="connsiteX52" fmla="*/ 4266740 w 9517857"/>
              <a:gd name="connsiteY52" fmla="*/ 361454 h 918356"/>
              <a:gd name="connsiteX53" fmla="*/ 4430770 w 9517857"/>
              <a:gd name="connsiteY53" fmla="*/ 342643 h 918356"/>
              <a:gd name="connsiteX54" fmla="*/ 4512664 w 9517857"/>
              <a:gd name="connsiteY54" fmla="*/ 319948 h 918356"/>
              <a:gd name="connsiteX55" fmla="*/ 4616423 w 9517857"/>
              <a:gd name="connsiteY55" fmla="*/ 290914 h 918356"/>
              <a:gd name="connsiteX56" fmla="*/ 4691675 w 9517857"/>
              <a:gd name="connsiteY56" fmla="*/ 254011 h 918356"/>
              <a:gd name="connsiteX57" fmla="*/ 4689051 w 9517857"/>
              <a:gd name="connsiteY57" fmla="*/ 250968 h 918356"/>
              <a:gd name="connsiteX58" fmla="*/ 4719994 w 9517857"/>
              <a:gd name="connsiteY58" fmla="*/ 245307 h 918356"/>
              <a:gd name="connsiteX59" fmla="*/ 4752894 w 9517857"/>
              <a:gd name="connsiteY59" fmla="*/ 239875 h 918356"/>
              <a:gd name="connsiteX60" fmla="*/ 4769329 w 9517857"/>
              <a:gd name="connsiteY60" fmla="*/ 233585 h 918356"/>
              <a:gd name="connsiteX61" fmla="*/ 4775634 w 9517857"/>
              <a:gd name="connsiteY61" fmla="*/ 234063 h 918356"/>
              <a:gd name="connsiteX62" fmla="*/ 4790452 w 9517857"/>
              <a:gd name="connsiteY62" fmla="*/ 233572 h 918356"/>
              <a:gd name="connsiteX63" fmla="*/ 4789062 w 9517857"/>
              <a:gd name="connsiteY63" fmla="*/ 241924 h 918356"/>
              <a:gd name="connsiteX64" fmla="*/ 4827826 w 9517857"/>
              <a:gd name="connsiteY64" fmla="*/ 246977 h 918356"/>
              <a:gd name="connsiteX65" fmla="*/ 4892569 w 9517857"/>
              <a:gd name="connsiteY65" fmla="*/ 249933 h 918356"/>
              <a:gd name="connsiteX66" fmla="*/ 4896611 w 9517857"/>
              <a:gd name="connsiteY66" fmla="*/ 240448 h 918356"/>
              <a:gd name="connsiteX67" fmla="*/ 4917286 w 9517857"/>
              <a:gd name="connsiteY67" fmla="*/ 243659 h 918356"/>
              <a:gd name="connsiteX68" fmla="*/ 4981173 w 9517857"/>
              <a:gd name="connsiteY68" fmla="*/ 247103 h 918356"/>
              <a:gd name="connsiteX69" fmla="*/ 5060397 w 9517857"/>
              <a:gd name="connsiteY69" fmla="*/ 263688 h 918356"/>
              <a:gd name="connsiteX70" fmla="*/ 5252996 w 9517857"/>
              <a:gd name="connsiteY70" fmla="*/ 270655 h 918356"/>
              <a:gd name="connsiteX71" fmla="*/ 5358056 w 9517857"/>
              <a:gd name="connsiteY71" fmla="*/ 247248 h 918356"/>
              <a:gd name="connsiteX72" fmla="*/ 5426496 w 9517857"/>
              <a:gd name="connsiteY72" fmla="*/ 235142 h 918356"/>
              <a:gd name="connsiteX73" fmla="*/ 5497161 w 9517857"/>
              <a:gd name="connsiteY73" fmla="*/ 228808 h 918356"/>
              <a:gd name="connsiteX74" fmla="*/ 5826043 w 9517857"/>
              <a:gd name="connsiteY74" fmla="*/ 148073 h 918356"/>
              <a:gd name="connsiteX75" fmla="*/ 6013415 w 9517857"/>
              <a:gd name="connsiteY75" fmla="*/ 137316 h 918356"/>
              <a:gd name="connsiteX76" fmla="*/ 6080994 w 9517857"/>
              <a:gd name="connsiteY76" fmla="*/ 142938 h 918356"/>
              <a:gd name="connsiteX77" fmla="*/ 6194152 w 9517857"/>
              <a:gd name="connsiteY77" fmla="*/ 151772 h 918356"/>
              <a:gd name="connsiteX78" fmla="*/ 6281379 w 9517857"/>
              <a:gd name="connsiteY78" fmla="*/ 181626 h 918356"/>
              <a:gd name="connsiteX79" fmla="*/ 6374947 w 9517857"/>
              <a:gd name="connsiteY79" fmla="*/ 179799 h 918356"/>
              <a:gd name="connsiteX80" fmla="*/ 6448518 w 9517857"/>
              <a:gd name="connsiteY80" fmla="*/ 164378 h 918356"/>
              <a:gd name="connsiteX81" fmla="*/ 6544700 w 9517857"/>
              <a:gd name="connsiteY81" fmla="*/ 167161 h 918356"/>
              <a:gd name="connsiteX82" fmla="*/ 6648353 w 9517857"/>
              <a:gd name="connsiteY82" fmla="*/ 172250 h 918356"/>
              <a:gd name="connsiteX83" fmla="*/ 6736227 w 9517857"/>
              <a:gd name="connsiteY83" fmla="*/ 173216 h 918356"/>
              <a:gd name="connsiteX84" fmla="*/ 6977218 w 9517857"/>
              <a:gd name="connsiteY84" fmla="*/ 184289 h 918356"/>
              <a:gd name="connsiteX85" fmla="*/ 7065221 w 9517857"/>
              <a:gd name="connsiteY85" fmla="*/ 227531 h 918356"/>
              <a:gd name="connsiteX86" fmla="*/ 7565449 w 9517857"/>
              <a:gd name="connsiteY86" fmla="*/ 258950 h 918356"/>
              <a:gd name="connsiteX87" fmla="*/ 7599285 w 9517857"/>
              <a:gd name="connsiteY87" fmla="*/ 266021 h 918356"/>
              <a:gd name="connsiteX88" fmla="*/ 7644411 w 9517857"/>
              <a:gd name="connsiteY88" fmla="*/ 258986 h 918356"/>
              <a:gd name="connsiteX89" fmla="*/ 7825110 w 9517857"/>
              <a:gd name="connsiteY89" fmla="*/ 229109 h 918356"/>
              <a:gd name="connsiteX90" fmla="*/ 7965804 w 9517857"/>
              <a:gd name="connsiteY90" fmla="*/ 190545 h 918356"/>
              <a:gd name="connsiteX91" fmla="*/ 8147401 w 9517857"/>
              <a:gd name="connsiteY91" fmla="*/ 205617 h 918356"/>
              <a:gd name="connsiteX92" fmla="*/ 8256033 w 9517857"/>
              <a:gd name="connsiteY92" fmla="*/ 193713 h 918356"/>
              <a:gd name="connsiteX93" fmla="*/ 8551625 w 9517857"/>
              <a:gd name="connsiteY93" fmla="*/ 161517 h 918356"/>
              <a:gd name="connsiteX94" fmla="*/ 8715976 w 9517857"/>
              <a:gd name="connsiteY94" fmla="*/ 178374 h 918356"/>
              <a:gd name="connsiteX95" fmla="*/ 8778827 w 9517857"/>
              <a:gd name="connsiteY95" fmla="*/ 172936 h 918356"/>
              <a:gd name="connsiteX96" fmla="*/ 8840778 w 9517857"/>
              <a:gd name="connsiteY96" fmla="*/ 143149 h 918356"/>
              <a:gd name="connsiteX97" fmla="*/ 9010380 w 9517857"/>
              <a:gd name="connsiteY97" fmla="*/ 91891 h 918356"/>
              <a:gd name="connsiteX98" fmla="*/ 9110856 w 9517857"/>
              <a:gd name="connsiteY98" fmla="*/ 70997 h 918356"/>
              <a:gd name="connsiteX99" fmla="*/ 9268817 w 9517857"/>
              <a:gd name="connsiteY99" fmla="*/ 53082 h 918356"/>
              <a:gd name="connsiteX100" fmla="*/ 9316667 w 9517857"/>
              <a:gd name="connsiteY100" fmla="*/ 45047 h 918356"/>
              <a:gd name="connsiteX101" fmla="*/ 9428209 w 9517857"/>
              <a:gd name="connsiteY101" fmla="*/ 29923 h 918356"/>
              <a:gd name="connsiteX102" fmla="*/ 9517856 w 9517857"/>
              <a:gd name="connsiteY102" fmla="*/ 0 h 918356"/>
              <a:gd name="connsiteX0" fmla="*/ 4686423 w 9517857"/>
              <a:gd name="connsiteY0" fmla="*/ 247907 h 918344"/>
              <a:gd name="connsiteX1" fmla="*/ 4689051 w 9517857"/>
              <a:gd name="connsiteY1" fmla="*/ 250956 h 918344"/>
              <a:gd name="connsiteX2" fmla="*/ 4687244 w 9517857"/>
              <a:gd name="connsiteY2" fmla="*/ 251286 h 918344"/>
              <a:gd name="connsiteX3" fmla="*/ 4686423 w 9517857"/>
              <a:gd name="connsiteY3" fmla="*/ 247907 h 918344"/>
              <a:gd name="connsiteX4" fmla="*/ 4685225 w 9517857"/>
              <a:gd name="connsiteY4" fmla="*/ 246518 h 918344"/>
              <a:gd name="connsiteX5" fmla="*/ 4686133 w 9517857"/>
              <a:gd name="connsiteY5" fmla="*/ 246715 h 918344"/>
              <a:gd name="connsiteX6" fmla="*/ 4686423 w 9517857"/>
              <a:gd name="connsiteY6" fmla="*/ 247907 h 918344"/>
              <a:gd name="connsiteX7" fmla="*/ 4685225 w 9517857"/>
              <a:gd name="connsiteY7" fmla="*/ 246518 h 918344"/>
              <a:gd name="connsiteX8" fmla="*/ 9428209 w 9517857"/>
              <a:gd name="connsiteY8" fmla="*/ 29911 h 918344"/>
              <a:gd name="connsiteX9" fmla="*/ 9517857 w 9517857"/>
              <a:gd name="connsiteY9" fmla="*/ 0 h 918344"/>
              <a:gd name="connsiteX10" fmla="*/ 9517857 w 9517857"/>
              <a:gd name="connsiteY10" fmla="*/ 918344 h 918344"/>
              <a:gd name="connsiteX11" fmla="*/ 14604 w 9517857"/>
              <a:gd name="connsiteY11" fmla="*/ 918344 h 918344"/>
              <a:gd name="connsiteX12" fmla="*/ 12841 w 9517857"/>
              <a:gd name="connsiteY12" fmla="*/ 917751 h 918344"/>
              <a:gd name="connsiteX13" fmla="*/ 93 w 9517857"/>
              <a:gd name="connsiteY13" fmla="*/ 912459 h 918344"/>
              <a:gd name="connsiteX14" fmla="*/ 58674 w 9517857"/>
              <a:gd name="connsiteY14" fmla="*/ 890310 h 918344"/>
              <a:gd name="connsiteX15" fmla="*/ 275005 w 9517857"/>
              <a:gd name="connsiteY15" fmla="*/ 807217 h 918344"/>
              <a:gd name="connsiteX16" fmla="*/ 587824 w 9517857"/>
              <a:gd name="connsiteY16" fmla="*/ 798183 h 918344"/>
              <a:gd name="connsiteX17" fmla="*/ 651826 w 9517857"/>
              <a:gd name="connsiteY17" fmla="*/ 738326 h 918344"/>
              <a:gd name="connsiteX18" fmla="*/ 727985 w 9517857"/>
              <a:gd name="connsiteY18" fmla="*/ 719814 h 918344"/>
              <a:gd name="connsiteX19" fmla="*/ 778982 w 9517857"/>
              <a:gd name="connsiteY19" fmla="*/ 710130 h 918344"/>
              <a:gd name="connsiteX20" fmla="*/ 849944 w 9517857"/>
              <a:gd name="connsiteY20" fmla="*/ 717975 h 918344"/>
              <a:gd name="connsiteX21" fmla="*/ 921659 w 9517857"/>
              <a:gd name="connsiteY21" fmla="*/ 712683 h 918344"/>
              <a:gd name="connsiteX22" fmla="*/ 930946 w 9517857"/>
              <a:gd name="connsiteY22" fmla="*/ 734034 h 918344"/>
              <a:gd name="connsiteX23" fmla="*/ 986250 w 9517857"/>
              <a:gd name="connsiteY23" fmla="*/ 713518 h 918344"/>
              <a:gd name="connsiteX24" fmla="*/ 1013752 w 9517857"/>
              <a:gd name="connsiteY24" fmla="*/ 713349 h 918344"/>
              <a:gd name="connsiteX25" fmla="*/ 1023734 w 9517857"/>
              <a:gd name="connsiteY25" fmla="*/ 718559 h 918344"/>
              <a:gd name="connsiteX26" fmla="*/ 1063207 w 9517857"/>
              <a:gd name="connsiteY26" fmla="*/ 715639 h 918344"/>
              <a:gd name="connsiteX27" fmla="*/ 1081980 w 9517857"/>
              <a:gd name="connsiteY27" fmla="*/ 738443 h 918344"/>
              <a:gd name="connsiteX28" fmla="*/ 1218120 w 9517857"/>
              <a:gd name="connsiteY28" fmla="*/ 713268 h 918344"/>
              <a:gd name="connsiteX29" fmla="*/ 1397459 w 9517857"/>
              <a:gd name="connsiteY29" fmla="*/ 691178 h 918344"/>
              <a:gd name="connsiteX30" fmla="*/ 1580688 w 9517857"/>
              <a:gd name="connsiteY30" fmla="*/ 693685 h 918344"/>
              <a:gd name="connsiteX31" fmla="*/ 1772334 w 9517857"/>
              <a:gd name="connsiteY31" fmla="*/ 710628 h 918344"/>
              <a:gd name="connsiteX32" fmla="*/ 2002561 w 9517857"/>
              <a:gd name="connsiteY32" fmla="*/ 659905 h 918344"/>
              <a:gd name="connsiteX33" fmla="*/ 2135144 w 9517857"/>
              <a:gd name="connsiteY33" fmla="*/ 636489 h 918344"/>
              <a:gd name="connsiteX34" fmla="*/ 2440292 w 9517857"/>
              <a:gd name="connsiteY34" fmla="*/ 593850 h 918344"/>
              <a:gd name="connsiteX35" fmla="*/ 2547829 w 9517857"/>
              <a:gd name="connsiteY35" fmla="*/ 566138 h 918344"/>
              <a:gd name="connsiteX36" fmla="*/ 2658055 w 9517857"/>
              <a:gd name="connsiteY36" fmla="*/ 578715 h 918344"/>
              <a:gd name="connsiteX37" fmla="*/ 2693698 w 9517857"/>
              <a:gd name="connsiteY37" fmla="*/ 560017 h 918344"/>
              <a:gd name="connsiteX38" fmla="*/ 2699673 w 9517857"/>
              <a:gd name="connsiteY38" fmla="*/ 556388 h 918344"/>
              <a:gd name="connsiteX39" fmla="*/ 2727306 w 9517857"/>
              <a:gd name="connsiteY39" fmla="*/ 550686 h 918344"/>
              <a:gd name="connsiteX40" fmla="*/ 2730451 w 9517857"/>
              <a:gd name="connsiteY40" fmla="*/ 538046 h 918344"/>
              <a:gd name="connsiteX41" fmla="*/ 2768713 w 9517857"/>
              <a:gd name="connsiteY41" fmla="*/ 521563 h 918344"/>
              <a:gd name="connsiteX42" fmla="*/ 2820868 w 9517857"/>
              <a:gd name="connsiteY42" fmla="*/ 514148 h 918344"/>
              <a:gd name="connsiteX43" fmla="*/ 3073635 w 9517857"/>
              <a:gd name="connsiteY43" fmla="*/ 491282 h 918344"/>
              <a:gd name="connsiteX44" fmla="*/ 3222071 w 9517857"/>
              <a:gd name="connsiteY44" fmla="*/ 470547 h 918344"/>
              <a:gd name="connsiteX45" fmla="*/ 3274069 w 9517857"/>
              <a:gd name="connsiteY45" fmla="*/ 451593 h 918344"/>
              <a:gd name="connsiteX46" fmla="*/ 3349632 w 9517857"/>
              <a:gd name="connsiteY46" fmla="*/ 432571 h 918344"/>
              <a:gd name="connsiteX47" fmla="*/ 3479593 w 9517857"/>
              <a:gd name="connsiteY47" fmla="*/ 390425 h 918344"/>
              <a:gd name="connsiteX48" fmla="*/ 3660110 w 9517857"/>
              <a:gd name="connsiteY48" fmla="*/ 348714 h 918344"/>
              <a:gd name="connsiteX49" fmla="*/ 3750023 w 9517857"/>
              <a:gd name="connsiteY49" fmla="*/ 370666 h 918344"/>
              <a:gd name="connsiteX50" fmla="*/ 3844133 w 9517857"/>
              <a:gd name="connsiteY50" fmla="*/ 360636 h 918344"/>
              <a:gd name="connsiteX51" fmla="*/ 3913545 w 9517857"/>
              <a:gd name="connsiteY51" fmla="*/ 344223 h 918344"/>
              <a:gd name="connsiteX52" fmla="*/ 4266740 w 9517857"/>
              <a:gd name="connsiteY52" fmla="*/ 361442 h 918344"/>
              <a:gd name="connsiteX53" fmla="*/ 4430770 w 9517857"/>
              <a:gd name="connsiteY53" fmla="*/ 342631 h 918344"/>
              <a:gd name="connsiteX54" fmla="*/ 4512664 w 9517857"/>
              <a:gd name="connsiteY54" fmla="*/ 319936 h 918344"/>
              <a:gd name="connsiteX55" fmla="*/ 4616423 w 9517857"/>
              <a:gd name="connsiteY55" fmla="*/ 290902 h 918344"/>
              <a:gd name="connsiteX56" fmla="*/ 4691675 w 9517857"/>
              <a:gd name="connsiteY56" fmla="*/ 253999 h 918344"/>
              <a:gd name="connsiteX57" fmla="*/ 4689051 w 9517857"/>
              <a:gd name="connsiteY57" fmla="*/ 250956 h 918344"/>
              <a:gd name="connsiteX58" fmla="*/ 4719994 w 9517857"/>
              <a:gd name="connsiteY58" fmla="*/ 245295 h 918344"/>
              <a:gd name="connsiteX59" fmla="*/ 4752894 w 9517857"/>
              <a:gd name="connsiteY59" fmla="*/ 239863 h 918344"/>
              <a:gd name="connsiteX60" fmla="*/ 4769329 w 9517857"/>
              <a:gd name="connsiteY60" fmla="*/ 233573 h 918344"/>
              <a:gd name="connsiteX61" fmla="*/ 4775634 w 9517857"/>
              <a:gd name="connsiteY61" fmla="*/ 234051 h 918344"/>
              <a:gd name="connsiteX62" fmla="*/ 4790452 w 9517857"/>
              <a:gd name="connsiteY62" fmla="*/ 233560 h 918344"/>
              <a:gd name="connsiteX63" fmla="*/ 4789062 w 9517857"/>
              <a:gd name="connsiteY63" fmla="*/ 241912 h 918344"/>
              <a:gd name="connsiteX64" fmla="*/ 4827826 w 9517857"/>
              <a:gd name="connsiteY64" fmla="*/ 246965 h 918344"/>
              <a:gd name="connsiteX65" fmla="*/ 4892569 w 9517857"/>
              <a:gd name="connsiteY65" fmla="*/ 249921 h 918344"/>
              <a:gd name="connsiteX66" fmla="*/ 4896611 w 9517857"/>
              <a:gd name="connsiteY66" fmla="*/ 240436 h 918344"/>
              <a:gd name="connsiteX67" fmla="*/ 4917286 w 9517857"/>
              <a:gd name="connsiteY67" fmla="*/ 243647 h 918344"/>
              <a:gd name="connsiteX68" fmla="*/ 4981173 w 9517857"/>
              <a:gd name="connsiteY68" fmla="*/ 247091 h 918344"/>
              <a:gd name="connsiteX69" fmla="*/ 5060397 w 9517857"/>
              <a:gd name="connsiteY69" fmla="*/ 263676 h 918344"/>
              <a:gd name="connsiteX70" fmla="*/ 5252996 w 9517857"/>
              <a:gd name="connsiteY70" fmla="*/ 270643 h 918344"/>
              <a:gd name="connsiteX71" fmla="*/ 5358056 w 9517857"/>
              <a:gd name="connsiteY71" fmla="*/ 247236 h 918344"/>
              <a:gd name="connsiteX72" fmla="*/ 5426496 w 9517857"/>
              <a:gd name="connsiteY72" fmla="*/ 235130 h 918344"/>
              <a:gd name="connsiteX73" fmla="*/ 5497161 w 9517857"/>
              <a:gd name="connsiteY73" fmla="*/ 228796 h 918344"/>
              <a:gd name="connsiteX74" fmla="*/ 5826043 w 9517857"/>
              <a:gd name="connsiteY74" fmla="*/ 148061 h 918344"/>
              <a:gd name="connsiteX75" fmla="*/ 6013415 w 9517857"/>
              <a:gd name="connsiteY75" fmla="*/ 137304 h 918344"/>
              <a:gd name="connsiteX76" fmla="*/ 6080994 w 9517857"/>
              <a:gd name="connsiteY76" fmla="*/ 142926 h 918344"/>
              <a:gd name="connsiteX77" fmla="*/ 6194152 w 9517857"/>
              <a:gd name="connsiteY77" fmla="*/ 151760 h 918344"/>
              <a:gd name="connsiteX78" fmla="*/ 6281379 w 9517857"/>
              <a:gd name="connsiteY78" fmla="*/ 181614 h 918344"/>
              <a:gd name="connsiteX79" fmla="*/ 6374947 w 9517857"/>
              <a:gd name="connsiteY79" fmla="*/ 179787 h 918344"/>
              <a:gd name="connsiteX80" fmla="*/ 6448518 w 9517857"/>
              <a:gd name="connsiteY80" fmla="*/ 164366 h 918344"/>
              <a:gd name="connsiteX81" fmla="*/ 6544700 w 9517857"/>
              <a:gd name="connsiteY81" fmla="*/ 167149 h 918344"/>
              <a:gd name="connsiteX82" fmla="*/ 6648353 w 9517857"/>
              <a:gd name="connsiteY82" fmla="*/ 172238 h 918344"/>
              <a:gd name="connsiteX83" fmla="*/ 6736227 w 9517857"/>
              <a:gd name="connsiteY83" fmla="*/ 173204 h 918344"/>
              <a:gd name="connsiteX84" fmla="*/ 6977218 w 9517857"/>
              <a:gd name="connsiteY84" fmla="*/ 184277 h 918344"/>
              <a:gd name="connsiteX85" fmla="*/ 7065221 w 9517857"/>
              <a:gd name="connsiteY85" fmla="*/ 227519 h 918344"/>
              <a:gd name="connsiteX86" fmla="*/ 7565449 w 9517857"/>
              <a:gd name="connsiteY86" fmla="*/ 258938 h 918344"/>
              <a:gd name="connsiteX87" fmla="*/ 7599285 w 9517857"/>
              <a:gd name="connsiteY87" fmla="*/ 266009 h 918344"/>
              <a:gd name="connsiteX88" fmla="*/ 7644411 w 9517857"/>
              <a:gd name="connsiteY88" fmla="*/ 258974 h 918344"/>
              <a:gd name="connsiteX89" fmla="*/ 7825110 w 9517857"/>
              <a:gd name="connsiteY89" fmla="*/ 229097 h 918344"/>
              <a:gd name="connsiteX90" fmla="*/ 7965804 w 9517857"/>
              <a:gd name="connsiteY90" fmla="*/ 190533 h 918344"/>
              <a:gd name="connsiteX91" fmla="*/ 8147401 w 9517857"/>
              <a:gd name="connsiteY91" fmla="*/ 205605 h 918344"/>
              <a:gd name="connsiteX92" fmla="*/ 8256033 w 9517857"/>
              <a:gd name="connsiteY92" fmla="*/ 193701 h 918344"/>
              <a:gd name="connsiteX93" fmla="*/ 8551625 w 9517857"/>
              <a:gd name="connsiteY93" fmla="*/ 161505 h 918344"/>
              <a:gd name="connsiteX94" fmla="*/ 8715976 w 9517857"/>
              <a:gd name="connsiteY94" fmla="*/ 178362 h 918344"/>
              <a:gd name="connsiteX95" fmla="*/ 8778827 w 9517857"/>
              <a:gd name="connsiteY95" fmla="*/ 172924 h 918344"/>
              <a:gd name="connsiteX96" fmla="*/ 8840778 w 9517857"/>
              <a:gd name="connsiteY96" fmla="*/ 143137 h 918344"/>
              <a:gd name="connsiteX97" fmla="*/ 9010380 w 9517857"/>
              <a:gd name="connsiteY97" fmla="*/ 91879 h 918344"/>
              <a:gd name="connsiteX98" fmla="*/ 9110856 w 9517857"/>
              <a:gd name="connsiteY98" fmla="*/ 70985 h 918344"/>
              <a:gd name="connsiteX99" fmla="*/ 9268817 w 9517857"/>
              <a:gd name="connsiteY99" fmla="*/ 53070 h 918344"/>
              <a:gd name="connsiteX100" fmla="*/ 9316667 w 9517857"/>
              <a:gd name="connsiteY100" fmla="*/ 45035 h 918344"/>
              <a:gd name="connsiteX101" fmla="*/ 9428209 w 9517857"/>
              <a:gd name="connsiteY101" fmla="*/ 29911 h 918344"/>
              <a:gd name="connsiteX0" fmla="*/ 4686423 w 9517857"/>
              <a:gd name="connsiteY0" fmla="*/ 247907 h 918344"/>
              <a:gd name="connsiteX1" fmla="*/ 4689051 w 9517857"/>
              <a:gd name="connsiteY1" fmla="*/ 250956 h 918344"/>
              <a:gd name="connsiteX2" fmla="*/ 4687244 w 9517857"/>
              <a:gd name="connsiteY2" fmla="*/ 251286 h 918344"/>
              <a:gd name="connsiteX3" fmla="*/ 4686423 w 9517857"/>
              <a:gd name="connsiteY3" fmla="*/ 247907 h 918344"/>
              <a:gd name="connsiteX4" fmla="*/ 4685225 w 9517857"/>
              <a:gd name="connsiteY4" fmla="*/ 246518 h 918344"/>
              <a:gd name="connsiteX5" fmla="*/ 4686133 w 9517857"/>
              <a:gd name="connsiteY5" fmla="*/ 246715 h 918344"/>
              <a:gd name="connsiteX6" fmla="*/ 4686423 w 9517857"/>
              <a:gd name="connsiteY6" fmla="*/ 247907 h 918344"/>
              <a:gd name="connsiteX7" fmla="*/ 4685225 w 9517857"/>
              <a:gd name="connsiteY7" fmla="*/ 246518 h 918344"/>
              <a:gd name="connsiteX8" fmla="*/ 9428209 w 9517857"/>
              <a:gd name="connsiteY8" fmla="*/ 29911 h 918344"/>
              <a:gd name="connsiteX9" fmla="*/ 9517857 w 9517857"/>
              <a:gd name="connsiteY9" fmla="*/ 0 h 918344"/>
              <a:gd name="connsiteX10" fmla="*/ 9517857 w 9517857"/>
              <a:gd name="connsiteY10" fmla="*/ 918344 h 918344"/>
              <a:gd name="connsiteX11" fmla="*/ 14604 w 9517857"/>
              <a:gd name="connsiteY11" fmla="*/ 918344 h 918344"/>
              <a:gd name="connsiteX12" fmla="*/ 12841 w 9517857"/>
              <a:gd name="connsiteY12" fmla="*/ 917751 h 918344"/>
              <a:gd name="connsiteX13" fmla="*/ 93 w 9517857"/>
              <a:gd name="connsiteY13" fmla="*/ 912459 h 918344"/>
              <a:gd name="connsiteX14" fmla="*/ 58674 w 9517857"/>
              <a:gd name="connsiteY14" fmla="*/ 890310 h 918344"/>
              <a:gd name="connsiteX15" fmla="*/ 275005 w 9517857"/>
              <a:gd name="connsiteY15" fmla="*/ 807217 h 918344"/>
              <a:gd name="connsiteX16" fmla="*/ 587824 w 9517857"/>
              <a:gd name="connsiteY16" fmla="*/ 798183 h 918344"/>
              <a:gd name="connsiteX17" fmla="*/ 651826 w 9517857"/>
              <a:gd name="connsiteY17" fmla="*/ 738326 h 918344"/>
              <a:gd name="connsiteX18" fmla="*/ 727985 w 9517857"/>
              <a:gd name="connsiteY18" fmla="*/ 719814 h 918344"/>
              <a:gd name="connsiteX19" fmla="*/ 778982 w 9517857"/>
              <a:gd name="connsiteY19" fmla="*/ 710130 h 918344"/>
              <a:gd name="connsiteX20" fmla="*/ 849944 w 9517857"/>
              <a:gd name="connsiteY20" fmla="*/ 717975 h 918344"/>
              <a:gd name="connsiteX21" fmla="*/ 921659 w 9517857"/>
              <a:gd name="connsiteY21" fmla="*/ 712683 h 918344"/>
              <a:gd name="connsiteX22" fmla="*/ 930946 w 9517857"/>
              <a:gd name="connsiteY22" fmla="*/ 734034 h 918344"/>
              <a:gd name="connsiteX23" fmla="*/ 986250 w 9517857"/>
              <a:gd name="connsiteY23" fmla="*/ 713518 h 918344"/>
              <a:gd name="connsiteX24" fmla="*/ 1013752 w 9517857"/>
              <a:gd name="connsiteY24" fmla="*/ 713349 h 918344"/>
              <a:gd name="connsiteX25" fmla="*/ 1023734 w 9517857"/>
              <a:gd name="connsiteY25" fmla="*/ 718559 h 918344"/>
              <a:gd name="connsiteX26" fmla="*/ 1063207 w 9517857"/>
              <a:gd name="connsiteY26" fmla="*/ 715639 h 918344"/>
              <a:gd name="connsiteX27" fmla="*/ 1081980 w 9517857"/>
              <a:gd name="connsiteY27" fmla="*/ 738443 h 918344"/>
              <a:gd name="connsiteX28" fmla="*/ 1218120 w 9517857"/>
              <a:gd name="connsiteY28" fmla="*/ 713268 h 918344"/>
              <a:gd name="connsiteX29" fmla="*/ 1397459 w 9517857"/>
              <a:gd name="connsiteY29" fmla="*/ 691178 h 918344"/>
              <a:gd name="connsiteX30" fmla="*/ 1580688 w 9517857"/>
              <a:gd name="connsiteY30" fmla="*/ 693685 h 918344"/>
              <a:gd name="connsiteX31" fmla="*/ 1772334 w 9517857"/>
              <a:gd name="connsiteY31" fmla="*/ 710628 h 918344"/>
              <a:gd name="connsiteX32" fmla="*/ 2002561 w 9517857"/>
              <a:gd name="connsiteY32" fmla="*/ 659905 h 918344"/>
              <a:gd name="connsiteX33" fmla="*/ 2135144 w 9517857"/>
              <a:gd name="connsiteY33" fmla="*/ 636489 h 918344"/>
              <a:gd name="connsiteX34" fmla="*/ 2440292 w 9517857"/>
              <a:gd name="connsiteY34" fmla="*/ 593850 h 918344"/>
              <a:gd name="connsiteX35" fmla="*/ 2547829 w 9517857"/>
              <a:gd name="connsiteY35" fmla="*/ 566138 h 918344"/>
              <a:gd name="connsiteX36" fmla="*/ 2658055 w 9517857"/>
              <a:gd name="connsiteY36" fmla="*/ 578715 h 918344"/>
              <a:gd name="connsiteX37" fmla="*/ 2693698 w 9517857"/>
              <a:gd name="connsiteY37" fmla="*/ 560017 h 918344"/>
              <a:gd name="connsiteX38" fmla="*/ 2699673 w 9517857"/>
              <a:gd name="connsiteY38" fmla="*/ 556388 h 918344"/>
              <a:gd name="connsiteX39" fmla="*/ 2727306 w 9517857"/>
              <a:gd name="connsiteY39" fmla="*/ 550686 h 918344"/>
              <a:gd name="connsiteX40" fmla="*/ 2730451 w 9517857"/>
              <a:gd name="connsiteY40" fmla="*/ 538046 h 918344"/>
              <a:gd name="connsiteX41" fmla="*/ 2768713 w 9517857"/>
              <a:gd name="connsiteY41" fmla="*/ 521563 h 918344"/>
              <a:gd name="connsiteX42" fmla="*/ 2820868 w 9517857"/>
              <a:gd name="connsiteY42" fmla="*/ 514148 h 918344"/>
              <a:gd name="connsiteX43" fmla="*/ 3073635 w 9517857"/>
              <a:gd name="connsiteY43" fmla="*/ 491282 h 918344"/>
              <a:gd name="connsiteX44" fmla="*/ 3222071 w 9517857"/>
              <a:gd name="connsiteY44" fmla="*/ 470547 h 918344"/>
              <a:gd name="connsiteX45" fmla="*/ 3274069 w 9517857"/>
              <a:gd name="connsiteY45" fmla="*/ 451593 h 918344"/>
              <a:gd name="connsiteX46" fmla="*/ 3349632 w 9517857"/>
              <a:gd name="connsiteY46" fmla="*/ 432571 h 918344"/>
              <a:gd name="connsiteX47" fmla="*/ 3479593 w 9517857"/>
              <a:gd name="connsiteY47" fmla="*/ 390425 h 918344"/>
              <a:gd name="connsiteX48" fmla="*/ 3660110 w 9517857"/>
              <a:gd name="connsiteY48" fmla="*/ 348714 h 918344"/>
              <a:gd name="connsiteX49" fmla="*/ 3750023 w 9517857"/>
              <a:gd name="connsiteY49" fmla="*/ 370666 h 918344"/>
              <a:gd name="connsiteX50" fmla="*/ 3844133 w 9517857"/>
              <a:gd name="connsiteY50" fmla="*/ 360636 h 918344"/>
              <a:gd name="connsiteX51" fmla="*/ 3913545 w 9517857"/>
              <a:gd name="connsiteY51" fmla="*/ 344223 h 918344"/>
              <a:gd name="connsiteX52" fmla="*/ 4266740 w 9517857"/>
              <a:gd name="connsiteY52" fmla="*/ 361442 h 918344"/>
              <a:gd name="connsiteX53" fmla="*/ 4430770 w 9517857"/>
              <a:gd name="connsiteY53" fmla="*/ 342631 h 918344"/>
              <a:gd name="connsiteX54" fmla="*/ 4512664 w 9517857"/>
              <a:gd name="connsiteY54" fmla="*/ 319936 h 918344"/>
              <a:gd name="connsiteX55" fmla="*/ 4616423 w 9517857"/>
              <a:gd name="connsiteY55" fmla="*/ 290902 h 918344"/>
              <a:gd name="connsiteX56" fmla="*/ 4691675 w 9517857"/>
              <a:gd name="connsiteY56" fmla="*/ 253999 h 918344"/>
              <a:gd name="connsiteX57" fmla="*/ 4689051 w 9517857"/>
              <a:gd name="connsiteY57" fmla="*/ 250956 h 918344"/>
              <a:gd name="connsiteX58" fmla="*/ 4719994 w 9517857"/>
              <a:gd name="connsiteY58" fmla="*/ 245295 h 918344"/>
              <a:gd name="connsiteX59" fmla="*/ 4752894 w 9517857"/>
              <a:gd name="connsiteY59" fmla="*/ 239863 h 918344"/>
              <a:gd name="connsiteX60" fmla="*/ 4769329 w 9517857"/>
              <a:gd name="connsiteY60" fmla="*/ 233573 h 918344"/>
              <a:gd name="connsiteX61" fmla="*/ 4775634 w 9517857"/>
              <a:gd name="connsiteY61" fmla="*/ 234051 h 918344"/>
              <a:gd name="connsiteX62" fmla="*/ 4790452 w 9517857"/>
              <a:gd name="connsiteY62" fmla="*/ 233560 h 918344"/>
              <a:gd name="connsiteX63" fmla="*/ 4789062 w 9517857"/>
              <a:gd name="connsiteY63" fmla="*/ 241912 h 918344"/>
              <a:gd name="connsiteX64" fmla="*/ 4827826 w 9517857"/>
              <a:gd name="connsiteY64" fmla="*/ 246965 h 918344"/>
              <a:gd name="connsiteX65" fmla="*/ 4892569 w 9517857"/>
              <a:gd name="connsiteY65" fmla="*/ 249921 h 918344"/>
              <a:gd name="connsiteX66" fmla="*/ 4896611 w 9517857"/>
              <a:gd name="connsiteY66" fmla="*/ 240436 h 918344"/>
              <a:gd name="connsiteX67" fmla="*/ 4917286 w 9517857"/>
              <a:gd name="connsiteY67" fmla="*/ 243647 h 918344"/>
              <a:gd name="connsiteX68" fmla="*/ 5060397 w 9517857"/>
              <a:gd name="connsiteY68" fmla="*/ 263676 h 918344"/>
              <a:gd name="connsiteX69" fmla="*/ 5252996 w 9517857"/>
              <a:gd name="connsiteY69" fmla="*/ 270643 h 918344"/>
              <a:gd name="connsiteX70" fmla="*/ 5358056 w 9517857"/>
              <a:gd name="connsiteY70" fmla="*/ 247236 h 918344"/>
              <a:gd name="connsiteX71" fmla="*/ 5426496 w 9517857"/>
              <a:gd name="connsiteY71" fmla="*/ 235130 h 918344"/>
              <a:gd name="connsiteX72" fmla="*/ 5497161 w 9517857"/>
              <a:gd name="connsiteY72" fmla="*/ 228796 h 918344"/>
              <a:gd name="connsiteX73" fmla="*/ 5826043 w 9517857"/>
              <a:gd name="connsiteY73" fmla="*/ 148061 h 918344"/>
              <a:gd name="connsiteX74" fmla="*/ 6013415 w 9517857"/>
              <a:gd name="connsiteY74" fmla="*/ 137304 h 918344"/>
              <a:gd name="connsiteX75" fmla="*/ 6080994 w 9517857"/>
              <a:gd name="connsiteY75" fmla="*/ 142926 h 918344"/>
              <a:gd name="connsiteX76" fmla="*/ 6194152 w 9517857"/>
              <a:gd name="connsiteY76" fmla="*/ 151760 h 918344"/>
              <a:gd name="connsiteX77" fmla="*/ 6281379 w 9517857"/>
              <a:gd name="connsiteY77" fmla="*/ 181614 h 918344"/>
              <a:gd name="connsiteX78" fmla="*/ 6374947 w 9517857"/>
              <a:gd name="connsiteY78" fmla="*/ 179787 h 918344"/>
              <a:gd name="connsiteX79" fmla="*/ 6448518 w 9517857"/>
              <a:gd name="connsiteY79" fmla="*/ 164366 h 918344"/>
              <a:gd name="connsiteX80" fmla="*/ 6544700 w 9517857"/>
              <a:gd name="connsiteY80" fmla="*/ 167149 h 918344"/>
              <a:gd name="connsiteX81" fmla="*/ 6648353 w 9517857"/>
              <a:gd name="connsiteY81" fmla="*/ 172238 h 918344"/>
              <a:gd name="connsiteX82" fmla="*/ 6736227 w 9517857"/>
              <a:gd name="connsiteY82" fmla="*/ 173204 h 918344"/>
              <a:gd name="connsiteX83" fmla="*/ 6977218 w 9517857"/>
              <a:gd name="connsiteY83" fmla="*/ 184277 h 918344"/>
              <a:gd name="connsiteX84" fmla="*/ 7065221 w 9517857"/>
              <a:gd name="connsiteY84" fmla="*/ 227519 h 918344"/>
              <a:gd name="connsiteX85" fmla="*/ 7565449 w 9517857"/>
              <a:gd name="connsiteY85" fmla="*/ 258938 h 918344"/>
              <a:gd name="connsiteX86" fmla="*/ 7599285 w 9517857"/>
              <a:gd name="connsiteY86" fmla="*/ 266009 h 918344"/>
              <a:gd name="connsiteX87" fmla="*/ 7644411 w 9517857"/>
              <a:gd name="connsiteY87" fmla="*/ 258974 h 918344"/>
              <a:gd name="connsiteX88" fmla="*/ 7825110 w 9517857"/>
              <a:gd name="connsiteY88" fmla="*/ 229097 h 918344"/>
              <a:gd name="connsiteX89" fmla="*/ 7965804 w 9517857"/>
              <a:gd name="connsiteY89" fmla="*/ 190533 h 918344"/>
              <a:gd name="connsiteX90" fmla="*/ 8147401 w 9517857"/>
              <a:gd name="connsiteY90" fmla="*/ 205605 h 918344"/>
              <a:gd name="connsiteX91" fmla="*/ 8256033 w 9517857"/>
              <a:gd name="connsiteY91" fmla="*/ 193701 h 918344"/>
              <a:gd name="connsiteX92" fmla="*/ 8551625 w 9517857"/>
              <a:gd name="connsiteY92" fmla="*/ 161505 h 918344"/>
              <a:gd name="connsiteX93" fmla="*/ 8715976 w 9517857"/>
              <a:gd name="connsiteY93" fmla="*/ 178362 h 918344"/>
              <a:gd name="connsiteX94" fmla="*/ 8778827 w 9517857"/>
              <a:gd name="connsiteY94" fmla="*/ 172924 h 918344"/>
              <a:gd name="connsiteX95" fmla="*/ 8840778 w 9517857"/>
              <a:gd name="connsiteY95" fmla="*/ 143137 h 918344"/>
              <a:gd name="connsiteX96" fmla="*/ 9010380 w 9517857"/>
              <a:gd name="connsiteY96" fmla="*/ 91879 h 918344"/>
              <a:gd name="connsiteX97" fmla="*/ 9110856 w 9517857"/>
              <a:gd name="connsiteY97" fmla="*/ 70985 h 918344"/>
              <a:gd name="connsiteX98" fmla="*/ 9268817 w 9517857"/>
              <a:gd name="connsiteY98" fmla="*/ 53070 h 918344"/>
              <a:gd name="connsiteX99" fmla="*/ 9316667 w 9517857"/>
              <a:gd name="connsiteY99" fmla="*/ 45035 h 918344"/>
              <a:gd name="connsiteX100" fmla="*/ 9428209 w 9517857"/>
              <a:gd name="connsiteY100" fmla="*/ 29911 h 918344"/>
              <a:gd name="connsiteX0" fmla="*/ 4686423 w 9517857"/>
              <a:gd name="connsiteY0" fmla="*/ 247907 h 918344"/>
              <a:gd name="connsiteX1" fmla="*/ 4689051 w 9517857"/>
              <a:gd name="connsiteY1" fmla="*/ 250956 h 918344"/>
              <a:gd name="connsiteX2" fmla="*/ 4687244 w 9517857"/>
              <a:gd name="connsiteY2" fmla="*/ 251286 h 918344"/>
              <a:gd name="connsiteX3" fmla="*/ 4686423 w 9517857"/>
              <a:gd name="connsiteY3" fmla="*/ 247907 h 918344"/>
              <a:gd name="connsiteX4" fmla="*/ 4685225 w 9517857"/>
              <a:gd name="connsiteY4" fmla="*/ 246518 h 918344"/>
              <a:gd name="connsiteX5" fmla="*/ 4686133 w 9517857"/>
              <a:gd name="connsiteY5" fmla="*/ 246715 h 918344"/>
              <a:gd name="connsiteX6" fmla="*/ 4686423 w 9517857"/>
              <a:gd name="connsiteY6" fmla="*/ 247907 h 918344"/>
              <a:gd name="connsiteX7" fmla="*/ 4685225 w 9517857"/>
              <a:gd name="connsiteY7" fmla="*/ 246518 h 918344"/>
              <a:gd name="connsiteX8" fmla="*/ 9428209 w 9517857"/>
              <a:gd name="connsiteY8" fmla="*/ 29911 h 918344"/>
              <a:gd name="connsiteX9" fmla="*/ 9517857 w 9517857"/>
              <a:gd name="connsiteY9" fmla="*/ 0 h 918344"/>
              <a:gd name="connsiteX10" fmla="*/ 9517857 w 9517857"/>
              <a:gd name="connsiteY10" fmla="*/ 918344 h 918344"/>
              <a:gd name="connsiteX11" fmla="*/ 14604 w 9517857"/>
              <a:gd name="connsiteY11" fmla="*/ 918344 h 918344"/>
              <a:gd name="connsiteX12" fmla="*/ 12841 w 9517857"/>
              <a:gd name="connsiteY12" fmla="*/ 917751 h 918344"/>
              <a:gd name="connsiteX13" fmla="*/ 93 w 9517857"/>
              <a:gd name="connsiteY13" fmla="*/ 912459 h 918344"/>
              <a:gd name="connsiteX14" fmla="*/ 58674 w 9517857"/>
              <a:gd name="connsiteY14" fmla="*/ 890310 h 918344"/>
              <a:gd name="connsiteX15" fmla="*/ 275005 w 9517857"/>
              <a:gd name="connsiteY15" fmla="*/ 807217 h 918344"/>
              <a:gd name="connsiteX16" fmla="*/ 587824 w 9517857"/>
              <a:gd name="connsiteY16" fmla="*/ 798183 h 918344"/>
              <a:gd name="connsiteX17" fmla="*/ 651826 w 9517857"/>
              <a:gd name="connsiteY17" fmla="*/ 738326 h 918344"/>
              <a:gd name="connsiteX18" fmla="*/ 727985 w 9517857"/>
              <a:gd name="connsiteY18" fmla="*/ 719814 h 918344"/>
              <a:gd name="connsiteX19" fmla="*/ 778982 w 9517857"/>
              <a:gd name="connsiteY19" fmla="*/ 710130 h 918344"/>
              <a:gd name="connsiteX20" fmla="*/ 849944 w 9517857"/>
              <a:gd name="connsiteY20" fmla="*/ 717975 h 918344"/>
              <a:gd name="connsiteX21" fmla="*/ 921659 w 9517857"/>
              <a:gd name="connsiteY21" fmla="*/ 712683 h 918344"/>
              <a:gd name="connsiteX22" fmla="*/ 930946 w 9517857"/>
              <a:gd name="connsiteY22" fmla="*/ 734034 h 918344"/>
              <a:gd name="connsiteX23" fmla="*/ 986250 w 9517857"/>
              <a:gd name="connsiteY23" fmla="*/ 713518 h 918344"/>
              <a:gd name="connsiteX24" fmla="*/ 1013752 w 9517857"/>
              <a:gd name="connsiteY24" fmla="*/ 713349 h 918344"/>
              <a:gd name="connsiteX25" fmla="*/ 1023734 w 9517857"/>
              <a:gd name="connsiteY25" fmla="*/ 718559 h 918344"/>
              <a:gd name="connsiteX26" fmla="*/ 1063207 w 9517857"/>
              <a:gd name="connsiteY26" fmla="*/ 715639 h 918344"/>
              <a:gd name="connsiteX27" fmla="*/ 1081980 w 9517857"/>
              <a:gd name="connsiteY27" fmla="*/ 738443 h 918344"/>
              <a:gd name="connsiteX28" fmla="*/ 1218120 w 9517857"/>
              <a:gd name="connsiteY28" fmla="*/ 713268 h 918344"/>
              <a:gd name="connsiteX29" fmla="*/ 1397459 w 9517857"/>
              <a:gd name="connsiteY29" fmla="*/ 691178 h 918344"/>
              <a:gd name="connsiteX30" fmla="*/ 1580688 w 9517857"/>
              <a:gd name="connsiteY30" fmla="*/ 693685 h 918344"/>
              <a:gd name="connsiteX31" fmla="*/ 1772334 w 9517857"/>
              <a:gd name="connsiteY31" fmla="*/ 710628 h 918344"/>
              <a:gd name="connsiteX32" fmla="*/ 2002561 w 9517857"/>
              <a:gd name="connsiteY32" fmla="*/ 659905 h 918344"/>
              <a:gd name="connsiteX33" fmla="*/ 2135144 w 9517857"/>
              <a:gd name="connsiteY33" fmla="*/ 636489 h 918344"/>
              <a:gd name="connsiteX34" fmla="*/ 2440292 w 9517857"/>
              <a:gd name="connsiteY34" fmla="*/ 593850 h 918344"/>
              <a:gd name="connsiteX35" fmla="*/ 2547829 w 9517857"/>
              <a:gd name="connsiteY35" fmla="*/ 566138 h 918344"/>
              <a:gd name="connsiteX36" fmla="*/ 2658055 w 9517857"/>
              <a:gd name="connsiteY36" fmla="*/ 578715 h 918344"/>
              <a:gd name="connsiteX37" fmla="*/ 2693698 w 9517857"/>
              <a:gd name="connsiteY37" fmla="*/ 560017 h 918344"/>
              <a:gd name="connsiteX38" fmla="*/ 2699673 w 9517857"/>
              <a:gd name="connsiteY38" fmla="*/ 556388 h 918344"/>
              <a:gd name="connsiteX39" fmla="*/ 2727306 w 9517857"/>
              <a:gd name="connsiteY39" fmla="*/ 550686 h 918344"/>
              <a:gd name="connsiteX40" fmla="*/ 2730451 w 9517857"/>
              <a:gd name="connsiteY40" fmla="*/ 538046 h 918344"/>
              <a:gd name="connsiteX41" fmla="*/ 2768713 w 9517857"/>
              <a:gd name="connsiteY41" fmla="*/ 521563 h 918344"/>
              <a:gd name="connsiteX42" fmla="*/ 2820868 w 9517857"/>
              <a:gd name="connsiteY42" fmla="*/ 514148 h 918344"/>
              <a:gd name="connsiteX43" fmla="*/ 3073635 w 9517857"/>
              <a:gd name="connsiteY43" fmla="*/ 491282 h 918344"/>
              <a:gd name="connsiteX44" fmla="*/ 3222071 w 9517857"/>
              <a:gd name="connsiteY44" fmla="*/ 470547 h 918344"/>
              <a:gd name="connsiteX45" fmla="*/ 3274069 w 9517857"/>
              <a:gd name="connsiteY45" fmla="*/ 451593 h 918344"/>
              <a:gd name="connsiteX46" fmla="*/ 3349632 w 9517857"/>
              <a:gd name="connsiteY46" fmla="*/ 432571 h 918344"/>
              <a:gd name="connsiteX47" fmla="*/ 3479593 w 9517857"/>
              <a:gd name="connsiteY47" fmla="*/ 390425 h 918344"/>
              <a:gd name="connsiteX48" fmla="*/ 3750023 w 9517857"/>
              <a:gd name="connsiteY48" fmla="*/ 370666 h 918344"/>
              <a:gd name="connsiteX49" fmla="*/ 3844133 w 9517857"/>
              <a:gd name="connsiteY49" fmla="*/ 360636 h 918344"/>
              <a:gd name="connsiteX50" fmla="*/ 3913545 w 9517857"/>
              <a:gd name="connsiteY50" fmla="*/ 344223 h 918344"/>
              <a:gd name="connsiteX51" fmla="*/ 4266740 w 9517857"/>
              <a:gd name="connsiteY51" fmla="*/ 361442 h 918344"/>
              <a:gd name="connsiteX52" fmla="*/ 4430770 w 9517857"/>
              <a:gd name="connsiteY52" fmla="*/ 342631 h 918344"/>
              <a:gd name="connsiteX53" fmla="*/ 4512664 w 9517857"/>
              <a:gd name="connsiteY53" fmla="*/ 319936 h 918344"/>
              <a:gd name="connsiteX54" fmla="*/ 4616423 w 9517857"/>
              <a:gd name="connsiteY54" fmla="*/ 290902 h 918344"/>
              <a:gd name="connsiteX55" fmla="*/ 4691675 w 9517857"/>
              <a:gd name="connsiteY55" fmla="*/ 253999 h 918344"/>
              <a:gd name="connsiteX56" fmla="*/ 4689051 w 9517857"/>
              <a:gd name="connsiteY56" fmla="*/ 250956 h 918344"/>
              <a:gd name="connsiteX57" fmla="*/ 4719994 w 9517857"/>
              <a:gd name="connsiteY57" fmla="*/ 245295 h 918344"/>
              <a:gd name="connsiteX58" fmla="*/ 4752894 w 9517857"/>
              <a:gd name="connsiteY58" fmla="*/ 239863 h 918344"/>
              <a:gd name="connsiteX59" fmla="*/ 4769329 w 9517857"/>
              <a:gd name="connsiteY59" fmla="*/ 233573 h 918344"/>
              <a:gd name="connsiteX60" fmla="*/ 4775634 w 9517857"/>
              <a:gd name="connsiteY60" fmla="*/ 234051 h 918344"/>
              <a:gd name="connsiteX61" fmla="*/ 4790452 w 9517857"/>
              <a:gd name="connsiteY61" fmla="*/ 233560 h 918344"/>
              <a:gd name="connsiteX62" fmla="*/ 4789062 w 9517857"/>
              <a:gd name="connsiteY62" fmla="*/ 241912 h 918344"/>
              <a:gd name="connsiteX63" fmla="*/ 4827826 w 9517857"/>
              <a:gd name="connsiteY63" fmla="*/ 246965 h 918344"/>
              <a:gd name="connsiteX64" fmla="*/ 4892569 w 9517857"/>
              <a:gd name="connsiteY64" fmla="*/ 249921 h 918344"/>
              <a:gd name="connsiteX65" fmla="*/ 4896611 w 9517857"/>
              <a:gd name="connsiteY65" fmla="*/ 240436 h 918344"/>
              <a:gd name="connsiteX66" fmla="*/ 4917286 w 9517857"/>
              <a:gd name="connsiteY66" fmla="*/ 243647 h 918344"/>
              <a:gd name="connsiteX67" fmla="*/ 5060397 w 9517857"/>
              <a:gd name="connsiteY67" fmla="*/ 263676 h 918344"/>
              <a:gd name="connsiteX68" fmla="*/ 5252996 w 9517857"/>
              <a:gd name="connsiteY68" fmla="*/ 270643 h 918344"/>
              <a:gd name="connsiteX69" fmla="*/ 5358056 w 9517857"/>
              <a:gd name="connsiteY69" fmla="*/ 247236 h 918344"/>
              <a:gd name="connsiteX70" fmla="*/ 5426496 w 9517857"/>
              <a:gd name="connsiteY70" fmla="*/ 235130 h 918344"/>
              <a:gd name="connsiteX71" fmla="*/ 5497161 w 9517857"/>
              <a:gd name="connsiteY71" fmla="*/ 228796 h 918344"/>
              <a:gd name="connsiteX72" fmla="*/ 5826043 w 9517857"/>
              <a:gd name="connsiteY72" fmla="*/ 148061 h 918344"/>
              <a:gd name="connsiteX73" fmla="*/ 6013415 w 9517857"/>
              <a:gd name="connsiteY73" fmla="*/ 137304 h 918344"/>
              <a:gd name="connsiteX74" fmla="*/ 6080994 w 9517857"/>
              <a:gd name="connsiteY74" fmla="*/ 142926 h 918344"/>
              <a:gd name="connsiteX75" fmla="*/ 6194152 w 9517857"/>
              <a:gd name="connsiteY75" fmla="*/ 151760 h 918344"/>
              <a:gd name="connsiteX76" fmla="*/ 6281379 w 9517857"/>
              <a:gd name="connsiteY76" fmla="*/ 181614 h 918344"/>
              <a:gd name="connsiteX77" fmla="*/ 6374947 w 9517857"/>
              <a:gd name="connsiteY77" fmla="*/ 179787 h 918344"/>
              <a:gd name="connsiteX78" fmla="*/ 6448518 w 9517857"/>
              <a:gd name="connsiteY78" fmla="*/ 164366 h 918344"/>
              <a:gd name="connsiteX79" fmla="*/ 6544700 w 9517857"/>
              <a:gd name="connsiteY79" fmla="*/ 167149 h 918344"/>
              <a:gd name="connsiteX80" fmla="*/ 6648353 w 9517857"/>
              <a:gd name="connsiteY80" fmla="*/ 172238 h 918344"/>
              <a:gd name="connsiteX81" fmla="*/ 6736227 w 9517857"/>
              <a:gd name="connsiteY81" fmla="*/ 173204 h 918344"/>
              <a:gd name="connsiteX82" fmla="*/ 6977218 w 9517857"/>
              <a:gd name="connsiteY82" fmla="*/ 184277 h 918344"/>
              <a:gd name="connsiteX83" fmla="*/ 7065221 w 9517857"/>
              <a:gd name="connsiteY83" fmla="*/ 227519 h 918344"/>
              <a:gd name="connsiteX84" fmla="*/ 7565449 w 9517857"/>
              <a:gd name="connsiteY84" fmla="*/ 258938 h 918344"/>
              <a:gd name="connsiteX85" fmla="*/ 7599285 w 9517857"/>
              <a:gd name="connsiteY85" fmla="*/ 266009 h 918344"/>
              <a:gd name="connsiteX86" fmla="*/ 7644411 w 9517857"/>
              <a:gd name="connsiteY86" fmla="*/ 258974 h 918344"/>
              <a:gd name="connsiteX87" fmla="*/ 7825110 w 9517857"/>
              <a:gd name="connsiteY87" fmla="*/ 229097 h 918344"/>
              <a:gd name="connsiteX88" fmla="*/ 7965804 w 9517857"/>
              <a:gd name="connsiteY88" fmla="*/ 190533 h 918344"/>
              <a:gd name="connsiteX89" fmla="*/ 8147401 w 9517857"/>
              <a:gd name="connsiteY89" fmla="*/ 205605 h 918344"/>
              <a:gd name="connsiteX90" fmla="*/ 8256033 w 9517857"/>
              <a:gd name="connsiteY90" fmla="*/ 193701 h 918344"/>
              <a:gd name="connsiteX91" fmla="*/ 8551625 w 9517857"/>
              <a:gd name="connsiteY91" fmla="*/ 161505 h 918344"/>
              <a:gd name="connsiteX92" fmla="*/ 8715976 w 9517857"/>
              <a:gd name="connsiteY92" fmla="*/ 178362 h 918344"/>
              <a:gd name="connsiteX93" fmla="*/ 8778827 w 9517857"/>
              <a:gd name="connsiteY93" fmla="*/ 172924 h 918344"/>
              <a:gd name="connsiteX94" fmla="*/ 8840778 w 9517857"/>
              <a:gd name="connsiteY94" fmla="*/ 143137 h 918344"/>
              <a:gd name="connsiteX95" fmla="*/ 9010380 w 9517857"/>
              <a:gd name="connsiteY95" fmla="*/ 91879 h 918344"/>
              <a:gd name="connsiteX96" fmla="*/ 9110856 w 9517857"/>
              <a:gd name="connsiteY96" fmla="*/ 70985 h 918344"/>
              <a:gd name="connsiteX97" fmla="*/ 9268817 w 9517857"/>
              <a:gd name="connsiteY97" fmla="*/ 53070 h 918344"/>
              <a:gd name="connsiteX98" fmla="*/ 9316667 w 9517857"/>
              <a:gd name="connsiteY98" fmla="*/ 45035 h 918344"/>
              <a:gd name="connsiteX99" fmla="*/ 9428209 w 9517857"/>
              <a:gd name="connsiteY99" fmla="*/ 29911 h 918344"/>
              <a:gd name="connsiteX0" fmla="*/ 4686423 w 9517857"/>
              <a:gd name="connsiteY0" fmla="*/ 247907 h 918344"/>
              <a:gd name="connsiteX1" fmla="*/ 4689051 w 9517857"/>
              <a:gd name="connsiteY1" fmla="*/ 250956 h 918344"/>
              <a:gd name="connsiteX2" fmla="*/ 4687244 w 9517857"/>
              <a:gd name="connsiteY2" fmla="*/ 251286 h 918344"/>
              <a:gd name="connsiteX3" fmla="*/ 4686423 w 9517857"/>
              <a:gd name="connsiteY3" fmla="*/ 247907 h 918344"/>
              <a:gd name="connsiteX4" fmla="*/ 4685225 w 9517857"/>
              <a:gd name="connsiteY4" fmla="*/ 246518 h 918344"/>
              <a:gd name="connsiteX5" fmla="*/ 4686133 w 9517857"/>
              <a:gd name="connsiteY5" fmla="*/ 246715 h 918344"/>
              <a:gd name="connsiteX6" fmla="*/ 4686423 w 9517857"/>
              <a:gd name="connsiteY6" fmla="*/ 247907 h 918344"/>
              <a:gd name="connsiteX7" fmla="*/ 4685225 w 9517857"/>
              <a:gd name="connsiteY7" fmla="*/ 246518 h 918344"/>
              <a:gd name="connsiteX8" fmla="*/ 9428209 w 9517857"/>
              <a:gd name="connsiteY8" fmla="*/ 29911 h 918344"/>
              <a:gd name="connsiteX9" fmla="*/ 9517857 w 9517857"/>
              <a:gd name="connsiteY9" fmla="*/ 0 h 918344"/>
              <a:gd name="connsiteX10" fmla="*/ 9517857 w 9517857"/>
              <a:gd name="connsiteY10" fmla="*/ 918344 h 918344"/>
              <a:gd name="connsiteX11" fmla="*/ 14604 w 9517857"/>
              <a:gd name="connsiteY11" fmla="*/ 918344 h 918344"/>
              <a:gd name="connsiteX12" fmla="*/ 12841 w 9517857"/>
              <a:gd name="connsiteY12" fmla="*/ 917751 h 918344"/>
              <a:gd name="connsiteX13" fmla="*/ 93 w 9517857"/>
              <a:gd name="connsiteY13" fmla="*/ 912459 h 918344"/>
              <a:gd name="connsiteX14" fmla="*/ 58674 w 9517857"/>
              <a:gd name="connsiteY14" fmla="*/ 890310 h 918344"/>
              <a:gd name="connsiteX15" fmla="*/ 275005 w 9517857"/>
              <a:gd name="connsiteY15" fmla="*/ 807217 h 918344"/>
              <a:gd name="connsiteX16" fmla="*/ 587824 w 9517857"/>
              <a:gd name="connsiteY16" fmla="*/ 798183 h 918344"/>
              <a:gd name="connsiteX17" fmla="*/ 651826 w 9517857"/>
              <a:gd name="connsiteY17" fmla="*/ 738326 h 918344"/>
              <a:gd name="connsiteX18" fmla="*/ 727985 w 9517857"/>
              <a:gd name="connsiteY18" fmla="*/ 719814 h 918344"/>
              <a:gd name="connsiteX19" fmla="*/ 778982 w 9517857"/>
              <a:gd name="connsiteY19" fmla="*/ 710130 h 918344"/>
              <a:gd name="connsiteX20" fmla="*/ 849944 w 9517857"/>
              <a:gd name="connsiteY20" fmla="*/ 717975 h 918344"/>
              <a:gd name="connsiteX21" fmla="*/ 921659 w 9517857"/>
              <a:gd name="connsiteY21" fmla="*/ 712683 h 918344"/>
              <a:gd name="connsiteX22" fmla="*/ 930946 w 9517857"/>
              <a:gd name="connsiteY22" fmla="*/ 734034 h 918344"/>
              <a:gd name="connsiteX23" fmla="*/ 986250 w 9517857"/>
              <a:gd name="connsiteY23" fmla="*/ 713518 h 918344"/>
              <a:gd name="connsiteX24" fmla="*/ 1013752 w 9517857"/>
              <a:gd name="connsiteY24" fmla="*/ 713349 h 918344"/>
              <a:gd name="connsiteX25" fmla="*/ 1023734 w 9517857"/>
              <a:gd name="connsiteY25" fmla="*/ 718559 h 918344"/>
              <a:gd name="connsiteX26" fmla="*/ 1063207 w 9517857"/>
              <a:gd name="connsiteY26" fmla="*/ 715639 h 918344"/>
              <a:gd name="connsiteX27" fmla="*/ 1081980 w 9517857"/>
              <a:gd name="connsiteY27" fmla="*/ 738443 h 918344"/>
              <a:gd name="connsiteX28" fmla="*/ 1218120 w 9517857"/>
              <a:gd name="connsiteY28" fmla="*/ 713268 h 918344"/>
              <a:gd name="connsiteX29" fmla="*/ 1397459 w 9517857"/>
              <a:gd name="connsiteY29" fmla="*/ 691178 h 918344"/>
              <a:gd name="connsiteX30" fmla="*/ 1580688 w 9517857"/>
              <a:gd name="connsiteY30" fmla="*/ 693685 h 918344"/>
              <a:gd name="connsiteX31" fmla="*/ 1772334 w 9517857"/>
              <a:gd name="connsiteY31" fmla="*/ 710628 h 918344"/>
              <a:gd name="connsiteX32" fmla="*/ 2002561 w 9517857"/>
              <a:gd name="connsiteY32" fmla="*/ 659905 h 918344"/>
              <a:gd name="connsiteX33" fmla="*/ 2135144 w 9517857"/>
              <a:gd name="connsiteY33" fmla="*/ 636489 h 918344"/>
              <a:gd name="connsiteX34" fmla="*/ 2440292 w 9517857"/>
              <a:gd name="connsiteY34" fmla="*/ 593850 h 918344"/>
              <a:gd name="connsiteX35" fmla="*/ 2547829 w 9517857"/>
              <a:gd name="connsiteY35" fmla="*/ 566138 h 918344"/>
              <a:gd name="connsiteX36" fmla="*/ 2658055 w 9517857"/>
              <a:gd name="connsiteY36" fmla="*/ 578715 h 918344"/>
              <a:gd name="connsiteX37" fmla="*/ 2693698 w 9517857"/>
              <a:gd name="connsiteY37" fmla="*/ 560017 h 918344"/>
              <a:gd name="connsiteX38" fmla="*/ 2699673 w 9517857"/>
              <a:gd name="connsiteY38" fmla="*/ 556388 h 918344"/>
              <a:gd name="connsiteX39" fmla="*/ 2727306 w 9517857"/>
              <a:gd name="connsiteY39" fmla="*/ 550686 h 918344"/>
              <a:gd name="connsiteX40" fmla="*/ 2730451 w 9517857"/>
              <a:gd name="connsiteY40" fmla="*/ 538046 h 918344"/>
              <a:gd name="connsiteX41" fmla="*/ 2768713 w 9517857"/>
              <a:gd name="connsiteY41" fmla="*/ 521563 h 918344"/>
              <a:gd name="connsiteX42" fmla="*/ 2820868 w 9517857"/>
              <a:gd name="connsiteY42" fmla="*/ 514148 h 918344"/>
              <a:gd name="connsiteX43" fmla="*/ 3073635 w 9517857"/>
              <a:gd name="connsiteY43" fmla="*/ 491282 h 918344"/>
              <a:gd name="connsiteX44" fmla="*/ 3222071 w 9517857"/>
              <a:gd name="connsiteY44" fmla="*/ 470547 h 918344"/>
              <a:gd name="connsiteX45" fmla="*/ 3274069 w 9517857"/>
              <a:gd name="connsiteY45" fmla="*/ 451593 h 918344"/>
              <a:gd name="connsiteX46" fmla="*/ 3349632 w 9517857"/>
              <a:gd name="connsiteY46" fmla="*/ 432571 h 918344"/>
              <a:gd name="connsiteX47" fmla="*/ 3479593 w 9517857"/>
              <a:gd name="connsiteY47" fmla="*/ 390425 h 918344"/>
              <a:gd name="connsiteX48" fmla="*/ 3750023 w 9517857"/>
              <a:gd name="connsiteY48" fmla="*/ 370666 h 918344"/>
              <a:gd name="connsiteX49" fmla="*/ 3844133 w 9517857"/>
              <a:gd name="connsiteY49" fmla="*/ 360636 h 918344"/>
              <a:gd name="connsiteX50" fmla="*/ 3913545 w 9517857"/>
              <a:gd name="connsiteY50" fmla="*/ 344223 h 918344"/>
              <a:gd name="connsiteX51" fmla="*/ 4266740 w 9517857"/>
              <a:gd name="connsiteY51" fmla="*/ 361442 h 918344"/>
              <a:gd name="connsiteX52" fmla="*/ 4430770 w 9517857"/>
              <a:gd name="connsiteY52" fmla="*/ 342631 h 918344"/>
              <a:gd name="connsiteX53" fmla="*/ 4512664 w 9517857"/>
              <a:gd name="connsiteY53" fmla="*/ 319936 h 918344"/>
              <a:gd name="connsiteX54" fmla="*/ 4616423 w 9517857"/>
              <a:gd name="connsiteY54" fmla="*/ 290902 h 918344"/>
              <a:gd name="connsiteX55" fmla="*/ 4691675 w 9517857"/>
              <a:gd name="connsiteY55" fmla="*/ 253999 h 918344"/>
              <a:gd name="connsiteX56" fmla="*/ 4689051 w 9517857"/>
              <a:gd name="connsiteY56" fmla="*/ 250956 h 918344"/>
              <a:gd name="connsiteX57" fmla="*/ 4719994 w 9517857"/>
              <a:gd name="connsiteY57" fmla="*/ 245295 h 918344"/>
              <a:gd name="connsiteX58" fmla="*/ 4752894 w 9517857"/>
              <a:gd name="connsiteY58" fmla="*/ 239863 h 918344"/>
              <a:gd name="connsiteX59" fmla="*/ 4769329 w 9517857"/>
              <a:gd name="connsiteY59" fmla="*/ 233573 h 918344"/>
              <a:gd name="connsiteX60" fmla="*/ 4775634 w 9517857"/>
              <a:gd name="connsiteY60" fmla="*/ 234051 h 918344"/>
              <a:gd name="connsiteX61" fmla="*/ 4790452 w 9517857"/>
              <a:gd name="connsiteY61" fmla="*/ 233560 h 918344"/>
              <a:gd name="connsiteX62" fmla="*/ 4789062 w 9517857"/>
              <a:gd name="connsiteY62" fmla="*/ 241912 h 918344"/>
              <a:gd name="connsiteX63" fmla="*/ 4827826 w 9517857"/>
              <a:gd name="connsiteY63" fmla="*/ 246965 h 918344"/>
              <a:gd name="connsiteX64" fmla="*/ 4892569 w 9517857"/>
              <a:gd name="connsiteY64" fmla="*/ 249921 h 918344"/>
              <a:gd name="connsiteX65" fmla="*/ 4896611 w 9517857"/>
              <a:gd name="connsiteY65" fmla="*/ 240436 h 918344"/>
              <a:gd name="connsiteX66" fmla="*/ 4917286 w 9517857"/>
              <a:gd name="connsiteY66" fmla="*/ 243647 h 918344"/>
              <a:gd name="connsiteX67" fmla="*/ 5060397 w 9517857"/>
              <a:gd name="connsiteY67" fmla="*/ 263676 h 918344"/>
              <a:gd name="connsiteX68" fmla="*/ 5252996 w 9517857"/>
              <a:gd name="connsiteY68" fmla="*/ 270643 h 918344"/>
              <a:gd name="connsiteX69" fmla="*/ 5358056 w 9517857"/>
              <a:gd name="connsiteY69" fmla="*/ 247236 h 918344"/>
              <a:gd name="connsiteX70" fmla="*/ 5426496 w 9517857"/>
              <a:gd name="connsiteY70" fmla="*/ 235130 h 918344"/>
              <a:gd name="connsiteX71" fmla="*/ 5497161 w 9517857"/>
              <a:gd name="connsiteY71" fmla="*/ 228796 h 918344"/>
              <a:gd name="connsiteX72" fmla="*/ 6013415 w 9517857"/>
              <a:gd name="connsiteY72" fmla="*/ 137304 h 918344"/>
              <a:gd name="connsiteX73" fmla="*/ 6080994 w 9517857"/>
              <a:gd name="connsiteY73" fmla="*/ 142926 h 918344"/>
              <a:gd name="connsiteX74" fmla="*/ 6194152 w 9517857"/>
              <a:gd name="connsiteY74" fmla="*/ 151760 h 918344"/>
              <a:gd name="connsiteX75" fmla="*/ 6281379 w 9517857"/>
              <a:gd name="connsiteY75" fmla="*/ 181614 h 918344"/>
              <a:gd name="connsiteX76" fmla="*/ 6374947 w 9517857"/>
              <a:gd name="connsiteY76" fmla="*/ 179787 h 918344"/>
              <a:gd name="connsiteX77" fmla="*/ 6448518 w 9517857"/>
              <a:gd name="connsiteY77" fmla="*/ 164366 h 918344"/>
              <a:gd name="connsiteX78" fmla="*/ 6544700 w 9517857"/>
              <a:gd name="connsiteY78" fmla="*/ 167149 h 918344"/>
              <a:gd name="connsiteX79" fmla="*/ 6648353 w 9517857"/>
              <a:gd name="connsiteY79" fmla="*/ 172238 h 918344"/>
              <a:gd name="connsiteX80" fmla="*/ 6736227 w 9517857"/>
              <a:gd name="connsiteY80" fmla="*/ 173204 h 918344"/>
              <a:gd name="connsiteX81" fmla="*/ 6977218 w 9517857"/>
              <a:gd name="connsiteY81" fmla="*/ 184277 h 918344"/>
              <a:gd name="connsiteX82" fmla="*/ 7065221 w 9517857"/>
              <a:gd name="connsiteY82" fmla="*/ 227519 h 918344"/>
              <a:gd name="connsiteX83" fmla="*/ 7565449 w 9517857"/>
              <a:gd name="connsiteY83" fmla="*/ 258938 h 918344"/>
              <a:gd name="connsiteX84" fmla="*/ 7599285 w 9517857"/>
              <a:gd name="connsiteY84" fmla="*/ 266009 h 918344"/>
              <a:gd name="connsiteX85" fmla="*/ 7644411 w 9517857"/>
              <a:gd name="connsiteY85" fmla="*/ 258974 h 918344"/>
              <a:gd name="connsiteX86" fmla="*/ 7825110 w 9517857"/>
              <a:gd name="connsiteY86" fmla="*/ 229097 h 918344"/>
              <a:gd name="connsiteX87" fmla="*/ 7965804 w 9517857"/>
              <a:gd name="connsiteY87" fmla="*/ 190533 h 918344"/>
              <a:gd name="connsiteX88" fmla="*/ 8147401 w 9517857"/>
              <a:gd name="connsiteY88" fmla="*/ 205605 h 918344"/>
              <a:gd name="connsiteX89" fmla="*/ 8256033 w 9517857"/>
              <a:gd name="connsiteY89" fmla="*/ 193701 h 918344"/>
              <a:gd name="connsiteX90" fmla="*/ 8551625 w 9517857"/>
              <a:gd name="connsiteY90" fmla="*/ 161505 h 918344"/>
              <a:gd name="connsiteX91" fmla="*/ 8715976 w 9517857"/>
              <a:gd name="connsiteY91" fmla="*/ 178362 h 918344"/>
              <a:gd name="connsiteX92" fmla="*/ 8778827 w 9517857"/>
              <a:gd name="connsiteY92" fmla="*/ 172924 h 918344"/>
              <a:gd name="connsiteX93" fmla="*/ 8840778 w 9517857"/>
              <a:gd name="connsiteY93" fmla="*/ 143137 h 918344"/>
              <a:gd name="connsiteX94" fmla="*/ 9010380 w 9517857"/>
              <a:gd name="connsiteY94" fmla="*/ 91879 h 918344"/>
              <a:gd name="connsiteX95" fmla="*/ 9110856 w 9517857"/>
              <a:gd name="connsiteY95" fmla="*/ 70985 h 918344"/>
              <a:gd name="connsiteX96" fmla="*/ 9268817 w 9517857"/>
              <a:gd name="connsiteY96" fmla="*/ 53070 h 918344"/>
              <a:gd name="connsiteX97" fmla="*/ 9316667 w 9517857"/>
              <a:gd name="connsiteY97" fmla="*/ 45035 h 918344"/>
              <a:gd name="connsiteX98" fmla="*/ 9428209 w 9517857"/>
              <a:gd name="connsiteY98" fmla="*/ 29911 h 918344"/>
              <a:gd name="connsiteX0" fmla="*/ 4686423 w 9517857"/>
              <a:gd name="connsiteY0" fmla="*/ 247907 h 918344"/>
              <a:gd name="connsiteX1" fmla="*/ 4689051 w 9517857"/>
              <a:gd name="connsiteY1" fmla="*/ 250956 h 918344"/>
              <a:gd name="connsiteX2" fmla="*/ 4687244 w 9517857"/>
              <a:gd name="connsiteY2" fmla="*/ 251286 h 918344"/>
              <a:gd name="connsiteX3" fmla="*/ 4686423 w 9517857"/>
              <a:gd name="connsiteY3" fmla="*/ 247907 h 918344"/>
              <a:gd name="connsiteX4" fmla="*/ 4685225 w 9517857"/>
              <a:gd name="connsiteY4" fmla="*/ 246518 h 918344"/>
              <a:gd name="connsiteX5" fmla="*/ 4686133 w 9517857"/>
              <a:gd name="connsiteY5" fmla="*/ 246715 h 918344"/>
              <a:gd name="connsiteX6" fmla="*/ 4686423 w 9517857"/>
              <a:gd name="connsiteY6" fmla="*/ 247907 h 918344"/>
              <a:gd name="connsiteX7" fmla="*/ 4685225 w 9517857"/>
              <a:gd name="connsiteY7" fmla="*/ 246518 h 918344"/>
              <a:gd name="connsiteX8" fmla="*/ 9428209 w 9517857"/>
              <a:gd name="connsiteY8" fmla="*/ 29911 h 918344"/>
              <a:gd name="connsiteX9" fmla="*/ 9517857 w 9517857"/>
              <a:gd name="connsiteY9" fmla="*/ 0 h 918344"/>
              <a:gd name="connsiteX10" fmla="*/ 9517857 w 9517857"/>
              <a:gd name="connsiteY10" fmla="*/ 918344 h 918344"/>
              <a:gd name="connsiteX11" fmla="*/ 14604 w 9517857"/>
              <a:gd name="connsiteY11" fmla="*/ 918344 h 918344"/>
              <a:gd name="connsiteX12" fmla="*/ 12841 w 9517857"/>
              <a:gd name="connsiteY12" fmla="*/ 917751 h 918344"/>
              <a:gd name="connsiteX13" fmla="*/ 93 w 9517857"/>
              <a:gd name="connsiteY13" fmla="*/ 912459 h 918344"/>
              <a:gd name="connsiteX14" fmla="*/ 58674 w 9517857"/>
              <a:gd name="connsiteY14" fmla="*/ 890310 h 918344"/>
              <a:gd name="connsiteX15" fmla="*/ 275005 w 9517857"/>
              <a:gd name="connsiteY15" fmla="*/ 807217 h 918344"/>
              <a:gd name="connsiteX16" fmla="*/ 587824 w 9517857"/>
              <a:gd name="connsiteY16" fmla="*/ 798183 h 918344"/>
              <a:gd name="connsiteX17" fmla="*/ 651826 w 9517857"/>
              <a:gd name="connsiteY17" fmla="*/ 738326 h 918344"/>
              <a:gd name="connsiteX18" fmla="*/ 727985 w 9517857"/>
              <a:gd name="connsiteY18" fmla="*/ 719814 h 918344"/>
              <a:gd name="connsiteX19" fmla="*/ 778982 w 9517857"/>
              <a:gd name="connsiteY19" fmla="*/ 710130 h 918344"/>
              <a:gd name="connsiteX20" fmla="*/ 849944 w 9517857"/>
              <a:gd name="connsiteY20" fmla="*/ 717975 h 918344"/>
              <a:gd name="connsiteX21" fmla="*/ 921659 w 9517857"/>
              <a:gd name="connsiteY21" fmla="*/ 712683 h 918344"/>
              <a:gd name="connsiteX22" fmla="*/ 930946 w 9517857"/>
              <a:gd name="connsiteY22" fmla="*/ 734034 h 918344"/>
              <a:gd name="connsiteX23" fmla="*/ 986250 w 9517857"/>
              <a:gd name="connsiteY23" fmla="*/ 713518 h 918344"/>
              <a:gd name="connsiteX24" fmla="*/ 1013752 w 9517857"/>
              <a:gd name="connsiteY24" fmla="*/ 713349 h 918344"/>
              <a:gd name="connsiteX25" fmla="*/ 1023734 w 9517857"/>
              <a:gd name="connsiteY25" fmla="*/ 718559 h 918344"/>
              <a:gd name="connsiteX26" fmla="*/ 1063207 w 9517857"/>
              <a:gd name="connsiteY26" fmla="*/ 715639 h 918344"/>
              <a:gd name="connsiteX27" fmla="*/ 1081980 w 9517857"/>
              <a:gd name="connsiteY27" fmla="*/ 738443 h 918344"/>
              <a:gd name="connsiteX28" fmla="*/ 1218120 w 9517857"/>
              <a:gd name="connsiteY28" fmla="*/ 713268 h 918344"/>
              <a:gd name="connsiteX29" fmla="*/ 1397459 w 9517857"/>
              <a:gd name="connsiteY29" fmla="*/ 691178 h 918344"/>
              <a:gd name="connsiteX30" fmla="*/ 1580688 w 9517857"/>
              <a:gd name="connsiteY30" fmla="*/ 693685 h 918344"/>
              <a:gd name="connsiteX31" fmla="*/ 1772334 w 9517857"/>
              <a:gd name="connsiteY31" fmla="*/ 710628 h 918344"/>
              <a:gd name="connsiteX32" fmla="*/ 2002561 w 9517857"/>
              <a:gd name="connsiteY32" fmla="*/ 659905 h 918344"/>
              <a:gd name="connsiteX33" fmla="*/ 2135144 w 9517857"/>
              <a:gd name="connsiteY33" fmla="*/ 636489 h 918344"/>
              <a:gd name="connsiteX34" fmla="*/ 2440292 w 9517857"/>
              <a:gd name="connsiteY34" fmla="*/ 593850 h 918344"/>
              <a:gd name="connsiteX35" fmla="*/ 2547829 w 9517857"/>
              <a:gd name="connsiteY35" fmla="*/ 566138 h 918344"/>
              <a:gd name="connsiteX36" fmla="*/ 2658055 w 9517857"/>
              <a:gd name="connsiteY36" fmla="*/ 578715 h 918344"/>
              <a:gd name="connsiteX37" fmla="*/ 2693698 w 9517857"/>
              <a:gd name="connsiteY37" fmla="*/ 560017 h 918344"/>
              <a:gd name="connsiteX38" fmla="*/ 2699673 w 9517857"/>
              <a:gd name="connsiteY38" fmla="*/ 556388 h 918344"/>
              <a:gd name="connsiteX39" fmla="*/ 2727306 w 9517857"/>
              <a:gd name="connsiteY39" fmla="*/ 550686 h 918344"/>
              <a:gd name="connsiteX40" fmla="*/ 2730451 w 9517857"/>
              <a:gd name="connsiteY40" fmla="*/ 538046 h 918344"/>
              <a:gd name="connsiteX41" fmla="*/ 2768713 w 9517857"/>
              <a:gd name="connsiteY41" fmla="*/ 521563 h 918344"/>
              <a:gd name="connsiteX42" fmla="*/ 2820868 w 9517857"/>
              <a:gd name="connsiteY42" fmla="*/ 514148 h 918344"/>
              <a:gd name="connsiteX43" fmla="*/ 3073635 w 9517857"/>
              <a:gd name="connsiteY43" fmla="*/ 491282 h 918344"/>
              <a:gd name="connsiteX44" fmla="*/ 3222071 w 9517857"/>
              <a:gd name="connsiteY44" fmla="*/ 470547 h 918344"/>
              <a:gd name="connsiteX45" fmla="*/ 3274069 w 9517857"/>
              <a:gd name="connsiteY45" fmla="*/ 451593 h 918344"/>
              <a:gd name="connsiteX46" fmla="*/ 3349632 w 9517857"/>
              <a:gd name="connsiteY46" fmla="*/ 432571 h 918344"/>
              <a:gd name="connsiteX47" fmla="*/ 3479593 w 9517857"/>
              <a:gd name="connsiteY47" fmla="*/ 390425 h 918344"/>
              <a:gd name="connsiteX48" fmla="*/ 3750023 w 9517857"/>
              <a:gd name="connsiteY48" fmla="*/ 370666 h 918344"/>
              <a:gd name="connsiteX49" fmla="*/ 3844133 w 9517857"/>
              <a:gd name="connsiteY49" fmla="*/ 360636 h 918344"/>
              <a:gd name="connsiteX50" fmla="*/ 3913545 w 9517857"/>
              <a:gd name="connsiteY50" fmla="*/ 344223 h 918344"/>
              <a:gd name="connsiteX51" fmla="*/ 4266740 w 9517857"/>
              <a:gd name="connsiteY51" fmla="*/ 361442 h 918344"/>
              <a:gd name="connsiteX52" fmla="*/ 4430770 w 9517857"/>
              <a:gd name="connsiteY52" fmla="*/ 342631 h 918344"/>
              <a:gd name="connsiteX53" fmla="*/ 4512664 w 9517857"/>
              <a:gd name="connsiteY53" fmla="*/ 319936 h 918344"/>
              <a:gd name="connsiteX54" fmla="*/ 4616423 w 9517857"/>
              <a:gd name="connsiteY54" fmla="*/ 290902 h 918344"/>
              <a:gd name="connsiteX55" fmla="*/ 4691675 w 9517857"/>
              <a:gd name="connsiteY55" fmla="*/ 253999 h 918344"/>
              <a:gd name="connsiteX56" fmla="*/ 4689051 w 9517857"/>
              <a:gd name="connsiteY56" fmla="*/ 250956 h 918344"/>
              <a:gd name="connsiteX57" fmla="*/ 4719994 w 9517857"/>
              <a:gd name="connsiteY57" fmla="*/ 245295 h 918344"/>
              <a:gd name="connsiteX58" fmla="*/ 4752894 w 9517857"/>
              <a:gd name="connsiteY58" fmla="*/ 239863 h 918344"/>
              <a:gd name="connsiteX59" fmla="*/ 4769329 w 9517857"/>
              <a:gd name="connsiteY59" fmla="*/ 233573 h 918344"/>
              <a:gd name="connsiteX60" fmla="*/ 4775634 w 9517857"/>
              <a:gd name="connsiteY60" fmla="*/ 234051 h 918344"/>
              <a:gd name="connsiteX61" fmla="*/ 4790452 w 9517857"/>
              <a:gd name="connsiteY61" fmla="*/ 233560 h 918344"/>
              <a:gd name="connsiteX62" fmla="*/ 4789062 w 9517857"/>
              <a:gd name="connsiteY62" fmla="*/ 241912 h 918344"/>
              <a:gd name="connsiteX63" fmla="*/ 4827826 w 9517857"/>
              <a:gd name="connsiteY63" fmla="*/ 246965 h 918344"/>
              <a:gd name="connsiteX64" fmla="*/ 4892569 w 9517857"/>
              <a:gd name="connsiteY64" fmla="*/ 249921 h 918344"/>
              <a:gd name="connsiteX65" fmla="*/ 4896611 w 9517857"/>
              <a:gd name="connsiteY65" fmla="*/ 240436 h 918344"/>
              <a:gd name="connsiteX66" fmla="*/ 4917286 w 9517857"/>
              <a:gd name="connsiteY66" fmla="*/ 243647 h 918344"/>
              <a:gd name="connsiteX67" fmla="*/ 5060397 w 9517857"/>
              <a:gd name="connsiteY67" fmla="*/ 263676 h 918344"/>
              <a:gd name="connsiteX68" fmla="*/ 5252996 w 9517857"/>
              <a:gd name="connsiteY68" fmla="*/ 270643 h 918344"/>
              <a:gd name="connsiteX69" fmla="*/ 5358056 w 9517857"/>
              <a:gd name="connsiteY69" fmla="*/ 247236 h 918344"/>
              <a:gd name="connsiteX70" fmla="*/ 5426496 w 9517857"/>
              <a:gd name="connsiteY70" fmla="*/ 235130 h 918344"/>
              <a:gd name="connsiteX71" fmla="*/ 5497161 w 9517857"/>
              <a:gd name="connsiteY71" fmla="*/ 228796 h 918344"/>
              <a:gd name="connsiteX72" fmla="*/ 5856152 w 9517857"/>
              <a:gd name="connsiteY72" fmla="*/ 156354 h 918344"/>
              <a:gd name="connsiteX73" fmla="*/ 6080994 w 9517857"/>
              <a:gd name="connsiteY73" fmla="*/ 142926 h 918344"/>
              <a:gd name="connsiteX74" fmla="*/ 6194152 w 9517857"/>
              <a:gd name="connsiteY74" fmla="*/ 151760 h 918344"/>
              <a:gd name="connsiteX75" fmla="*/ 6281379 w 9517857"/>
              <a:gd name="connsiteY75" fmla="*/ 181614 h 918344"/>
              <a:gd name="connsiteX76" fmla="*/ 6374947 w 9517857"/>
              <a:gd name="connsiteY76" fmla="*/ 179787 h 918344"/>
              <a:gd name="connsiteX77" fmla="*/ 6448518 w 9517857"/>
              <a:gd name="connsiteY77" fmla="*/ 164366 h 918344"/>
              <a:gd name="connsiteX78" fmla="*/ 6544700 w 9517857"/>
              <a:gd name="connsiteY78" fmla="*/ 167149 h 918344"/>
              <a:gd name="connsiteX79" fmla="*/ 6648353 w 9517857"/>
              <a:gd name="connsiteY79" fmla="*/ 172238 h 918344"/>
              <a:gd name="connsiteX80" fmla="*/ 6736227 w 9517857"/>
              <a:gd name="connsiteY80" fmla="*/ 173204 h 918344"/>
              <a:gd name="connsiteX81" fmla="*/ 6977218 w 9517857"/>
              <a:gd name="connsiteY81" fmla="*/ 184277 h 918344"/>
              <a:gd name="connsiteX82" fmla="*/ 7065221 w 9517857"/>
              <a:gd name="connsiteY82" fmla="*/ 227519 h 918344"/>
              <a:gd name="connsiteX83" fmla="*/ 7565449 w 9517857"/>
              <a:gd name="connsiteY83" fmla="*/ 258938 h 918344"/>
              <a:gd name="connsiteX84" fmla="*/ 7599285 w 9517857"/>
              <a:gd name="connsiteY84" fmla="*/ 266009 h 918344"/>
              <a:gd name="connsiteX85" fmla="*/ 7644411 w 9517857"/>
              <a:gd name="connsiteY85" fmla="*/ 258974 h 918344"/>
              <a:gd name="connsiteX86" fmla="*/ 7825110 w 9517857"/>
              <a:gd name="connsiteY86" fmla="*/ 229097 h 918344"/>
              <a:gd name="connsiteX87" fmla="*/ 7965804 w 9517857"/>
              <a:gd name="connsiteY87" fmla="*/ 190533 h 918344"/>
              <a:gd name="connsiteX88" fmla="*/ 8147401 w 9517857"/>
              <a:gd name="connsiteY88" fmla="*/ 205605 h 918344"/>
              <a:gd name="connsiteX89" fmla="*/ 8256033 w 9517857"/>
              <a:gd name="connsiteY89" fmla="*/ 193701 h 918344"/>
              <a:gd name="connsiteX90" fmla="*/ 8551625 w 9517857"/>
              <a:gd name="connsiteY90" fmla="*/ 161505 h 918344"/>
              <a:gd name="connsiteX91" fmla="*/ 8715976 w 9517857"/>
              <a:gd name="connsiteY91" fmla="*/ 178362 h 918344"/>
              <a:gd name="connsiteX92" fmla="*/ 8778827 w 9517857"/>
              <a:gd name="connsiteY92" fmla="*/ 172924 h 918344"/>
              <a:gd name="connsiteX93" fmla="*/ 8840778 w 9517857"/>
              <a:gd name="connsiteY93" fmla="*/ 143137 h 918344"/>
              <a:gd name="connsiteX94" fmla="*/ 9010380 w 9517857"/>
              <a:gd name="connsiteY94" fmla="*/ 91879 h 918344"/>
              <a:gd name="connsiteX95" fmla="*/ 9110856 w 9517857"/>
              <a:gd name="connsiteY95" fmla="*/ 70985 h 918344"/>
              <a:gd name="connsiteX96" fmla="*/ 9268817 w 9517857"/>
              <a:gd name="connsiteY96" fmla="*/ 53070 h 918344"/>
              <a:gd name="connsiteX97" fmla="*/ 9316667 w 9517857"/>
              <a:gd name="connsiteY97" fmla="*/ 45035 h 918344"/>
              <a:gd name="connsiteX98" fmla="*/ 9428209 w 9517857"/>
              <a:gd name="connsiteY98" fmla="*/ 29911 h 918344"/>
              <a:gd name="connsiteX0" fmla="*/ 4686423 w 9517857"/>
              <a:gd name="connsiteY0" fmla="*/ 247907 h 918344"/>
              <a:gd name="connsiteX1" fmla="*/ 4689051 w 9517857"/>
              <a:gd name="connsiteY1" fmla="*/ 250956 h 918344"/>
              <a:gd name="connsiteX2" fmla="*/ 4687244 w 9517857"/>
              <a:gd name="connsiteY2" fmla="*/ 251286 h 918344"/>
              <a:gd name="connsiteX3" fmla="*/ 4686423 w 9517857"/>
              <a:gd name="connsiteY3" fmla="*/ 247907 h 918344"/>
              <a:gd name="connsiteX4" fmla="*/ 4685225 w 9517857"/>
              <a:gd name="connsiteY4" fmla="*/ 246518 h 918344"/>
              <a:gd name="connsiteX5" fmla="*/ 4686133 w 9517857"/>
              <a:gd name="connsiteY5" fmla="*/ 246715 h 918344"/>
              <a:gd name="connsiteX6" fmla="*/ 4686423 w 9517857"/>
              <a:gd name="connsiteY6" fmla="*/ 247907 h 918344"/>
              <a:gd name="connsiteX7" fmla="*/ 4685225 w 9517857"/>
              <a:gd name="connsiteY7" fmla="*/ 246518 h 918344"/>
              <a:gd name="connsiteX8" fmla="*/ 9428209 w 9517857"/>
              <a:gd name="connsiteY8" fmla="*/ 29911 h 918344"/>
              <a:gd name="connsiteX9" fmla="*/ 9517857 w 9517857"/>
              <a:gd name="connsiteY9" fmla="*/ 0 h 918344"/>
              <a:gd name="connsiteX10" fmla="*/ 9517857 w 9517857"/>
              <a:gd name="connsiteY10" fmla="*/ 918344 h 918344"/>
              <a:gd name="connsiteX11" fmla="*/ 14604 w 9517857"/>
              <a:gd name="connsiteY11" fmla="*/ 918344 h 918344"/>
              <a:gd name="connsiteX12" fmla="*/ 12841 w 9517857"/>
              <a:gd name="connsiteY12" fmla="*/ 917751 h 918344"/>
              <a:gd name="connsiteX13" fmla="*/ 93 w 9517857"/>
              <a:gd name="connsiteY13" fmla="*/ 912459 h 918344"/>
              <a:gd name="connsiteX14" fmla="*/ 58674 w 9517857"/>
              <a:gd name="connsiteY14" fmla="*/ 890310 h 918344"/>
              <a:gd name="connsiteX15" fmla="*/ 275005 w 9517857"/>
              <a:gd name="connsiteY15" fmla="*/ 807217 h 918344"/>
              <a:gd name="connsiteX16" fmla="*/ 587824 w 9517857"/>
              <a:gd name="connsiteY16" fmla="*/ 798183 h 918344"/>
              <a:gd name="connsiteX17" fmla="*/ 651826 w 9517857"/>
              <a:gd name="connsiteY17" fmla="*/ 738326 h 918344"/>
              <a:gd name="connsiteX18" fmla="*/ 727985 w 9517857"/>
              <a:gd name="connsiteY18" fmla="*/ 719814 h 918344"/>
              <a:gd name="connsiteX19" fmla="*/ 778982 w 9517857"/>
              <a:gd name="connsiteY19" fmla="*/ 710130 h 918344"/>
              <a:gd name="connsiteX20" fmla="*/ 849944 w 9517857"/>
              <a:gd name="connsiteY20" fmla="*/ 717975 h 918344"/>
              <a:gd name="connsiteX21" fmla="*/ 921659 w 9517857"/>
              <a:gd name="connsiteY21" fmla="*/ 712683 h 918344"/>
              <a:gd name="connsiteX22" fmla="*/ 930946 w 9517857"/>
              <a:gd name="connsiteY22" fmla="*/ 734034 h 918344"/>
              <a:gd name="connsiteX23" fmla="*/ 986250 w 9517857"/>
              <a:gd name="connsiteY23" fmla="*/ 713518 h 918344"/>
              <a:gd name="connsiteX24" fmla="*/ 1013752 w 9517857"/>
              <a:gd name="connsiteY24" fmla="*/ 713349 h 918344"/>
              <a:gd name="connsiteX25" fmla="*/ 1023734 w 9517857"/>
              <a:gd name="connsiteY25" fmla="*/ 718559 h 918344"/>
              <a:gd name="connsiteX26" fmla="*/ 1063207 w 9517857"/>
              <a:gd name="connsiteY26" fmla="*/ 715639 h 918344"/>
              <a:gd name="connsiteX27" fmla="*/ 1081980 w 9517857"/>
              <a:gd name="connsiteY27" fmla="*/ 738443 h 918344"/>
              <a:gd name="connsiteX28" fmla="*/ 1218120 w 9517857"/>
              <a:gd name="connsiteY28" fmla="*/ 713268 h 918344"/>
              <a:gd name="connsiteX29" fmla="*/ 1397459 w 9517857"/>
              <a:gd name="connsiteY29" fmla="*/ 691178 h 918344"/>
              <a:gd name="connsiteX30" fmla="*/ 1580688 w 9517857"/>
              <a:gd name="connsiteY30" fmla="*/ 693685 h 918344"/>
              <a:gd name="connsiteX31" fmla="*/ 1772334 w 9517857"/>
              <a:gd name="connsiteY31" fmla="*/ 710628 h 918344"/>
              <a:gd name="connsiteX32" fmla="*/ 2002561 w 9517857"/>
              <a:gd name="connsiteY32" fmla="*/ 659905 h 918344"/>
              <a:gd name="connsiteX33" fmla="*/ 2135144 w 9517857"/>
              <a:gd name="connsiteY33" fmla="*/ 636489 h 918344"/>
              <a:gd name="connsiteX34" fmla="*/ 2440292 w 9517857"/>
              <a:gd name="connsiteY34" fmla="*/ 593850 h 918344"/>
              <a:gd name="connsiteX35" fmla="*/ 2547829 w 9517857"/>
              <a:gd name="connsiteY35" fmla="*/ 566138 h 918344"/>
              <a:gd name="connsiteX36" fmla="*/ 2658055 w 9517857"/>
              <a:gd name="connsiteY36" fmla="*/ 578715 h 918344"/>
              <a:gd name="connsiteX37" fmla="*/ 2693698 w 9517857"/>
              <a:gd name="connsiteY37" fmla="*/ 560017 h 918344"/>
              <a:gd name="connsiteX38" fmla="*/ 2699673 w 9517857"/>
              <a:gd name="connsiteY38" fmla="*/ 556388 h 918344"/>
              <a:gd name="connsiteX39" fmla="*/ 2727306 w 9517857"/>
              <a:gd name="connsiteY39" fmla="*/ 550686 h 918344"/>
              <a:gd name="connsiteX40" fmla="*/ 2730451 w 9517857"/>
              <a:gd name="connsiteY40" fmla="*/ 538046 h 918344"/>
              <a:gd name="connsiteX41" fmla="*/ 2768713 w 9517857"/>
              <a:gd name="connsiteY41" fmla="*/ 521563 h 918344"/>
              <a:gd name="connsiteX42" fmla="*/ 2820868 w 9517857"/>
              <a:gd name="connsiteY42" fmla="*/ 514148 h 918344"/>
              <a:gd name="connsiteX43" fmla="*/ 3073635 w 9517857"/>
              <a:gd name="connsiteY43" fmla="*/ 491282 h 918344"/>
              <a:gd name="connsiteX44" fmla="*/ 3222071 w 9517857"/>
              <a:gd name="connsiteY44" fmla="*/ 470547 h 918344"/>
              <a:gd name="connsiteX45" fmla="*/ 3274069 w 9517857"/>
              <a:gd name="connsiteY45" fmla="*/ 451593 h 918344"/>
              <a:gd name="connsiteX46" fmla="*/ 3349632 w 9517857"/>
              <a:gd name="connsiteY46" fmla="*/ 432571 h 918344"/>
              <a:gd name="connsiteX47" fmla="*/ 3479593 w 9517857"/>
              <a:gd name="connsiteY47" fmla="*/ 390425 h 918344"/>
              <a:gd name="connsiteX48" fmla="*/ 3750023 w 9517857"/>
              <a:gd name="connsiteY48" fmla="*/ 370666 h 918344"/>
              <a:gd name="connsiteX49" fmla="*/ 3844133 w 9517857"/>
              <a:gd name="connsiteY49" fmla="*/ 360636 h 918344"/>
              <a:gd name="connsiteX50" fmla="*/ 3913545 w 9517857"/>
              <a:gd name="connsiteY50" fmla="*/ 344223 h 918344"/>
              <a:gd name="connsiteX51" fmla="*/ 4266740 w 9517857"/>
              <a:gd name="connsiteY51" fmla="*/ 361442 h 918344"/>
              <a:gd name="connsiteX52" fmla="*/ 4430770 w 9517857"/>
              <a:gd name="connsiteY52" fmla="*/ 342631 h 918344"/>
              <a:gd name="connsiteX53" fmla="*/ 4512664 w 9517857"/>
              <a:gd name="connsiteY53" fmla="*/ 319936 h 918344"/>
              <a:gd name="connsiteX54" fmla="*/ 4616423 w 9517857"/>
              <a:gd name="connsiteY54" fmla="*/ 290902 h 918344"/>
              <a:gd name="connsiteX55" fmla="*/ 4691675 w 9517857"/>
              <a:gd name="connsiteY55" fmla="*/ 253999 h 918344"/>
              <a:gd name="connsiteX56" fmla="*/ 4689051 w 9517857"/>
              <a:gd name="connsiteY56" fmla="*/ 250956 h 918344"/>
              <a:gd name="connsiteX57" fmla="*/ 4719994 w 9517857"/>
              <a:gd name="connsiteY57" fmla="*/ 245295 h 918344"/>
              <a:gd name="connsiteX58" fmla="*/ 4752894 w 9517857"/>
              <a:gd name="connsiteY58" fmla="*/ 239863 h 918344"/>
              <a:gd name="connsiteX59" fmla="*/ 4769329 w 9517857"/>
              <a:gd name="connsiteY59" fmla="*/ 233573 h 918344"/>
              <a:gd name="connsiteX60" fmla="*/ 4775634 w 9517857"/>
              <a:gd name="connsiteY60" fmla="*/ 234051 h 918344"/>
              <a:gd name="connsiteX61" fmla="*/ 4790452 w 9517857"/>
              <a:gd name="connsiteY61" fmla="*/ 233560 h 918344"/>
              <a:gd name="connsiteX62" fmla="*/ 4789062 w 9517857"/>
              <a:gd name="connsiteY62" fmla="*/ 241912 h 918344"/>
              <a:gd name="connsiteX63" fmla="*/ 4827826 w 9517857"/>
              <a:gd name="connsiteY63" fmla="*/ 246965 h 918344"/>
              <a:gd name="connsiteX64" fmla="*/ 4892569 w 9517857"/>
              <a:gd name="connsiteY64" fmla="*/ 249921 h 918344"/>
              <a:gd name="connsiteX65" fmla="*/ 4896611 w 9517857"/>
              <a:gd name="connsiteY65" fmla="*/ 240436 h 918344"/>
              <a:gd name="connsiteX66" fmla="*/ 4917286 w 9517857"/>
              <a:gd name="connsiteY66" fmla="*/ 243647 h 918344"/>
              <a:gd name="connsiteX67" fmla="*/ 5060397 w 9517857"/>
              <a:gd name="connsiteY67" fmla="*/ 263676 h 918344"/>
              <a:gd name="connsiteX68" fmla="*/ 5252996 w 9517857"/>
              <a:gd name="connsiteY68" fmla="*/ 270643 h 918344"/>
              <a:gd name="connsiteX69" fmla="*/ 5358056 w 9517857"/>
              <a:gd name="connsiteY69" fmla="*/ 247236 h 918344"/>
              <a:gd name="connsiteX70" fmla="*/ 5426496 w 9517857"/>
              <a:gd name="connsiteY70" fmla="*/ 235130 h 918344"/>
              <a:gd name="connsiteX71" fmla="*/ 5497161 w 9517857"/>
              <a:gd name="connsiteY71" fmla="*/ 228796 h 918344"/>
              <a:gd name="connsiteX72" fmla="*/ 5856152 w 9517857"/>
              <a:gd name="connsiteY72" fmla="*/ 156354 h 918344"/>
              <a:gd name="connsiteX73" fmla="*/ 6014778 w 9517857"/>
              <a:gd name="connsiteY73" fmla="*/ 168326 h 918344"/>
              <a:gd name="connsiteX74" fmla="*/ 6194152 w 9517857"/>
              <a:gd name="connsiteY74" fmla="*/ 151760 h 918344"/>
              <a:gd name="connsiteX75" fmla="*/ 6281379 w 9517857"/>
              <a:gd name="connsiteY75" fmla="*/ 181614 h 918344"/>
              <a:gd name="connsiteX76" fmla="*/ 6374947 w 9517857"/>
              <a:gd name="connsiteY76" fmla="*/ 179787 h 918344"/>
              <a:gd name="connsiteX77" fmla="*/ 6448518 w 9517857"/>
              <a:gd name="connsiteY77" fmla="*/ 164366 h 918344"/>
              <a:gd name="connsiteX78" fmla="*/ 6544700 w 9517857"/>
              <a:gd name="connsiteY78" fmla="*/ 167149 h 918344"/>
              <a:gd name="connsiteX79" fmla="*/ 6648353 w 9517857"/>
              <a:gd name="connsiteY79" fmla="*/ 172238 h 918344"/>
              <a:gd name="connsiteX80" fmla="*/ 6736227 w 9517857"/>
              <a:gd name="connsiteY80" fmla="*/ 173204 h 918344"/>
              <a:gd name="connsiteX81" fmla="*/ 6977218 w 9517857"/>
              <a:gd name="connsiteY81" fmla="*/ 184277 h 918344"/>
              <a:gd name="connsiteX82" fmla="*/ 7065221 w 9517857"/>
              <a:gd name="connsiteY82" fmla="*/ 227519 h 918344"/>
              <a:gd name="connsiteX83" fmla="*/ 7565449 w 9517857"/>
              <a:gd name="connsiteY83" fmla="*/ 258938 h 918344"/>
              <a:gd name="connsiteX84" fmla="*/ 7599285 w 9517857"/>
              <a:gd name="connsiteY84" fmla="*/ 266009 h 918344"/>
              <a:gd name="connsiteX85" fmla="*/ 7644411 w 9517857"/>
              <a:gd name="connsiteY85" fmla="*/ 258974 h 918344"/>
              <a:gd name="connsiteX86" fmla="*/ 7825110 w 9517857"/>
              <a:gd name="connsiteY86" fmla="*/ 229097 h 918344"/>
              <a:gd name="connsiteX87" fmla="*/ 7965804 w 9517857"/>
              <a:gd name="connsiteY87" fmla="*/ 190533 h 918344"/>
              <a:gd name="connsiteX88" fmla="*/ 8147401 w 9517857"/>
              <a:gd name="connsiteY88" fmla="*/ 205605 h 918344"/>
              <a:gd name="connsiteX89" fmla="*/ 8256033 w 9517857"/>
              <a:gd name="connsiteY89" fmla="*/ 193701 h 918344"/>
              <a:gd name="connsiteX90" fmla="*/ 8551625 w 9517857"/>
              <a:gd name="connsiteY90" fmla="*/ 161505 h 918344"/>
              <a:gd name="connsiteX91" fmla="*/ 8715976 w 9517857"/>
              <a:gd name="connsiteY91" fmla="*/ 178362 h 918344"/>
              <a:gd name="connsiteX92" fmla="*/ 8778827 w 9517857"/>
              <a:gd name="connsiteY92" fmla="*/ 172924 h 918344"/>
              <a:gd name="connsiteX93" fmla="*/ 8840778 w 9517857"/>
              <a:gd name="connsiteY93" fmla="*/ 143137 h 918344"/>
              <a:gd name="connsiteX94" fmla="*/ 9010380 w 9517857"/>
              <a:gd name="connsiteY94" fmla="*/ 91879 h 918344"/>
              <a:gd name="connsiteX95" fmla="*/ 9110856 w 9517857"/>
              <a:gd name="connsiteY95" fmla="*/ 70985 h 918344"/>
              <a:gd name="connsiteX96" fmla="*/ 9268817 w 9517857"/>
              <a:gd name="connsiteY96" fmla="*/ 53070 h 918344"/>
              <a:gd name="connsiteX97" fmla="*/ 9316667 w 9517857"/>
              <a:gd name="connsiteY97" fmla="*/ 45035 h 918344"/>
              <a:gd name="connsiteX98" fmla="*/ 9428209 w 9517857"/>
              <a:gd name="connsiteY98" fmla="*/ 29911 h 918344"/>
              <a:gd name="connsiteX0" fmla="*/ 4686423 w 9517857"/>
              <a:gd name="connsiteY0" fmla="*/ 247907 h 918344"/>
              <a:gd name="connsiteX1" fmla="*/ 4689051 w 9517857"/>
              <a:gd name="connsiteY1" fmla="*/ 250956 h 918344"/>
              <a:gd name="connsiteX2" fmla="*/ 4687244 w 9517857"/>
              <a:gd name="connsiteY2" fmla="*/ 251286 h 918344"/>
              <a:gd name="connsiteX3" fmla="*/ 4686423 w 9517857"/>
              <a:gd name="connsiteY3" fmla="*/ 247907 h 918344"/>
              <a:gd name="connsiteX4" fmla="*/ 4685225 w 9517857"/>
              <a:gd name="connsiteY4" fmla="*/ 246518 h 918344"/>
              <a:gd name="connsiteX5" fmla="*/ 4686133 w 9517857"/>
              <a:gd name="connsiteY5" fmla="*/ 246715 h 918344"/>
              <a:gd name="connsiteX6" fmla="*/ 4686423 w 9517857"/>
              <a:gd name="connsiteY6" fmla="*/ 247907 h 918344"/>
              <a:gd name="connsiteX7" fmla="*/ 4685225 w 9517857"/>
              <a:gd name="connsiteY7" fmla="*/ 246518 h 918344"/>
              <a:gd name="connsiteX8" fmla="*/ 9428209 w 9517857"/>
              <a:gd name="connsiteY8" fmla="*/ 29911 h 918344"/>
              <a:gd name="connsiteX9" fmla="*/ 9517857 w 9517857"/>
              <a:gd name="connsiteY9" fmla="*/ 0 h 918344"/>
              <a:gd name="connsiteX10" fmla="*/ 9517857 w 9517857"/>
              <a:gd name="connsiteY10" fmla="*/ 918344 h 918344"/>
              <a:gd name="connsiteX11" fmla="*/ 14604 w 9517857"/>
              <a:gd name="connsiteY11" fmla="*/ 918344 h 918344"/>
              <a:gd name="connsiteX12" fmla="*/ 12841 w 9517857"/>
              <a:gd name="connsiteY12" fmla="*/ 917751 h 918344"/>
              <a:gd name="connsiteX13" fmla="*/ 93 w 9517857"/>
              <a:gd name="connsiteY13" fmla="*/ 912459 h 918344"/>
              <a:gd name="connsiteX14" fmla="*/ 58674 w 9517857"/>
              <a:gd name="connsiteY14" fmla="*/ 890310 h 918344"/>
              <a:gd name="connsiteX15" fmla="*/ 275005 w 9517857"/>
              <a:gd name="connsiteY15" fmla="*/ 807217 h 918344"/>
              <a:gd name="connsiteX16" fmla="*/ 587824 w 9517857"/>
              <a:gd name="connsiteY16" fmla="*/ 798183 h 918344"/>
              <a:gd name="connsiteX17" fmla="*/ 651826 w 9517857"/>
              <a:gd name="connsiteY17" fmla="*/ 738326 h 918344"/>
              <a:gd name="connsiteX18" fmla="*/ 727985 w 9517857"/>
              <a:gd name="connsiteY18" fmla="*/ 719814 h 918344"/>
              <a:gd name="connsiteX19" fmla="*/ 778982 w 9517857"/>
              <a:gd name="connsiteY19" fmla="*/ 710130 h 918344"/>
              <a:gd name="connsiteX20" fmla="*/ 849944 w 9517857"/>
              <a:gd name="connsiteY20" fmla="*/ 717975 h 918344"/>
              <a:gd name="connsiteX21" fmla="*/ 921659 w 9517857"/>
              <a:gd name="connsiteY21" fmla="*/ 712683 h 918344"/>
              <a:gd name="connsiteX22" fmla="*/ 930946 w 9517857"/>
              <a:gd name="connsiteY22" fmla="*/ 734034 h 918344"/>
              <a:gd name="connsiteX23" fmla="*/ 986250 w 9517857"/>
              <a:gd name="connsiteY23" fmla="*/ 713518 h 918344"/>
              <a:gd name="connsiteX24" fmla="*/ 1013752 w 9517857"/>
              <a:gd name="connsiteY24" fmla="*/ 713349 h 918344"/>
              <a:gd name="connsiteX25" fmla="*/ 1023734 w 9517857"/>
              <a:gd name="connsiteY25" fmla="*/ 718559 h 918344"/>
              <a:gd name="connsiteX26" fmla="*/ 1063207 w 9517857"/>
              <a:gd name="connsiteY26" fmla="*/ 715639 h 918344"/>
              <a:gd name="connsiteX27" fmla="*/ 1081980 w 9517857"/>
              <a:gd name="connsiteY27" fmla="*/ 738443 h 918344"/>
              <a:gd name="connsiteX28" fmla="*/ 1218120 w 9517857"/>
              <a:gd name="connsiteY28" fmla="*/ 713268 h 918344"/>
              <a:gd name="connsiteX29" fmla="*/ 1397459 w 9517857"/>
              <a:gd name="connsiteY29" fmla="*/ 691178 h 918344"/>
              <a:gd name="connsiteX30" fmla="*/ 1580688 w 9517857"/>
              <a:gd name="connsiteY30" fmla="*/ 693685 h 918344"/>
              <a:gd name="connsiteX31" fmla="*/ 1772334 w 9517857"/>
              <a:gd name="connsiteY31" fmla="*/ 710628 h 918344"/>
              <a:gd name="connsiteX32" fmla="*/ 2002561 w 9517857"/>
              <a:gd name="connsiteY32" fmla="*/ 659905 h 918344"/>
              <a:gd name="connsiteX33" fmla="*/ 2135144 w 9517857"/>
              <a:gd name="connsiteY33" fmla="*/ 636489 h 918344"/>
              <a:gd name="connsiteX34" fmla="*/ 2440292 w 9517857"/>
              <a:gd name="connsiteY34" fmla="*/ 593850 h 918344"/>
              <a:gd name="connsiteX35" fmla="*/ 2547829 w 9517857"/>
              <a:gd name="connsiteY35" fmla="*/ 566138 h 918344"/>
              <a:gd name="connsiteX36" fmla="*/ 2658055 w 9517857"/>
              <a:gd name="connsiteY36" fmla="*/ 578715 h 918344"/>
              <a:gd name="connsiteX37" fmla="*/ 2693698 w 9517857"/>
              <a:gd name="connsiteY37" fmla="*/ 560017 h 918344"/>
              <a:gd name="connsiteX38" fmla="*/ 2699673 w 9517857"/>
              <a:gd name="connsiteY38" fmla="*/ 556388 h 918344"/>
              <a:gd name="connsiteX39" fmla="*/ 2727306 w 9517857"/>
              <a:gd name="connsiteY39" fmla="*/ 550686 h 918344"/>
              <a:gd name="connsiteX40" fmla="*/ 2730451 w 9517857"/>
              <a:gd name="connsiteY40" fmla="*/ 538046 h 918344"/>
              <a:gd name="connsiteX41" fmla="*/ 2768713 w 9517857"/>
              <a:gd name="connsiteY41" fmla="*/ 521563 h 918344"/>
              <a:gd name="connsiteX42" fmla="*/ 2820868 w 9517857"/>
              <a:gd name="connsiteY42" fmla="*/ 514148 h 918344"/>
              <a:gd name="connsiteX43" fmla="*/ 3073635 w 9517857"/>
              <a:gd name="connsiteY43" fmla="*/ 491282 h 918344"/>
              <a:gd name="connsiteX44" fmla="*/ 3222071 w 9517857"/>
              <a:gd name="connsiteY44" fmla="*/ 470547 h 918344"/>
              <a:gd name="connsiteX45" fmla="*/ 3274069 w 9517857"/>
              <a:gd name="connsiteY45" fmla="*/ 451593 h 918344"/>
              <a:gd name="connsiteX46" fmla="*/ 3349632 w 9517857"/>
              <a:gd name="connsiteY46" fmla="*/ 432571 h 918344"/>
              <a:gd name="connsiteX47" fmla="*/ 3479593 w 9517857"/>
              <a:gd name="connsiteY47" fmla="*/ 390425 h 918344"/>
              <a:gd name="connsiteX48" fmla="*/ 3750023 w 9517857"/>
              <a:gd name="connsiteY48" fmla="*/ 370666 h 918344"/>
              <a:gd name="connsiteX49" fmla="*/ 3844133 w 9517857"/>
              <a:gd name="connsiteY49" fmla="*/ 360636 h 918344"/>
              <a:gd name="connsiteX50" fmla="*/ 3913545 w 9517857"/>
              <a:gd name="connsiteY50" fmla="*/ 344223 h 918344"/>
              <a:gd name="connsiteX51" fmla="*/ 4266740 w 9517857"/>
              <a:gd name="connsiteY51" fmla="*/ 361442 h 918344"/>
              <a:gd name="connsiteX52" fmla="*/ 4430770 w 9517857"/>
              <a:gd name="connsiteY52" fmla="*/ 342631 h 918344"/>
              <a:gd name="connsiteX53" fmla="*/ 4512664 w 9517857"/>
              <a:gd name="connsiteY53" fmla="*/ 319936 h 918344"/>
              <a:gd name="connsiteX54" fmla="*/ 4616423 w 9517857"/>
              <a:gd name="connsiteY54" fmla="*/ 290902 h 918344"/>
              <a:gd name="connsiteX55" fmla="*/ 4691675 w 9517857"/>
              <a:gd name="connsiteY55" fmla="*/ 253999 h 918344"/>
              <a:gd name="connsiteX56" fmla="*/ 4689051 w 9517857"/>
              <a:gd name="connsiteY56" fmla="*/ 250956 h 918344"/>
              <a:gd name="connsiteX57" fmla="*/ 4719994 w 9517857"/>
              <a:gd name="connsiteY57" fmla="*/ 245295 h 918344"/>
              <a:gd name="connsiteX58" fmla="*/ 4752894 w 9517857"/>
              <a:gd name="connsiteY58" fmla="*/ 239863 h 918344"/>
              <a:gd name="connsiteX59" fmla="*/ 4769329 w 9517857"/>
              <a:gd name="connsiteY59" fmla="*/ 233573 h 918344"/>
              <a:gd name="connsiteX60" fmla="*/ 4775634 w 9517857"/>
              <a:gd name="connsiteY60" fmla="*/ 234051 h 918344"/>
              <a:gd name="connsiteX61" fmla="*/ 4790452 w 9517857"/>
              <a:gd name="connsiteY61" fmla="*/ 233560 h 918344"/>
              <a:gd name="connsiteX62" fmla="*/ 4789062 w 9517857"/>
              <a:gd name="connsiteY62" fmla="*/ 241912 h 918344"/>
              <a:gd name="connsiteX63" fmla="*/ 4827826 w 9517857"/>
              <a:gd name="connsiteY63" fmla="*/ 246965 h 918344"/>
              <a:gd name="connsiteX64" fmla="*/ 4892569 w 9517857"/>
              <a:gd name="connsiteY64" fmla="*/ 249921 h 918344"/>
              <a:gd name="connsiteX65" fmla="*/ 4896611 w 9517857"/>
              <a:gd name="connsiteY65" fmla="*/ 240436 h 918344"/>
              <a:gd name="connsiteX66" fmla="*/ 4917286 w 9517857"/>
              <a:gd name="connsiteY66" fmla="*/ 243647 h 918344"/>
              <a:gd name="connsiteX67" fmla="*/ 5060397 w 9517857"/>
              <a:gd name="connsiteY67" fmla="*/ 263676 h 918344"/>
              <a:gd name="connsiteX68" fmla="*/ 5252996 w 9517857"/>
              <a:gd name="connsiteY68" fmla="*/ 270643 h 918344"/>
              <a:gd name="connsiteX69" fmla="*/ 5358056 w 9517857"/>
              <a:gd name="connsiteY69" fmla="*/ 247236 h 918344"/>
              <a:gd name="connsiteX70" fmla="*/ 5426496 w 9517857"/>
              <a:gd name="connsiteY70" fmla="*/ 235130 h 918344"/>
              <a:gd name="connsiteX71" fmla="*/ 5497161 w 9517857"/>
              <a:gd name="connsiteY71" fmla="*/ 228796 h 918344"/>
              <a:gd name="connsiteX72" fmla="*/ 5856152 w 9517857"/>
              <a:gd name="connsiteY72" fmla="*/ 156354 h 918344"/>
              <a:gd name="connsiteX73" fmla="*/ 6014778 w 9517857"/>
              <a:gd name="connsiteY73" fmla="*/ 168326 h 918344"/>
              <a:gd name="connsiteX74" fmla="*/ 6194152 w 9517857"/>
              <a:gd name="connsiteY74" fmla="*/ 151760 h 918344"/>
              <a:gd name="connsiteX75" fmla="*/ 6281379 w 9517857"/>
              <a:gd name="connsiteY75" fmla="*/ 181614 h 918344"/>
              <a:gd name="connsiteX76" fmla="*/ 6374947 w 9517857"/>
              <a:gd name="connsiteY76" fmla="*/ 179787 h 918344"/>
              <a:gd name="connsiteX77" fmla="*/ 6448518 w 9517857"/>
              <a:gd name="connsiteY77" fmla="*/ 164366 h 918344"/>
              <a:gd name="connsiteX78" fmla="*/ 6544700 w 9517857"/>
              <a:gd name="connsiteY78" fmla="*/ 167149 h 918344"/>
              <a:gd name="connsiteX79" fmla="*/ 6648353 w 9517857"/>
              <a:gd name="connsiteY79" fmla="*/ 172238 h 918344"/>
              <a:gd name="connsiteX80" fmla="*/ 6736227 w 9517857"/>
              <a:gd name="connsiteY80" fmla="*/ 173204 h 918344"/>
              <a:gd name="connsiteX81" fmla="*/ 6977218 w 9517857"/>
              <a:gd name="connsiteY81" fmla="*/ 184277 h 918344"/>
              <a:gd name="connsiteX82" fmla="*/ 7065221 w 9517857"/>
              <a:gd name="connsiteY82" fmla="*/ 227519 h 918344"/>
              <a:gd name="connsiteX83" fmla="*/ 7565449 w 9517857"/>
              <a:gd name="connsiteY83" fmla="*/ 258938 h 918344"/>
              <a:gd name="connsiteX84" fmla="*/ 7350974 w 9517857"/>
              <a:gd name="connsiteY84" fmla="*/ 380309 h 918344"/>
              <a:gd name="connsiteX85" fmla="*/ 7644411 w 9517857"/>
              <a:gd name="connsiteY85" fmla="*/ 258974 h 918344"/>
              <a:gd name="connsiteX86" fmla="*/ 7825110 w 9517857"/>
              <a:gd name="connsiteY86" fmla="*/ 229097 h 918344"/>
              <a:gd name="connsiteX87" fmla="*/ 7965804 w 9517857"/>
              <a:gd name="connsiteY87" fmla="*/ 190533 h 918344"/>
              <a:gd name="connsiteX88" fmla="*/ 8147401 w 9517857"/>
              <a:gd name="connsiteY88" fmla="*/ 205605 h 918344"/>
              <a:gd name="connsiteX89" fmla="*/ 8256033 w 9517857"/>
              <a:gd name="connsiteY89" fmla="*/ 193701 h 918344"/>
              <a:gd name="connsiteX90" fmla="*/ 8551625 w 9517857"/>
              <a:gd name="connsiteY90" fmla="*/ 161505 h 918344"/>
              <a:gd name="connsiteX91" fmla="*/ 8715976 w 9517857"/>
              <a:gd name="connsiteY91" fmla="*/ 178362 h 918344"/>
              <a:gd name="connsiteX92" fmla="*/ 8778827 w 9517857"/>
              <a:gd name="connsiteY92" fmla="*/ 172924 h 918344"/>
              <a:gd name="connsiteX93" fmla="*/ 8840778 w 9517857"/>
              <a:gd name="connsiteY93" fmla="*/ 143137 h 918344"/>
              <a:gd name="connsiteX94" fmla="*/ 9010380 w 9517857"/>
              <a:gd name="connsiteY94" fmla="*/ 91879 h 918344"/>
              <a:gd name="connsiteX95" fmla="*/ 9110856 w 9517857"/>
              <a:gd name="connsiteY95" fmla="*/ 70985 h 918344"/>
              <a:gd name="connsiteX96" fmla="*/ 9268817 w 9517857"/>
              <a:gd name="connsiteY96" fmla="*/ 53070 h 918344"/>
              <a:gd name="connsiteX97" fmla="*/ 9316667 w 9517857"/>
              <a:gd name="connsiteY97" fmla="*/ 45035 h 918344"/>
              <a:gd name="connsiteX98" fmla="*/ 9428209 w 9517857"/>
              <a:gd name="connsiteY98" fmla="*/ 29911 h 918344"/>
              <a:gd name="connsiteX0" fmla="*/ 4686423 w 9517857"/>
              <a:gd name="connsiteY0" fmla="*/ 247907 h 918344"/>
              <a:gd name="connsiteX1" fmla="*/ 4689051 w 9517857"/>
              <a:gd name="connsiteY1" fmla="*/ 250956 h 918344"/>
              <a:gd name="connsiteX2" fmla="*/ 4687244 w 9517857"/>
              <a:gd name="connsiteY2" fmla="*/ 251286 h 918344"/>
              <a:gd name="connsiteX3" fmla="*/ 4686423 w 9517857"/>
              <a:gd name="connsiteY3" fmla="*/ 247907 h 918344"/>
              <a:gd name="connsiteX4" fmla="*/ 4685225 w 9517857"/>
              <a:gd name="connsiteY4" fmla="*/ 246518 h 918344"/>
              <a:gd name="connsiteX5" fmla="*/ 4686133 w 9517857"/>
              <a:gd name="connsiteY5" fmla="*/ 246715 h 918344"/>
              <a:gd name="connsiteX6" fmla="*/ 4686423 w 9517857"/>
              <a:gd name="connsiteY6" fmla="*/ 247907 h 918344"/>
              <a:gd name="connsiteX7" fmla="*/ 4685225 w 9517857"/>
              <a:gd name="connsiteY7" fmla="*/ 246518 h 918344"/>
              <a:gd name="connsiteX8" fmla="*/ 9428209 w 9517857"/>
              <a:gd name="connsiteY8" fmla="*/ 29911 h 918344"/>
              <a:gd name="connsiteX9" fmla="*/ 9517857 w 9517857"/>
              <a:gd name="connsiteY9" fmla="*/ 0 h 918344"/>
              <a:gd name="connsiteX10" fmla="*/ 9517857 w 9517857"/>
              <a:gd name="connsiteY10" fmla="*/ 918344 h 918344"/>
              <a:gd name="connsiteX11" fmla="*/ 14604 w 9517857"/>
              <a:gd name="connsiteY11" fmla="*/ 918344 h 918344"/>
              <a:gd name="connsiteX12" fmla="*/ 12841 w 9517857"/>
              <a:gd name="connsiteY12" fmla="*/ 917751 h 918344"/>
              <a:gd name="connsiteX13" fmla="*/ 93 w 9517857"/>
              <a:gd name="connsiteY13" fmla="*/ 912459 h 918344"/>
              <a:gd name="connsiteX14" fmla="*/ 58674 w 9517857"/>
              <a:gd name="connsiteY14" fmla="*/ 890310 h 918344"/>
              <a:gd name="connsiteX15" fmla="*/ 275005 w 9517857"/>
              <a:gd name="connsiteY15" fmla="*/ 807217 h 918344"/>
              <a:gd name="connsiteX16" fmla="*/ 587824 w 9517857"/>
              <a:gd name="connsiteY16" fmla="*/ 798183 h 918344"/>
              <a:gd name="connsiteX17" fmla="*/ 651826 w 9517857"/>
              <a:gd name="connsiteY17" fmla="*/ 738326 h 918344"/>
              <a:gd name="connsiteX18" fmla="*/ 727985 w 9517857"/>
              <a:gd name="connsiteY18" fmla="*/ 719814 h 918344"/>
              <a:gd name="connsiteX19" fmla="*/ 778982 w 9517857"/>
              <a:gd name="connsiteY19" fmla="*/ 710130 h 918344"/>
              <a:gd name="connsiteX20" fmla="*/ 849944 w 9517857"/>
              <a:gd name="connsiteY20" fmla="*/ 717975 h 918344"/>
              <a:gd name="connsiteX21" fmla="*/ 921659 w 9517857"/>
              <a:gd name="connsiteY21" fmla="*/ 712683 h 918344"/>
              <a:gd name="connsiteX22" fmla="*/ 930946 w 9517857"/>
              <a:gd name="connsiteY22" fmla="*/ 734034 h 918344"/>
              <a:gd name="connsiteX23" fmla="*/ 986250 w 9517857"/>
              <a:gd name="connsiteY23" fmla="*/ 713518 h 918344"/>
              <a:gd name="connsiteX24" fmla="*/ 1013752 w 9517857"/>
              <a:gd name="connsiteY24" fmla="*/ 713349 h 918344"/>
              <a:gd name="connsiteX25" fmla="*/ 1023734 w 9517857"/>
              <a:gd name="connsiteY25" fmla="*/ 718559 h 918344"/>
              <a:gd name="connsiteX26" fmla="*/ 1063207 w 9517857"/>
              <a:gd name="connsiteY26" fmla="*/ 715639 h 918344"/>
              <a:gd name="connsiteX27" fmla="*/ 1081980 w 9517857"/>
              <a:gd name="connsiteY27" fmla="*/ 738443 h 918344"/>
              <a:gd name="connsiteX28" fmla="*/ 1218120 w 9517857"/>
              <a:gd name="connsiteY28" fmla="*/ 713268 h 918344"/>
              <a:gd name="connsiteX29" fmla="*/ 1397459 w 9517857"/>
              <a:gd name="connsiteY29" fmla="*/ 691178 h 918344"/>
              <a:gd name="connsiteX30" fmla="*/ 1580688 w 9517857"/>
              <a:gd name="connsiteY30" fmla="*/ 693685 h 918344"/>
              <a:gd name="connsiteX31" fmla="*/ 1772334 w 9517857"/>
              <a:gd name="connsiteY31" fmla="*/ 710628 h 918344"/>
              <a:gd name="connsiteX32" fmla="*/ 2002561 w 9517857"/>
              <a:gd name="connsiteY32" fmla="*/ 659905 h 918344"/>
              <a:gd name="connsiteX33" fmla="*/ 2135144 w 9517857"/>
              <a:gd name="connsiteY33" fmla="*/ 636489 h 918344"/>
              <a:gd name="connsiteX34" fmla="*/ 2440292 w 9517857"/>
              <a:gd name="connsiteY34" fmla="*/ 593850 h 918344"/>
              <a:gd name="connsiteX35" fmla="*/ 2547829 w 9517857"/>
              <a:gd name="connsiteY35" fmla="*/ 566138 h 918344"/>
              <a:gd name="connsiteX36" fmla="*/ 2658055 w 9517857"/>
              <a:gd name="connsiteY36" fmla="*/ 578715 h 918344"/>
              <a:gd name="connsiteX37" fmla="*/ 2693698 w 9517857"/>
              <a:gd name="connsiteY37" fmla="*/ 560017 h 918344"/>
              <a:gd name="connsiteX38" fmla="*/ 2699673 w 9517857"/>
              <a:gd name="connsiteY38" fmla="*/ 556388 h 918344"/>
              <a:gd name="connsiteX39" fmla="*/ 2727306 w 9517857"/>
              <a:gd name="connsiteY39" fmla="*/ 550686 h 918344"/>
              <a:gd name="connsiteX40" fmla="*/ 2730451 w 9517857"/>
              <a:gd name="connsiteY40" fmla="*/ 538046 h 918344"/>
              <a:gd name="connsiteX41" fmla="*/ 2768713 w 9517857"/>
              <a:gd name="connsiteY41" fmla="*/ 521563 h 918344"/>
              <a:gd name="connsiteX42" fmla="*/ 2820868 w 9517857"/>
              <a:gd name="connsiteY42" fmla="*/ 514148 h 918344"/>
              <a:gd name="connsiteX43" fmla="*/ 3073635 w 9517857"/>
              <a:gd name="connsiteY43" fmla="*/ 491282 h 918344"/>
              <a:gd name="connsiteX44" fmla="*/ 3222071 w 9517857"/>
              <a:gd name="connsiteY44" fmla="*/ 470547 h 918344"/>
              <a:gd name="connsiteX45" fmla="*/ 3274069 w 9517857"/>
              <a:gd name="connsiteY45" fmla="*/ 451593 h 918344"/>
              <a:gd name="connsiteX46" fmla="*/ 3349632 w 9517857"/>
              <a:gd name="connsiteY46" fmla="*/ 432571 h 918344"/>
              <a:gd name="connsiteX47" fmla="*/ 3479593 w 9517857"/>
              <a:gd name="connsiteY47" fmla="*/ 390425 h 918344"/>
              <a:gd name="connsiteX48" fmla="*/ 3750023 w 9517857"/>
              <a:gd name="connsiteY48" fmla="*/ 370666 h 918344"/>
              <a:gd name="connsiteX49" fmla="*/ 3844133 w 9517857"/>
              <a:gd name="connsiteY49" fmla="*/ 360636 h 918344"/>
              <a:gd name="connsiteX50" fmla="*/ 3913545 w 9517857"/>
              <a:gd name="connsiteY50" fmla="*/ 344223 h 918344"/>
              <a:gd name="connsiteX51" fmla="*/ 4266740 w 9517857"/>
              <a:gd name="connsiteY51" fmla="*/ 361442 h 918344"/>
              <a:gd name="connsiteX52" fmla="*/ 4430770 w 9517857"/>
              <a:gd name="connsiteY52" fmla="*/ 342631 h 918344"/>
              <a:gd name="connsiteX53" fmla="*/ 4512664 w 9517857"/>
              <a:gd name="connsiteY53" fmla="*/ 319936 h 918344"/>
              <a:gd name="connsiteX54" fmla="*/ 4616423 w 9517857"/>
              <a:gd name="connsiteY54" fmla="*/ 290902 h 918344"/>
              <a:gd name="connsiteX55" fmla="*/ 4691675 w 9517857"/>
              <a:gd name="connsiteY55" fmla="*/ 253999 h 918344"/>
              <a:gd name="connsiteX56" fmla="*/ 4689051 w 9517857"/>
              <a:gd name="connsiteY56" fmla="*/ 250956 h 918344"/>
              <a:gd name="connsiteX57" fmla="*/ 4719994 w 9517857"/>
              <a:gd name="connsiteY57" fmla="*/ 245295 h 918344"/>
              <a:gd name="connsiteX58" fmla="*/ 4752894 w 9517857"/>
              <a:gd name="connsiteY58" fmla="*/ 239863 h 918344"/>
              <a:gd name="connsiteX59" fmla="*/ 4769329 w 9517857"/>
              <a:gd name="connsiteY59" fmla="*/ 233573 h 918344"/>
              <a:gd name="connsiteX60" fmla="*/ 4775634 w 9517857"/>
              <a:gd name="connsiteY60" fmla="*/ 234051 h 918344"/>
              <a:gd name="connsiteX61" fmla="*/ 4790452 w 9517857"/>
              <a:gd name="connsiteY61" fmla="*/ 233560 h 918344"/>
              <a:gd name="connsiteX62" fmla="*/ 4789062 w 9517857"/>
              <a:gd name="connsiteY62" fmla="*/ 241912 h 918344"/>
              <a:gd name="connsiteX63" fmla="*/ 4827826 w 9517857"/>
              <a:gd name="connsiteY63" fmla="*/ 246965 h 918344"/>
              <a:gd name="connsiteX64" fmla="*/ 4892569 w 9517857"/>
              <a:gd name="connsiteY64" fmla="*/ 249921 h 918344"/>
              <a:gd name="connsiteX65" fmla="*/ 4896611 w 9517857"/>
              <a:gd name="connsiteY65" fmla="*/ 240436 h 918344"/>
              <a:gd name="connsiteX66" fmla="*/ 4917286 w 9517857"/>
              <a:gd name="connsiteY66" fmla="*/ 243647 h 918344"/>
              <a:gd name="connsiteX67" fmla="*/ 5060397 w 9517857"/>
              <a:gd name="connsiteY67" fmla="*/ 263676 h 918344"/>
              <a:gd name="connsiteX68" fmla="*/ 5252996 w 9517857"/>
              <a:gd name="connsiteY68" fmla="*/ 270643 h 918344"/>
              <a:gd name="connsiteX69" fmla="*/ 5358056 w 9517857"/>
              <a:gd name="connsiteY69" fmla="*/ 247236 h 918344"/>
              <a:gd name="connsiteX70" fmla="*/ 5426496 w 9517857"/>
              <a:gd name="connsiteY70" fmla="*/ 235130 h 918344"/>
              <a:gd name="connsiteX71" fmla="*/ 5497161 w 9517857"/>
              <a:gd name="connsiteY71" fmla="*/ 228796 h 918344"/>
              <a:gd name="connsiteX72" fmla="*/ 5856152 w 9517857"/>
              <a:gd name="connsiteY72" fmla="*/ 156354 h 918344"/>
              <a:gd name="connsiteX73" fmla="*/ 6014778 w 9517857"/>
              <a:gd name="connsiteY73" fmla="*/ 168326 h 918344"/>
              <a:gd name="connsiteX74" fmla="*/ 6194152 w 9517857"/>
              <a:gd name="connsiteY74" fmla="*/ 151760 h 918344"/>
              <a:gd name="connsiteX75" fmla="*/ 6281379 w 9517857"/>
              <a:gd name="connsiteY75" fmla="*/ 181614 h 918344"/>
              <a:gd name="connsiteX76" fmla="*/ 6374947 w 9517857"/>
              <a:gd name="connsiteY76" fmla="*/ 179787 h 918344"/>
              <a:gd name="connsiteX77" fmla="*/ 6448518 w 9517857"/>
              <a:gd name="connsiteY77" fmla="*/ 164366 h 918344"/>
              <a:gd name="connsiteX78" fmla="*/ 6544700 w 9517857"/>
              <a:gd name="connsiteY78" fmla="*/ 167149 h 918344"/>
              <a:gd name="connsiteX79" fmla="*/ 6648353 w 9517857"/>
              <a:gd name="connsiteY79" fmla="*/ 172238 h 918344"/>
              <a:gd name="connsiteX80" fmla="*/ 6736227 w 9517857"/>
              <a:gd name="connsiteY80" fmla="*/ 173204 h 918344"/>
              <a:gd name="connsiteX81" fmla="*/ 6977218 w 9517857"/>
              <a:gd name="connsiteY81" fmla="*/ 184277 h 918344"/>
              <a:gd name="connsiteX82" fmla="*/ 7065221 w 9517857"/>
              <a:gd name="connsiteY82" fmla="*/ 227519 h 918344"/>
              <a:gd name="connsiteX83" fmla="*/ 7366801 w 9517857"/>
              <a:gd name="connsiteY83" fmla="*/ 258938 h 918344"/>
              <a:gd name="connsiteX84" fmla="*/ 7350974 w 9517857"/>
              <a:gd name="connsiteY84" fmla="*/ 380309 h 918344"/>
              <a:gd name="connsiteX85" fmla="*/ 7644411 w 9517857"/>
              <a:gd name="connsiteY85" fmla="*/ 258974 h 918344"/>
              <a:gd name="connsiteX86" fmla="*/ 7825110 w 9517857"/>
              <a:gd name="connsiteY86" fmla="*/ 229097 h 918344"/>
              <a:gd name="connsiteX87" fmla="*/ 7965804 w 9517857"/>
              <a:gd name="connsiteY87" fmla="*/ 190533 h 918344"/>
              <a:gd name="connsiteX88" fmla="*/ 8147401 w 9517857"/>
              <a:gd name="connsiteY88" fmla="*/ 205605 h 918344"/>
              <a:gd name="connsiteX89" fmla="*/ 8256033 w 9517857"/>
              <a:gd name="connsiteY89" fmla="*/ 193701 h 918344"/>
              <a:gd name="connsiteX90" fmla="*/ 8551625 w 9517857"/>
              <a:gd name="connsiteY90" fmla="*/ 161505 h 918344"/>
              <a:gd name="connsiteX91" fmla="*/ 8715976 w 9517857"/>
              <a:gd name="connsiteY91" fmla="*/ 178362 h 918344"/>
              <a:gd name="connsiteX92" fmla="*/ 8778827 w 9517857"/>
              <a:gd name="connsiteY92" fmla="*/ 172924 h 918344"/>
              <a:gd name="connsiteX93" fmla="*/ 8840778 w 9517857"/>
              <a:gd name="connsiteY93" fmla="*/ 143137 h 918344"/>
              <a:gd name="connsiteX94" fmla="*/ 9010380 w 9517857"/>
              <a:gd name="connsiteY94" fmla="*/ 91879 h 918344"/>
              <a:gd name="connsiteX95" fmla="*/ 9110856 w 9517857"/>
              <a:gd name="connsiteY95" fmla="*/ 70985 h 918344"/>
              <a:gd name="connsiteX96" fmla="*/ 9268817 w 9517857"/>
              <a:gd name="connsiteY96" fmla="*/ 53070 h 918344"/>
              <a:gd name="connsiteX97" fmla="*/ 9316667 w 9517857"/>
              <a:gd name="connsiteY97" fmla="*/ 45035 h 918344"/>
              <a:gd name="connsiteX98" fmla="*/ 9428209 w 9517857"/>
              <a:gd name="connsiteY98" fmla="*/ 29911 h 918344"/>
              <a:gd name="connsiteX0" fmla="*/ 4686423 w 9517857"/>
              <a:gd name="connsiteY0" fmla="*/ 247907 h 918344"/>
              <a:gd name="connsiteX1" fmla="*/ 4689051 w 9517857"/>
              <a:gd name="connsiteY1" fmla="*/ 250956 h 918344"/>
              <a:gd name="connsiteX2" fmla="*/ 4687244 w 9517857"/>
              <a:gd name="connsiteY2" fmla="*/ 251286 h 918344"/>
              <a:gd name="connsiteX3" fmla="*/ 4686423 w 9517857"/>
              <a:gd name="connsiteY3" fmla="*/ 247907 h 918344"/>
              <a:gd name="connsiteX4" fmla="*/ 4685225 w 9517857"/>
              <a:gd name="connsiteY4" fmla="*/ 246518 h 918344"/>
              <a:gd name="connsiteX5" fmla="*/ 4686133 w 9517857"/>
              <a:gd name="connsiteY5" fmla="*/ 246715 h 918344"/>
              <a:gd name="connsiteX6" fmla="*/ 4686423 w 9517857"/>
              <a:gd name="connsiteY6" fmla="*/ 247907 h 918344"/>
              <a:gd name="connsiteX7" fmla="*/ 4685225 w 9517857"/>
              <a:gd name="connsiteY7" fmla="*/ 246518 h 918344"/>
              <a:gd name="connsiteX8" fmla="*/ 9428209 w 9517857"/>
              <a:gd name="connsiteY8" fmla="*/ 29911 h 918344"/>
              <a:gd name="connsiteX9" fmla="*/ 9517857 w 9517857"/>
              <a:gd name="connsiteY9" fmla="*/ 0 h 918344"/>
              <a:gd name="connsiteX10" fmla="*/ 9517857 w 9517857"/>
              <a:gd name="connsiteY10" fmla="*/ 918344 h 918344"/>
              <a:gd name="connsiteX11" fmla="*/ 14604 w 9517857"/>
              <a:gd name="connsiteY11" fmla="*/ 918344 h 918344"/>
              <a:gd name="connsiteX12" fmla="*/ 12841 w 9517857"/>
              <a:gd name="connsiteY12" fmla="*/ 917751 h 918344"/>
              <a:gd name="connsiteX13" fmla="*/ 93 w 9517857"/>
              <a:gd name="connsiteY13" fmla="*/ 912459 h 918344"/>
              <a:gd name="connsiteX14" fmla="*/ 58674 w 9517857"/>
              <a:gd name="connsiteY14" fmla="*/ 890310 h 918344"/>
              <a:gd name="connsiteX15" fmla="*/ 275005 w 9517857"/>
              <a:gd name="connsiteY15" fmla="*/ 807217 h 918344"/>
              <a:gd name="connsiteX16" fmla="*/ 587824 w 9517857"/>
              <a:gd name="connsiteY16" fmla="*/ 798183 h 918344"/>
              <a:gd name="connsiteX17" fmla="*/ 651826 w 9517857"/>
              <a:gd name="connsiteY17" fmla="*/ 738326 h 918344"/>
              <a:gd name="connsiteX18" fmla="*/ 727985 w 9517857"/>
              <a:gd name="connsiteY18" fmla="*/ 719814 h 918344"/>
              <a:gd name="connsiteX19" fmla="*/ 778982 w 9517857"/>
              <a:gd name="connsiteY19" fmla="*/ 710130 h 918344"/>
              <a:gd name="connsiteX20" fmla="*/ 849944 w 9517857"/>
              <a:gd name="connsiteY20" fmla="*/ 717975 h 918344"/>
              <a:gd name="connsiteX21" fmla="*/ 921659 w 9517857"/>
              <a:gd name="connsiteY21" fmla="*/ 712683 h 918344"/>
              <a:gd name="connsiteX22" fmla="*/ 930946 w 9517857"/>
              <a:gd name="connsiteY22" fmla="*/ 734034 h 918344"/>
              <a:gd name="connsiteX23" fmla="*/ 986250 w 9517857"/>
              <a:gd name="connsiteY23" fmla="*/ 713518 h 918344"/>
              <a:gd name="connsiteX24" fmla="*/ 1013752 w 9517857"/>
              <a:gd name="connsiteY24" fmla="*/ 713349 h 918344"/>
              <a:gd name="connsiteX25" fmla="*/ 1023734 w 9517857"/>
              <a:gd name="connsiteY25" fmla="*/ 718559 h 918344"/>
              <a:gd name="connsiteX26" fmla="*/ 1063207 w 9517857"/>
              <a:gd name="connsiteY26" fmla="*/ 715639 h 918344"/>
              <a:gd name="connsiteX27" fmla="*/ 1081980 w 9517857"/>
              <a:gd name="connsiteY27" fmla="*/ 738443 h 918344"/>
              <a:gd name="connsiteX28" fmla="*/ 1218120 w 9517857"/>
              <a:gd name="connsiteY28" fmla="*/ 713268 h 918344"/>
              <a:gd name="connsiteX29" fmla="*/ 1397459 w 9517857"/>
              <a:gd name="connsiteY29" fmla="*/ 691178 h 918344"/>
              <a:gd name="connsiteX30" fmla="*/ 1580688 w 9517857"/>
              <a:gd name="connsiteY30" fmla="*/ 693685 h 918344"/>
              <a:gd name="connsiteX31" fmla="*/ 1772334 w 9517857"/>
              <a:gd name="connsiteY31" fmla="*/ 710628 h 918344"/>
              <a:gd name="connsiteX32" fmla="*/ 2002561 w 9517857"/>
              <a:gd name="connsiteY32" fmla="*/ 659905 h 918344"/>
              <a:gd name="connsiteX33" fmla="*/ 2135144 w 9517857"/>
              <a:gd name="connsiteY33" fmla="*/ 636489 h 918344"/>
              <a:gd name="connsiteX34" fmla="*/ 2440292 w 9517857"/>
              <a:gd name="connsiteY34" fmla="*/ 593850 h 918344"/>
              <a:gd name="connsiteX35" fmla="*/ 2547829 w 9517857"/>
              <a:gd name="connsiteY35" fmla="*/ 566138 h 918344"/>
              <a:gd name="connsiteX36" fmla="*/ 2658055 w 9517857"/>
              <a:gd name="connsiteY36" fmla="*/ 578715 h 918344"/>
              <a:gd name="connsiteX37" fmla="*/ 2693698 w 9517857"/>
              <a:gd name="connsiteY37" fmla="*/ 560017 h 918344"/>
              <a:gd name="connsiteX38" fmla="*/ 2699673 w 9517857"/>
              <a:gd name="connsiteY38" fmla="*/ 556388 h 918344"/>
              <a:gd name="connsiteX39" fmla="*/ 2727306 w 9517857"/>
              <a:gd name="connsiteY39" fmla="*/ 550686 h 918344"/>
              <a:gd name="connsiteX40" fmla="*/ 2730451 w 9517857"/>
              <a:gd name="connsiteY40" fmla="*/ 538046 h 918344"/>
              <a:gd name="connsiteX41" fmla="*/ 2768713 w 9517857"/>
              <a:gd name="connsiteY41" fmla="*/ 521563 h 918344"/>
              <a:gd name="connsiteX42" fmla="*/ 2820868 w 9517857"/>
              <a:gd name="connsiteY42" fmla="*/ 514148 h 918344"/>
              <a:gd name="connsiteX43" fmla="*/ 3073635 w 9517857"/>
              <a:gd name="connsiteY43" fmla="*/ 491282 h 918344"/>
              <a:gd name="connsiteX44" fmla="*/ 3222071 w 9517857"/>
              <a:gd name="connsiteY44" fmla="*/ 470547 h 918344"/>
              <a:gd name="connsiteX45" fmla="*/ 3274069 w 9517857"/>
              <a:gd name="connsiteY45" fmla="*/ 451593 h 918344"/>
              <a:gd name="connsiteX46" fmla="*/ 3349632 w 9517857"/>
              <a:gd name="connsiteY46" fmla="*/ 432571 h 918344"/>
              <a:gd name="connsiteX47" fmla="*/ 3479593 w 9517857"/>
              <a:gd name="connsiteY47" fmla="*/ 390425 h 918344"/>
              <a:gd name="connsiteX48" fmla="*/ 3750023 w 9517857"/>
              <a:gd name="connsiteY48" fmla="*/ 370666 h 918344"/>
              <a:gd name="connsiteX49" fmla="*/ 3844133 w 9517857"/>
              <a:gd name="connsiteY49" fmla="*/ 360636 h 918344"/>
              <a:gd name="connsiteX50" fmla="*/ 3913545 w 9517857"/>
              <a:gd name="connsiteY50" fmla="*/ 344223 h 918344"/>
              <a:gd name="connsiteX51" fmla="*/ 4266740 w 9517857"/>
              <a:gd name="connsiteY51" fmla="*/ 361442 h 918344"/>
              <a:gd name="connsiteX52" fmla="*/ 4430770 w 9517857"/>
              <a:gd name="connsiteY52" fmla="*/ 342631 h 918344"/>
              <a:gd name="connsiteX53" fmla="*/ 4512664 w 9517857"/>
              <a:gd name="connsiteY53" fmla="*/ 319936 h 918344"/>
              <a:gd name="connsiteX54" fmla="*/ 4616423 w 9517857"/>
              <a:gd name="connsiteY54" fmla="*/ 290902 h 918344"/>
              <a:gd name="connsiteX55" fmla="*/ 4691675 w 9517857"/>
              <a:gd name="connsiteY55" fmla="*/ 253999 h 918344"/>
              <a:gd name="connsiteX56" fmla="*/ 4689051 w 9517857"/>
              <a:gd name="connsiteY56" fmla="*/ 250956 h 918344"/>
              <a:gd name="connsiteX57" fmla="*/ 4719994 w 9517857"/>
              <a:gd name="connsiteY57" fmla="*/ 245295 h 918344"/>
              <a:gd name="connsiteX58" fmla="*/ 4752894 w 9517857"/>
              <a:gd name="connsiteY58" fmla="*/ 239863 h 918344"/>
              <a:gd name="connsiteX59" fmla="*/ 4769329 w 9517857"/>
              <a:gd name="connsiteY59" fmla="*/ 233573 h 918344"/>
              <a:gd name="connsiteX60" fmla="*/ 4775634 w 9517857"/>
              <a:gd name="connsiteY60" fmla="*/ 234051 h 918344"/>
              <a:gd name="connsiteX61" fmla="*/ 4790452 w 9517857"/>
              <a:gd name="connsiteY61" fmla="*/ 233560 h 918344"/>
              <a:gd name="connsiteX62" fmla="*/ 4789062 w 9517857"/>
              <a:gd name="connsiteY62" fmla="*/ 241912 h 918344"/>
              <a:gd name="connsiteX63" fmla="*/ 4827826 w 9517857"/>
              <a:gd name="connsiteY63" fmla="*/ 246965 h 918344"/>
              <a:gd name="connsiteX64" fmla="*/ 4892569 w 9517857"/>
              <a:gd name="connsiteY64" fmla="*/ 249921 h 918344"/>
              <a:gd name="connsiteX65" fmla="*/ 4896611 w 9517857"/>
              <a:gd name="connsiteY65" fmla="*/ 240436 h 918344"/>
              <a:gd name="connsiteX66" fmla="*/ 4917286 w 9517857"/>
              <a:gd name="connsiteY66" fmla="*/ 243647 h 918344"/>
              <a:gd name="connsiteX67" fmla="*/ 5060397 w 9517857"/>
              <a:gd name="connsiteY67" fmla="*/ 263676 h 918344"/>
              <a:gd name="connsiteX68" fmla="*/ 5252996 w 9517857"/>
              <a:gd name="connsiteY68" fmla="*/ 270643 h 918344"/>
              <a:gd name="connsiteX69" fmla="*/ 5358056 w 9517857"/>
              <a:gd name="connsiteY69" fmla="*/ 247236 h 918344"/>
              <a:gd name="connsiteX70" fmla="*/ 5426496 w 9517857"/>
              <a:gd name="connsiteY70" fmla="*/ 235130 h 918344"/>
              <a:gd name="connsiteX71" fmla="*/ 5497161 w 9517857"/>
              <a:gd name="connsiteY71" fmla="*/ 228796 h 918344"/>
              <a:gd name="connsiteX72" fmla="*/ 5856152 w 9517857"/>
              <a:gd name="connsiteY72" fmla="*/ 156354 h 918344"/>
              <a:gd name="connsiteX73" fmla="*/ 6014778 w 9517857"/>
              <a:gd name="connsiteY73" fmla="*/ 168326 h 918344"/>
              <a:gd name="connsiteX74" fmla="*/ 6194152 w 9517857"/>
              <a:gd name="connsiteY74" fmla="*/ 151760 h 918344"/>
              <a:gd name="connsiteX75" fmla="*/ 6281379 w 9517857"/>
              <a:gd name="connsiteY75" fmla="*/ 181614 h 918344"/>
              <a:gd name="connsiteX76" fmla="*/ 6374947 w 9517857"/>
              <a:gd name="connsiteY76" fmla="*/ 179787 h 918344"/>
              <a:gd name="connsiteX77" fmla="*/ 6448518 w 9517857"/>
              <a:gd name="connsiteY77" fmla="*/ 164366 h 918344"/>
              <a:gd name="connsiteX78" fmla="*/ 6544700 w 9517857"/>
              <a:gd name="connsiteY78" fmla="*/ 167149 h 918344"/>
              <a:gd name="connsiteX79" fmla="*/ 6648353 w 9517857"/>
              <a:gd name="connsiteY79" fmla="*/ 172238 h 918344"/>
              <a:gd name="connsiteX80" fmla="*/ 6736227 w 9517857"/>
              <a:gd name="connsiteY80" fmla="*/ 173204 h 918344"/>
              <a:gd name="connsiteX81" fmla="*/ 6977218 w 9517857"/>
              <a:gd name="connsiteY81" fmla="*/ 184277 h 918344"/>
              <a:gd name="connsiteX82" fmla="*/ 7065221 w 9517857"/>
              <a:gd name="connsiteY82" fmla="*/ 227519 h 918344"/>
              <a:gd name="connsiteX83" fmla="*/ 7366801 w 9517857"/>
              <a:gd name="connsiteY83" fmla="*/ 258938 h 918344"/>
              <a:gd name="connsiteX84" fmla="*/ 7433745 w 9517857"/>
              <a:gd name="connsiteY84" fmla="*/ 246959 h 918344"/>
              <a:gd name="connsiteX85" fmla="*/ 7644411 w 9517857"/>
              <a:gd name="connsiteY85" fmla="*/ 258974 h 918344"/>
              <a:gd name="connsiteX86" fmla="*/ 7825110 w 9517857"/>
              <a:gd name="connsiteY86" fmla="*/ 229097 h 918344"/>
              <a:gd name="connsiteX87" fmla="*/ 7965804 w 9517857"/>
              <a:gd name="connsiteY87" fmla="*/ 190533 h 918344"/>
              <a:gd name="connsiteX88" fmla="*/ 8147401 w 9517857"/>
              <a:gd name="connsiteY88" fmla="*/ 205605 h 918344"/>
              <a:gd name="connsiteX89" fmla="*/ 8256033 w 9517857"/>
              <a:gd name="connsiteY89" fmla="*/ 193701 h 918344"/>
              <a:gd name="connsiteX90" fmla="*/ 8551625 w 9517857"/>
              <a:gd name="connsiteY90" fmla="*/ 161505 h 918344"/>
              <a:gd name="connsiteX91" fmla="*/ 8715976 w 9517857"/>
              <a:gd name="connsiteY91" fmla="*/ 178362 h 918344"/>
              <a:gd name="connsiteX92" fmla="*/ 8778827 w 9517857"/>
              <a:gd name="connsiteY92" fmla="*/ 172924 h 918344"/>
              <a:gd name="connsiteX93" fmla="*/ 8840778 w 9517857"/>
              <a:gd name="connsiteY93" fmla="*/ 143137 h 918344"/>
              <a:gd name="connsiteX94" fmla="*/ 9010380 w 9517857"/>
              <a:gd name="connsiteY94" fmla="*/ 91879 h 918344"/>
              <a:gd name="connsiteX95" fmla="*/ 9110856 w 9517857"/>
              <a:gd name="connsiteY95" fmla="*/ 70985 h 918344"/>
              <a:gd name="connsiteX96" fmla="*/ 9268817 w 9517857"/>
              <a:gd name="connsiteY96" fmla="*/ 53070 h 918344"/>
              <a:gd name="connsiteX97" fmla="*/ 9316667 w 9517857"/>
              <a:gd name="connsiteY97" fmla="*/ 45035 h 918344"/>
              <a:gd name="connsiteX98" fmla="*/ 9428209 w 9517857"/>
              <a:gd name="connsiteY98" fmla="*/ 29911 h 918344"/>
              <a:gd name="connsiteX0" fmla="*/ 4686423 w 9517857"/>
              <a:gd name="connsiteY0" fmla="*/ 247907 h 918344"/>
              <a:gd name="connsiteX1" fmla="*/ 4689051 w 9517857"/>
              <a:gd name="connsiteY1" fmla="*/ 250956 h 918344"/>
              <a:gd name="connsiteX2" fmla="*/ 4687244 w 9517857"/>
              <a:gd name="connsiteY2" fmla="*/ 251286 h 918344"/>
              <a:gd name="connsiteX3" fmla="*/ 4686423 w 9517857"/>
              <a:gd name="connsiteY3" fmla="*/ 247907 h 918344"/>
              <a:gd name="connsiteX4" fmla="*/ 4685225 w 9517857"/>
              <a:gd name="connsiteY4" fmla="*/ 246518 h 918344"/>
              <a:gd name="connsiteX5" fmla="*/ 4686133 w 9517857"/>
              <a:gd name="connsiteY5" fmla="*/ 246715 h 918344"/>
              <a:gd name="connsiteX6" fmla="*/ 4686423 w 9517857"/>
              <a:gd name="connsiteY6" fmla="*/ 247907 h 918344"/>
              <a:gd name="connsiteX7" fmla="*/ 4685225 w 9517857"/>
              <a:gd name="connsiteY7" fmla="*/ 246518 h 918344"/>
              <a:gd name="connsiteX8" fmla="*/ 9428209 w 9517857"/>
              <a:gd name="connsiteY8" fmla="*/ 29911 h 918344"/>
              <a:gd name="connsiteX9" fmla="*/ 9517857 w 9517857"/>
              <a:gd name="connsiteY9" fmla="*/ 0 h 918344"/>
              <a:gd name="connsiteX10" fmla="*/ 9517857 w 9517857"/>
              <a:gd name="connsiteY10" fmla="*/ 918344 h 918344"/>
              <a:gd name="connsiteX11" fmla="*/ 14604 w 9517857"/>
              <a:gd name="connsiteY11" fmla="*/ 918344 h 918344"/>
              <a:gd name="connsiteX12" fmla="*/ 12841 w 9517857"/>
              <a:gd name="connsiteY12" fmla="*/ 917751 h 918344"/>
              <a:gd name="connsiteX13" fmla="*/ 93 w 9517857"/>
              <a:gd name="connsiteY13" fmla="*/ 912459 h 918344"/>
              <a:gd name="connsiteX14" fmla="*/ 58674 w 9517857"/>
              <a:gd name="connsiteY14" fmla="*/ 890310 h 918344"/>
              <a:gd name="connsiteX15" fmla="*/ 275005 w 9517857"/>
              <a:gd name="connsiteY15" fmla="*/ 807217 h 918344"/>
              <a:gd name="connsiteX16" fmla="*/ 587824 w 9517857"/>
              <a:gd name="connsiteY16" fmla="*/ 798183 h 918344"/>
              <a:gd name="connsiteX17" fmla="*/ 651826 w 9517857"/>
              <a:gd name="connsiteY17" fmla="*/ 738326 h 918344"/>
              <a:gd name="connsiteX18" fmla="*/ 727985 w 9517857"/>
              <a:gd name="connsiteY18" fmla="*/ 719814 h 918344"/>
              <a:gd name="connsiteX19" fmla="*/ 778982 w 9517857"/>
              <a:gd name="connsiteY19" fmla="*/ 710130 h 918344"/>
              <a:gd name="connsiteX20" fmla="*/ 849944 w 9517857"/>
              <a:gd name="connsiteY20" fmla="*/ 717975 h 918344"/>
              <a:gd name="connsiteX21" fmla="*/ 921659 w 9517857"/>
              <a:gd name="connsiteY21" fmla="*/ 712683 h 918344"/>
              <a:gd name="connsiteX22" fmla="*/ 930946 w 9517857"/>
              <a:gd name="connsiteY22" fmla="*/ 734034 h 918344"/>
              <a:gd name="connsiteX23" fmla="*/ 986250 w 9517857"/>
              <a:gd name="connsiteY23" fmla="*/ 713518 h 918344"/>
              <a:gd name="connsiteX24" fmla="*/ 1013752 w 9517857"/>
              <a:gd name="connsiteY24" fmla="*/ 713349 h 918344"/>
              <a:gd name="connsiteX25" fmla="*/ 1023734 w 9517857"/>
              <a:gd name="connsiteY25" fmla="*/ 718559 h 918344"/>
              <a:gd name="connsiteX26" fmla="*/ 1063207 w 9517857"/>
              <a:gd name="connsiteY26" fmla="*/ 715639 h 918344"/>
              <a:gd name="connsiteX27" fmla="*/ 1081980 w 9517857"/>
              <a:gd name="connsiteY27" fmla="*/ 738443 h 918344"/>
              <a:gd name="connsiteX28" fmla="*/ 1218120 w 9517857"/>
              <a:gd name="connsiteY28" fmla="*/ 713268 h 918344"/>
              <a:gd name="connsiteX29" fmla="*/ 1397459 w 9517857"/>
              <a:gd name="connsiteY29" fmla="*/ 691178 h 918344"/>
              <a:gd name="connsiteX30" fmla="*/ 1580688 w 9517857"/>
              <a:gd name="connsiteY30" fmla="*/ 693685 h 918344"/>
              <a:gd name="connsiteX31" fmla="*/ 1772334 w 9517857"/>
              <a:gd name="connsiteY31" fmla="*/ 710628 h 918344"/>
              <a:gd name="connsiteX32" fmla="*/ 2002561 w 9517857"/>
              <a:gd name="connsiteY32" fmla="*/ 659905 h 918344"/>
              <a:gd name="connsiteX33" fmla="*/ 2135144 w 9517857"/>
              <a:gd name="connsiteY33" fmla="*/ 636489 h 918344"/>
              <a:gd name="connsiteX34" fmla="*/ 2547829 w 9517857"/>
              <a:gd name="connsiteY34" fmla="*/ 566138 h 918344"/>
              <a:gd name="connsiteX35" fmla="*/ 2658055 w 9517857"/>
              <a:gd name="connsiteY35" fmla="*/ 578715 h 918344"/>
              <a:gd name="connsiteX36" fmla="*/ 2693698 w 9517857"/>
              <a:gd name="connsiteY36" fmla="*/ 560017 h 918344"/>
              <a:gd name="connsiteX37" fmla="*/ 2699673 w 9517857"/>
              <a:gd name="connsiteY37" fmla="*/ 556388 h 918344"/>
              <a:gd name="connsiteX38" fmla="*/ 2727306 w 9517857"/>
              <a:gd name="connsiteY38" fmla="*/ 550686 h 918344"/>
              <a:gd name="connsiteX39" fmla="*/ 2730451 w 9517857"/>
              <a:gd name="connsiteY39" fmla="*/ 538046 h 918344"/>
              <a:gd name="connsiteX40" fmla="*/ 2768713 w 9517857"/>
              <a:gd name="connsiteY40" fmla="*/ 521563 h 918344"/>
              <a:gd name="connsiteX41" fmla="*/ 2820868 w 9517857"/>
              <a:gd name="connsiteY41" fmla="*/ 514148 h 918344"/>
              <a:gd name="connsiteX42" fmla="*/ 3073635 w 9517857"/>
              <a:gd name="connsiteY42" fmla="*/ 491282 h 918344"/>
              <a:gd name="connsiteX43" fmla="*/ 3222071 w 9517857"/>
              <a:gd name="connsiteY43" fmla="*/ 470547 h 918344"/>
              <a:gd name="connsiteX44" fmla="*/ 3274069 w 9517857"/>
              <a:gd name="connsiteY44" fmla="*/ 451593 h 918344"/>
              <a:gd name="connsiteX45" fmla="*/ 3349632 w 9517857"/>
              <a:gd name="connsiteY45" fmla="*/ 432571 h 918344"/>
              <a:gd name="connsiteX46" fmla="*/ 3479593 w 9517857"/>
              <a:gd name="connsiteY46" fmla="*/ 390425 h 918344"/>
              <a:gd name="connsiteX47" fmla="*/ 3750023 w 9517857"/>
              <a:gd name="connsiteY47" fmla="*/ 370666 h 918344"/>
              <a:gd name="connsiteX48" fmla="*/ 3844133 w 9517857"/>
              <a:gd name="connsiteY48" fmla="*/ 360636 h 918344"/>
              <a:gd name="connsiteX49" fmla="*/ 3913545 w 9517857"/>
              <a:gd name="connsiteY49" fmla="*/ 344223 h 918344"/>
              <a:gd name="connsiteX50" fmla="*/ 4266740 w 9517857"/>
              <a:gd name="connsiteY50" fmla="*/ 361442 h 918344"/>
              <a:gd name="connsiteX51" fmla="*/ 4430770 w 9517857"/>
              <a:gd name="connsiteY51" fmla="*/ 342631 h 918344"/>
              <a:gd name="connsiteX52" fmla="*/ 4512664 w 9517857"/>
              <a:gd name="connsiteY52" fmla="*/ 319936 h 918344"/>
              <a:gd name="connsiteX53" fmla="*/ 4616423 w 9517857"/>
              <a:gd name="connsiteY53" fmla="*/ 290902 h 918344"/>
              <a:gd name="connsiteX54" fmla="*/ 4691675 w 9517857"/>
              <a:gd name="connsiteY54" fmla="*/ 253999 h 918344"/>
              <a:gd name="connsiteX55" fmla="*/ 4689051 w 9517857"/>
              <a:gd name="connsiteY55" fmla="*/ 250956 h 918344"/>
              <a:gd name="connsiteX56" fmla="*/ 4719994 w 9517857"/>
              <a:gd name="connsiteY56" fmla="*/ 245295 h 918344"/>
              <a:gd name="connsiteX57" fmla="*/ 4752894 w 9517857"/>
              <a:gd name="connsiteY57" fmla="*/ 239863 h 918344"/>
              <a:gd name="connsiteX58" fmla="*/ 4769329 w 9517857"/>
              <a:gd name="connsiteY58" fmla="*/ 233573 h 918344"/>
              <a:gd name="connsiteX59" fmla="*/ 4775634 w 9517857"/>
              <a:gd name="connsiteY59" fmla="*/ 234051 h 918344"/>
              <a:gd name="connsiteX60" fmla="*/ 4790452 w 9517857"/>
              <a:gd name="connsiteY60" fmla="*/ 233560 h 918344"/>
              <a:gd name="connsiteX61" fmla="*/ 4789062 w 9517857"/>
              <a:gd name="connsiteY61" fmla="*/ 241912 h 918344"/>
              <a:gd name="connsiteX62" fmla="*/ 4827826 w 9517857"/>
              <a:gd name="connsiteY62" fmla="*/ 246965 h 918344"/>
              <a:gd name="connsiteX63" fmla="*/ 4892569 w 9517857"/>
              <a:gd name="connsiteY63" fmla="*/ 249921 h 918344"/>
              <a:gd name="connsiteX64" fmla="*/ 4896611 w 9517857"/>
              <a:gd name="connsiteY64" fmla="*/ 240436 h 918344"/>
              <a:gd name="connsiteX65" fmla="*/ 4917286 w 9517857"/>
              <a:gd name="connsiteY65" fmla="*/ 243647 h 918344"/>
              <a:gd name="connsiteX66" fmla="*/ 5060397 w 9517857"/>
              <a:gd name="connsiteY66" fmla="*/ 263676 h 918344"/>
              <a:gd name="connsiteX67" fmla="*/ 5252996 w 9517857"/>
              <a:gd name="connsiteY67" fmla="*/ 270643 h 918344"/>
              <a:gd name="connsiteX68" fmla="*/ 5358056 w 9517857"/>
              <a:gd name="connsiteY68" fmla="*/ 247236 h 918344"/>
              <a:gd name="connsiteX69" fmla="*/ 5426496 w 9517857"/>
              <a:gd name="connsiteY69" fmla="*/ 235130 h 918344"/>
              <a:gd name="connsiteX70" fmla="*/ 5497161 w 9517857"/>
              <a:gd name="connsiteY70" fmla="*/ 228796 h 918344"/>
              <a:gd name="connsiteX71" fmla="*/ 5856152 w 9517857"/>
              <a:gd name="connsiteY71" fmla="*/ 156354 h 918344"/>
              <a:gd name="connsiteX72" fmla="*/ 6014778 w 9517857"/>
              <a:gd name="connsiteY72" fmla="*/ 168326 h 918344"/>
              <a:gd name="connsiteX73" fmla="*/ 6194152 w 9517857"/>
              <a:gd name="connsiteY73" fmla="*/ 151760 h 918344"/>
              <a:gd name="connsiteX74" fmla="*/ 6281379 w 9517857"/>
              <a:gd name="connsiteY74" fmla="*/ 181614 h 918344"/>
              <a:gd name="connsiteX75" fmla="*/ 6374947 w 9517857"/>
              <a:gd name="connsiteY75" fmla="*/ 179787 h 918344"/>
              <a:gd name="connsiteX76" fmla="*/ 6448518 w 9517857"/>
              <a:gd name="connsiteY76" fmla="*/ 164366 h 918344"/>
              <a:gd name="connsiteX77" fmla="*/ 6544700 w 9517857"/>
              <a:gd name="connsiteY77" fmla="*/ 167149 h 918344"/>
              <a:gd name="connsiteX78" fmla="*/ 6648353 w 9517857"/>
              <a:gd name="connsiteY78" fmla="*/ 172238 h 918344"/>
              <a:gd name="connsiteX79" fmla="*/ 6736227 w 9517857"/>
              <a:gd name="connsiteY79" fmla="*/ 173204 h 918344"/>
              <a:gd name="connsiteX80" fmla="*/ 6977218 w 9517857"/>
              <a:gd name="connsiteY80" fmla="*/ 184277 h 918344"/>
              <a:gd name="connsiteX81" fmla="*/ 7065221 w 9517857"/>
              <a:gd name="connsiteY81" fmla="*/ 227519 h 918344"/>
              <a:gd name="connsiteX82" fmla="*/ 7366801 w 9517857"/>
              <a:gd name="connsiteY82" fmla="*/ 258938 h 918344"/>
              <a:gd name="connsiteX83" fmla="*/ 7433745 w 9517857"/>
              <a:gd name="connsiteY83" fmla="*/ 246959 h 918344"/>
              <a:gd name="connsiteX84" fmla="*/ 7644411 w 9517857"/>
              <a:gd name="connsiteY84" fmla="*/ 258974 h 918344"/>
              <a:gd name="connsiteX85" fmla="*/ 7825110 w 9517857"/>
              <a:gd name="connsiteY85" fmla="*/ 229097 h 918344"/>
              <a:gd name="connsiteX86" fmla="*/ 7965804 w 9517857"/>
              <a:gd name="connsiteY86" fmla="*/ 190533 h 918344"/>
              <a:gd name="connsiteX87" fmla="*/ 8147401 w 9517857"/>
              <a:gd name="connsiteY87" fmla="*/ 205605 h 918344"/>
              <a:gd name="connsiteX88" fmla="*/ 8256033 w 9517857"/>
              <a:gd name="connsiteY88" fmla="*/ 193701 h 918344"/>
              <a:gd name="connsiteX89" fmla="*/ 8551625 w 9517857"/>
              <a:gd name="connsiteY89" fmla="*/ 161505 h 918344"/>
              <a:gd name="connsiteX90" fmla="*/ 8715976 w 9517857"/>
              <a:gd name="connsiteY90" fmla="*/ 178362 h 918344"/>
              <a:gd name="connsiteX91" fmla="*/ 8778827 w 9517857"/>
              <a:gd name="connsiteY91" fmla="*/ 172924 h 918344"/>
              <a:gd name="connsiteX92" fmla="*/ 8840778 w 9517857"/>
              <a:gd name="connsiteY92" fmla="*/ 143137 h 918344"/>
              <a:gd name="connsiteX93" fmla="*/ 9010380 w 9517857"/>
              <a:gd name="connsiteY93" fmla="*/ 91879 h 918344"/>
              <a:gd name="connsiteX94" fmla="*/ 9110856 w 9517857"/>
              <a:gd name="connsiteY94" fmla="*/ 70985 h 918344"/>
              <a:gd name="connsiteX95" fmla="*/ 9268817 w 9517857"/>
              <a:gd name="connsiteY95" fmla="*/ 53070 h 918344"/>
              <a:gd name="connsiteX96" fmla="*/ 9316667 w 9517857"/>
              <a:gd name="connsiteY96" fmla="*/ 45035 h 918344"/>
              <a:gd name="connsiteX97" fmla="*/ 9428209 w 9517857"/>
              <a:gd name="connsiteY97" fmla="*/ 29911 h 918344"/>
              <a:gd name="connsiteX0" fmla="*/ 4686423 w 9517857"/>
              <a:gd name="connsiteY0" fmla="*/ 247907 h 918344"/>
              <a:gd name="connsiteX1" fmla="*/ 4689051 w 9517857"/>
              <a:gd name="connsiteY1" fmla="*/ 250956 h 918344"/>
              <a:gd name="connsiteX2" fmla="*/ 4687244 w 9517857"/>
              <a:gd name="connsiteY2" fmla="*/ 251286 h 918344"/>
              <a:gd name="connsiteX3" fmla="*/ 4686423 w 9517857"/>
              <a:gd name="connsiteY3" fmla="*/ 247907 h 918344"/>
              <a:gd name="connsiteX4" fmla="*/ 4685225 w 9517857"/>
              <a:gd name="connsiteY4" fmla="*/ 246518 h 918344"/>
              <a:gd name="connsiteX5" fmla="*/ 4686133 w 9517857"/>
              <a:gd name="connsiteY5" fmla="*/ 246715 h 918344"/>
              <a:gd name="connsiteX6" fmla="*/ 4686423 w 9517857"/>
              <a:gd name="connsiteY6" fmla="*/ 247907 h 918344"/>
              <a:gd name="connsiteX7" fmla="*/ 4685225 w 9517857"/>
              <a:gd name="connsiteY7" fmla="*/ 246518 h 918344"/>
              <a:gd name="connsiteX8" fmla="*/ 9428209 w 9517857"/>
              <a:gd name="connsiteY8" fmla="*/ 29911 h 918344"/>
              <a:gd name="connsiteX9" fmla="*/ 9517857 w 9517857"/>
              <a:gd name="connsiteY9" fmla="*/ 0 h 918344"/>
              <a:gd name="connsiteX10" fmla="*/ 9517857 w 9517857"/>
              <a:gd name="connsiteY10" fmla="*/ 918344 h 918344"/>
              <a:gd name="connsiteX11" fmla="*/ 14604 w 9517857"/>
              <a:gd name="connsiteY11" fmla="*/ 918344 h 918344"/>
              <a:gd name="connsiteX12" fmla="*/ 12841 w 9517857"/>
              <a:gd name="connsiteY12" fmla="*/ 917751 h 918344"/>
              <a:gd name="connsiteX13" fmla="*/ 93 w 9517857"/>
              <a:gd name="connsiteY13" fmla="*/ 912459 h 918344"/>
              <a:gd name="connsiteX14" fmla="*/ 58674 w 9517857"/>
              <a:gd name="connsiteY14" fmla="*/ 890310 h 918344"/>
              <a:gd name="connsiteX15" fmla="*/ 275005 w 9517857"/>
              <a:gd name="connsiteY15" fmla="*/ 807217 h 918344"/>
              <a:gd name="connsiteX16" fmla="*/ 587824 w 9517857"/>
              <a:gd name="connsiteY16" fmla="*/ 798183 h 918344"/>
              <a:gd name="connsiteX17" fmla="*/ 651826 w 9517857"/>
              <a:gd name="connsiteY17" fmla="*/ 738326 h 918344"/>
              <a:gd name="connsiteX18" fmla="*/ 727985 w 9517857"/>
              <a:gd name="connsiteY18" fmla="*/ 719814 h 918344"/>
              <a:gd name="connsiteX19" fmla="*/ 778982 w 9517857"/>
              <a:gd name="connsiteY19" fmla="*/ 710130 h 918344"/>
              <a:gd name="connsiteX20" fmla="*/ 849944 w 9517857"/>
              <a:gd name="connsiteY20" fmla="*/ 717975 h 918344"/>
              <a:gd name="connsiteX21" fmla="*/ 921659 w 9517857"/>
              <a:gd name="connsiteY21" fmla="*/ 712683 h 918344"/>
              <a:gd name="connsiteX22" fmla="*/ 930946 w 9517857"/>
              <a:gd name="connsiteY22" fmla="*/ 734034 h 918344"/>
              <a:gd name="connsiteX23" fmla="*/ 986250 w 9517857"/>
              <a:gd name="connsiteY23" fmla="*/ 713518 h 918344"/>
              <a:gd name="connsiteX24" fmla="*/ 1013752 w 9517857"/>
              <a:gd name="connsiteY24" fmla="*/ 713349 h 918344"/>
              <a:gd name="connsiteX25" fmla="*/ 1023734 w 9517857"/>
              <a:gd name="connsiteY25" fmla="*/ 718559 h 918344"/>
              <a:gd name="connsiteX26" fmla="*/ 1063207 w 9517857"/>
              <a:gd name="connsiteY26" fmla="*/ 715639 h 918344"/>
              <a:gd name="connsiteX27" fmla="*/ 1081980 w 9517857"/>
              <a:gd name="connsiteY27" fmla="*/ 738443 h 918344"/>
              <a:gd name="connsiteX28" fmla="*/ 1218120 w 9517857"/>
              <a:gd name="connsiteY28" fmla="*/ 713268 h 918344"/>
              <a:gd name="connsiteX29" fmla="*/ 1397459 w 9517857"/>
              <a:gd name="connsiteY29" fmla="*/ 691178 h 918344"/>
              <a:gd name="connsiteX30" fmla="*/ 1580688 w 9517857"/>
              <a:gd name="connsiteY30" fmla="*/ 693685 h 918344"/>
              <a:gd name="connsiteX31" fmla="*/ 1772334 w 9517857"/>
              <a:gd name="connsiteY31" fmla="*/ 710628 h 918344"/>
              <a:gd name="connsiteX32" fmla="*/ 2002561 w 9517857"/>
              <a:gd name="connsiteY32" fmla="*/ 659905 h 918344"/>
              <a:gd name="connsiteX33" fmla="*/ 2135144 w 9517857"/>
              <a:gd name="connsiteY33" fmla="*/ 636489 h 918344"/>
              <a:gd name="connsiteX34" fmla="*/ 2448505 w 9517857"/>
              <a:gd name="connsiteY34" fmla="*/ 578838 h 918344"/>
              <a:gd name="connsiteX35" fmla="*/ 2658055 w 9517857"/>
              <a:gd name="connsiteY35" fmla="*/ 578715 h 918344"/>
              <a:gd name="connsiteX36" fmla="*/ 2693698 w 9517857"/>
              <a:gd name="connsiteY36" fmla="*/ 560017 h 918344"/>
              <a:gd name="connsiteX37" fmla="*/ 2699673 w 9517857"/>
              <a:gd name="connsiteY37" fmla="*/ 556388 h 918344"/>
              <a:gd name="connsiteX38" fmla="*/ 2727306 w 9517857"/>
              <a:gd name="connsiteY38" fmla="*/ 550686 h 918344"/>
              <a:gd name="connsiteX39" fmla="*/ 2730451 w 9517857"/>
              <a:gd name="connsiteY39" fmla="*/ 538046 h 918344"/>
              <a:gd name="connsiteX40" fmla="*/ 2768713 w 9517857"/>
              <a:gd name="connsiteY40" fmla="*/ 521563 h 918344"/>
              <a:gd name="connsiteX41" fmla="*/ 2820868 w 9517857"/>
              <a:gd name="connsiteY41" fmla="*/ 514148 h 918344"/>
              <a:gd name="connsiteX42" fmla="*/ 3073635 w 9517857"/>
              <a:gd name="connsiteY42" fmla="*/ 491282 h 918344"/>
              <a:gd name="connsiteX43" fmla="*/ 3222071 w 9517857"/>
              <a:gd name="connsiteY43" fmla="*/ 470547 h 918344"/>
              <a:gd name="connsiteX44" fmla="*/ 3274069 w 9517857"/>
              <a:gd name="connsiteY44" fmla="*/ 451593 h 918344"/>
              <a:gd name="connsiteX45" fmla="*/ 3349632 w 9517857"/>
              <a:gd name="connsiteY45" fmla="*/ 432571 h 918344"/>
              <a:gd name="connsiteX46" fmla="*/ 3479593 w 9517857"/>
              <a:gd name="connsiteY46" fmla="*/ 390425 h 918344"/>
              <a:gd name="connsiteX47" fmla="*/ 3750023 w 9517857"/>
              <a:gd name="connsiteY47" fmla="*/ 370666 h 918344"/>
              <a:gd name="connsiteX48" fmla="*/ 3844133 w 9517857"/>
              <a:gd name="connsiteY48" fmla="*/ 360636 h 918344"/>
              <a:gd name="connsiteX49" fmla="*/ 3913545 w 9517857"/>
              <a:gd name="connsiteY49" fmla="*/ 344223 h 918344"/>
              <a:gd name="connsiteX50" fmla="*/ 4266740 w 9517857"/>
              <a:gd name="connsiteY50" fmla="*/ 361442 h 918344"/>
              <a:gd name="connsiteX51" fmla="*/ 4430770 w 9517857"/>
              <a:gd name="connsiteY51" fmla="*/ 342631 h 918344"/>
              <a:gd name="connsiteX52" fmla="*/ 4512664 w 9517857"/>
              <a:gd name="connsiteY52" fmla="*/ 319936 h 918344"/>
              <a:gd name="connsiteX53" fmla="*/ 4616423 w 9517857"/>
              <a:gd name="connsiteY53" fmla="*/ 290902 h 918344"/>
              <a:gd name="connsiteX54" fmla="*/ 4691675 w 9517857"/>
              <a:gd name="connsiteY54" fmla="*/ 253999 h 918344"/>
              <a:gd name="connsiteX55" fmla="*/ 4689051 w 9517857"/>
              <a:gd name="connsiteY55" fmla="*/ 250956 h 918344"/>
              <a:gd name="connsiteX56" fmla="*/ 4719994 w 9517857"/>
              <a:gd name="connsiteY56" fmla="*/ 245295 h 918344"/>
              <a:gd name="connsiteX57" fmla="*/ 4752894 w 9517857"/>
              <a:gd name="connsiteY57" fmla="*/ 239863 h 918344"/>
              <a:gd name="connsiteX58" fmla="*/ 4769329 w 9517857"/>
              <a:gd name="connsiteY58" fmla="*/ 233573 h 918344"/>
              <a:gd name="connsiteX59" fmla="*/ 4775634 w 9517857"/>
              <a:gd name="connsiteY59" fmla="*/ 234051 h 918344"/>
              <a:gd name="connsiteX60" fmla="*/ 4790452 w 9517857"/>
              <a:gd name="connsiteY60" fmla="*/ 233560 h 918344"/>
              <a:gd name="connsiteX61" fmla="*/ 4789062 w 9517857"/>
              <a:gd name="connsiteY61" fmla="*/ 241912 h 918344"/>
              <a:gd name="connsiteX62" fmla="*/ 4827826 w 9517857"/>
              <a:gd name="connsiteY62" fmla="*/ 246965 h 918344"/>
              <a:gd name="connsiteX63" fmla="*/ 4892569 w 9517857"/>
              <a:gd name="connsiteY63" fmla="*/ 249921 h 918344"/>
              <a:gd name="connsiteX64" fmla="*/ 4896611 w 9517857"/>
              <a:gd name="connsiteY64" fmla="*/ 240436 h 918344"/>
              <a:gd name="connsiteX65" fmla="*/ 4917286 w 9517857"/>
              <a:gd name="connsiteY65" fmla="*/ 243647 h 918344"/>
              <a:gd name="connsiteX66" fmla="*/ 5060397 w 9517857"/>
              <a:gd name="connsiteY66" fmla="*/ 263676 h 918344"/>
              <a:gd name="connsiteX67" fmla="*/ 5252996 w 9517857"/>
              <a:gd name="connsiteY67" fmla="*/ 270643 h 918344"/>
              <a:gd name="connsiteX68" fmla="*/ 5358056 w 9517857"/>
              <a:gd name="connsiteY68" fmla="*/ 247236 h 918344"/>
              <a:gd name="connsiteX69" fmla="*/ 5426496 w 9517857"/>
              <a:gd name="connsiteY69" fmla="*/ 235130 h 918344"/>
              <a:gd name="connsiteX70" fmla="*/ 5497161 w 9517857"/>
              <a:gd name="connsiteY70" fmla="*/ 228796 h 918344"/>
              <a:gd name="connsiteX71" fmla="*/ 5856152 w 9517857"/>
              <a:gd name="connsiteY71" fmla="*/ 156354 h 918344"/>
              <a:gd name="connsiteX72" fmla="*/ 6014778 w 9517857"/>
              <a:gd name="connsiteY72" fmla="*/ 168326 h 918344"/>
              <a:gd name="connsiteX73" fmla="*/ 6194152 w 9517857"/>
              <a:gd name="connsiteY73" fmla="*/ 151760 h 918344"/>
              <a:gd name="connsiteX74" fmla="*/ 6281379 w 9517857"/>
              <a:gd name="connsiteY74" fmla="*/ 181614 h 918344"/>
              <a:gd name="connsiteX75" fmla="*/ 6374947 w 9517857"/>
              <a:gd name="connsiteY75" fmla="*/ 179787 h 918344"/>
              <a:gd name="connsiteX76" fmla="*/ 6448518 w 9517857"/>
              <a:gd name="connsiteY76" fmla="*/ 164366 h 918344"/>
              <a:gd name="connsiteX77" fmla="*/ 6544700 w 9517857"/>
              <a:gd name="connsiteY77" fmla="*/ 167149 h 918344"/>
              <a:gd name="connsiteX78" fmla="*/ 6648353 w 9517857"/>
              <a:gd name="connsiteY78" fmla="*/ 172238 h 918344"/>
              <a:gd name="connsiteX79" fmla="*/ 6736227 w 9517857"/>
              <a:gd name="connsiteY79" fmla="*/ 173204 h 918344"/>
              <a:gd name="connsiteX80" fmla="*/ 6977218 w 9517857"/>
              <a:gd name="connsiteY80" fmla="*/ 184277 h 918344"/>
              <a:gd name="connsiteX81" fmla="*/ 7065221 w 9517857"/>
              <a:gd name="connsiteY81" fmla="*/ 227519 h 918344"/>
              <a:gd name="connsiteX82" fmla="*/ 7366801 w 9517857"/>
              <a:gd name="connsiteY82" fmla="*/ 258938 h 918344"/>
              <a:gd name="connsiteX83" fmla="*/ 7433745 w 9517857"/>
              <a:gd name="connsiteY83" fmla="*/ 246959 h 918344"/>
              <a:gd name="connsiteX84" fmla="*/ 7644411 w 9517857"/>
              <a:gd name="connsiteY84" fmla="*/ 258974 h 918344"/>
              <a:gd name="connsiteX85" fmla="*/ 7825110 w 9517857"/>
              <a:gd name="connsiteY85" fmla="*/ 229097 h 918344"/>
              <a:gd name="connsiteX86" fmla="*/ 7965804 w 9517857"/>
              <a:gd name="connsiteY86" fmla="*/ 190533 h 918344"/>
              <a:gd name="connsiteX87" fmla="*/ 8147401 w 9517857"/>
              <a:gd name="connsiteY87" fmla="*/ 205605 h 918344"/>
              <a:gd name="connsiteX88" fmla="*/ 8256033 w 9517857"/>
              <a:gd name="connsiteY88" fmla="*/ 193701 h 918344"/>
              <a:gd name="connsiteX89" fmla="*/ 8551625 w 9517857"/>
              <a:gd name="connsiteY89" fmla="*/ 161505 h 918344"/>
              <a:gd name="connsiteX90" fmla="*/ 8715976 w 9517857"/>
              <a:gd name="connsiteY90" fmla="*/ 178362 h 918344"/>
              <a:gd name="connsiteX91" fmla="*/ 8778827 w 9517857"/>
              <a:gd name="connsiteY91" fmla="*/ 172924 h 918344"/>
              <a:gd name="connsiteX92" fmla="*/ 8840778 w 9517857"/>
              <a:gd name="connsiteY92" fmla="*/ 143137 h 918344"/>
              <a:gd name="connsiteX93" fmla="*/ 9010380 w 9517857"/>
              <a:gd name="connsiteY93" fmla="*/ 91879 h 918344"/>
              <a:gd name="connsiteX94" fmla="*/ 9110856 w 9517857"/>
              <a:gd name="connsiteY94" fmla="*/ 70985 h 918344"/>
              <a:gd name="connsiteX95" fmla="*/ 9268817 w 9517857"/>
              <a:gd name="connsiteY95" fmla="*/ 53070 h 918344"/>
              <a:gd name="connsiteX96" fmla="*/ 9316667 w 9517857"/>
              <a:gd name="connsiteY96" fmla="*/ 45035 h 918344"/>
              <a:gd name="connsiteX97" fmla="*/ 9428209 w 9517857"/>
              <a:gd name="connsiteY97" fmla="*/ 29911 h 918344"/>
              <a:gd name="connsiteX0" fmla="*/ 4686423 w 9517857"/>
              <a:gd name="connsiteY0" fmla="*/ 247907 h 918344"/>
              <a:gd name="connsiteX1" fmla="*/ 4689051 w 9517857"/>
              <a:gd name="connsiteY1" fmla="*/ 250956 h 918344"/>
              <a:gd name="connsiteX2" fmla="*/ 4687244 w 9517857"/>
              <a:gd name="connsiteY2" fmla="*/ 251286 h 918344"/>
              <a:gd name="connsiteX3" fmla="*/ 4686423 w 9517857"/>
              <a:gd name="connsiteY3" fmla="*/ 247907 h 918344"/>
              <a:gd name="connsiteX4" fmla="*/ 4685225 w 9517857"/>
              <a:gd name="connsiteY4" fmla="*/ 246518 h 918344"/>
              <a:gd name="connsiteX5" fmla="*/ 4686133 w 9517857"/>
              <a:gd name="connsiteY5" fmla="*/ 246715 h 918344"/>
              <a:gd name="connsiteX6" fmla="*/ 4686423 w 9517857"/>
              <a:gd name="connsiteY6" fmla="*/ 247907 h 918344"/>
              <a:gd name="connsiteX7" fmla="*/ 4685225 w 9517857"/>
              <a:gd name="connsiteY7" fmla="*/ 246518 h 918344"/>
              <a:gd name="connsiteX8" fmla="*/ 9428209 w 9517857"/>
              <a:gd name="connsiteY8" fmla="*/ 29911 h 918344"/>
              <a:gd name="connsiteX9" fmla="*/ 9517857 w 9517857"/>
              <a:gd name="connsiteY9" fmla="*/ 0 h 918344"/>
              <a:gd name="connsiteX10" fmla="*/ 9517857 w 9517857"/>
              <a:gd name="connsiteY10" fmla="*/ 918344 h 918344"/>
              <a:gd name="connsiteX11" fmla="*/ 14604 w 9517857"/>
              <a:gd name="connsiteY11" fmla="*/ 918344 h 918344"/>
              <a:gd name="connsiteX12" fmla="*/ 12841 w 9517857"/>
              <a:gd name="connsiteY12" fmla="*/ 917751 h 918344"/>
              <a:gd name="connsiteX13" fmla="*/ 93 w 9517857"/>
              <a:gd name="connsiteY13" fmla="*/ 912459 h 918344"/>
              <a:gd name="connsiteX14" fmla="*/ 58674 w 9517857"/>
              <a:gd name="connsiteY14" fmla="*/ 890310 h 918344"/>
              <a:gd name="connsiteX15" fmla="*/ 275005 w 9517857"/>
              <a:gd name="connsiteY15" fmla="*/ 807217 h 918344"/>
              <a:gd name="connsiteX16" fmla="*/ 587824 w 9517857"/>
              <a:gd name="connsiteY16" fmla="*/ 798183 h 918344"/>
              <a:gd name="connsiteX17" fmla="*/ 651826 w 9517857"/>
              <a:gd name="connsiteY17" fmla="*/ 738326 h 918344"/>
              <a:gd name="connsiteX18" fmla="*/ 727985 w 9517857"/>
              <a:gd name="connsiteY18" fmla="*/ 719814 h 918344"/>
              <a:gd name="connsiteX19" fmla="*/ 778982 w 9517857"/>
              <a:gd name="connsiteY19" fmla="*/ 710130 h 918344"/>
              <a:gd name="connsiteX20" fmla="*/ 849944 w 9517857"/>
              <a:gd name="connsiteY20" fmla="*/ 717975 h 918344"/>
              <a:gd name="connsiteX21" fmla="*/ 921659 w 9517857"/>
              <a:gd name="connsiteY21" fmla="*/ 712683 h 918344"/>
              <a:gd name="connsiteX22" fmla="*/ 930946 w 9517857"/>
              <a:gd name="connsiteY22" fmla="*/ 734034 h 918344"/>
              <a:gd name="connsiteX23" fmla="*/ 986250 w 9517857"/>
              <a:gd name="connsiteY23" fmla="*/ 713518 h 918344"/>
              <a:gd name="connsiteX24" fmla="*/ 1013752 w 9517857"/>
              <a:gd name="connsiteY24" fmla="*/ 713349 h 918344"/>
              <a:gd name="connsiteX25" fmla="*/ 1023734 w 9517857"/>
              <a:gd name="connsiteY25" fmla="*/ 718559 h 918344"/>
              <a:gd name="connsiteX26" fmla="*/ 1063207 w 9517857"/>
              <a:gd name="connsiteY26" fmla="*/ 715639 h 918344"/>
              <a:gd name="connsiteX27" fmla="*/ 1081980 w 9517857"/>
              <a:gd name="connsiteY27" fmla="*/ 738443 h 918344"/>
              <a:gd name="connsiteX28" fmla="*/ 1218120 w 9517857"/>
              <a:gd name="connsiteY28" fmla="*/ 713268 h 918344"/>
              <a:gd name="connsiteX29" fmla="*/ 1397459 w 9517857"/>
              <a:gd name="connsiteY29" fmla="*/ 691178 h 918344"/>
              <a:gd name="connsiteX30" fmla="*/ 1580688 w 9517857"/>
              <a:gd name="connsiteY30" fmla="*/ 693685 h 918344"/>
              <a:gd name="connsiteX31" fmla="*/ 1772334 w 9517857"/>
              <a:gd name="connsiteY31" fmla="*/ 710628 h 918344"/>
              <a:gd name="connsiteX32" fmla="*/ 2002561 w 9517857"/>
              <a:gd name="connsiteY32" fmla="*/ 659905 h 918344"/>
              <a:gd name="connsiteX33" fmla="*/ 2135144 w 9517857"/>
              <a:gd name="connsiteY33" fmla="*/ 636489 h 918344"/>
              <a:gd name="connsiteX34" fmla="*/ 2448505 w 9517857"/>
              <a:gd name="connsiteY34" fmla="*/ 578838 h 918344"/>
              <a:gd name="connsiteX35" fmla="*/ 2658055 w 9517857"/>
              <a:gd name="connsiteY35" fmla="*/ 578715 h 918344"/>
              <a:gd name="connsiteX36" fmla="*/ 2693698 w 9517857"/>
              <a:gd name="connsiteY36" fmla="*/ 560017 h 918344"/>
              <a:gd name="connsiteX37" fmla="*/ 2699673 w 9517857"/>
              <a:gd name="connsiteY37" fmla="*/ 556388 h 918344"/>
              <a:gd name="connsiteX38" fmla="*/ 2727306 w 9517857"/>
              <a:gd name="connsiteY38" fmla="*/ 550686 h 918344"/>
              <a:gd name="connsiteX39" fmla="*/ 2730451 w 9517857"/>
              <a:gd name="connsiteY39" fmla="*/ 538046 h 918344"/>
              <a:gd name="connsiteX40" fmla="*/ 2768713 w 9517857"/>
              <a:gd name="connsiteY40" fmla="*/ 521563 h 918344"/>
              <a:gd name="connsiteX41" fmla="*/ 2820868 w 9517857"/>
              <a:gd name="connsiteY41" fmla="*/ 514148 h 918344"/>
              <a:gd name="connsiteX42" fmla="*/ 3073635 w 9517857"/>
              <a:gd name="connsiteY42" fmla="*/ 491282 h 918344"/>
              <a:gd name="connsiteX43" fmla="*/ 3222071 w 9517857"/>
              <a:gd name="connsiteY43" fmla="*/ 470547 h 918344"/>
              <a:gd name="connsiteX44" fmla="*/ 3274069 w 9517857"/>
              <a:gd name="connsiteY44" fmla="*/ 451593 h 918344"/>
              <a:gd name="connsiteX45" fmla="*/ 3349632 w 9517857"/>
              <a:gd name="connsiteY45" fmla="*/ 432571 h 918344"/>
              <a:gd name="connsiteX46" fmla="*/ 3479593 w 9517857"/>
              <a:gd name="connsiteY46" fmla="*/ 390425 h 918344"/>
              <a:gd name="connsiteX47" fmla="*/ 3750023 w 9517857"/>
              <a:gd name="connsiteY47" fmla="*/ 370666 h 918344"/>
              <a:gd name="connsiteX48" fmla="*/ 3844133 w 9517857"/>
              <a:gd name="connsiteY48" fmla="*/ 360636 h 918344"/>
              <a:gd name="connsiteX49" fmla="*/ 3979762 w 9517857"/>
              <a:gd name="connsiteY49" fmla="*/ 350573 h 918344"/>
              <a:gd name="connsiteX50" fmla="*/ 4266740 w 9517857"/>
              <a:gd name="connsiteY50" fmla="*/ 361442 h 918344"/>
              <a:gd name="connsiteX51" fmla="*/ 4430770 w 9517857"/>
              <a:gd name="connsiteY51" fmla="*/ 342631 h 918344"/>
              <a:gd name="connsiteX52" fmla="*/ 4512664 w 9517857"/>
              <a:gd name="connsiteY52" fmla="*/ 319936 h 918344"/>
              <a:gd name="connsiteX53" fmla="*/ 4616423 w 9517857"/>
              <a:gd name="connsiteY53" fmla="*/ 290902 h 918344"/>
              <a:gd name="connsiteX54" fmla="*/ 4691675 w 9517857"/>
              <a:gd name="connsiteY54" fmla="*/ 253999 h 918344"/>
              <a:gd name="connsiteX55" fmla="*/ 4689051 w 9517857"/>
              <a:gd name="connsiteY55" fmla="*/ 250956 h 918344"/>
              <a:gd name="connsiteX56" fmla="*/ 4719994 w 9517857"/>
              <a:gd name="connsiteY56" fmla="*/ 245295 h 918344"/>
              <a:gd name="connsiteX57" fmla="*/ 4752894 w 9517857"/>
              <a:gd name="connsiteY57" fmla="*/ 239863 h 918344"/>
              <a:gd name="connsiteX58" fmla="*/ 4769329 w 9517857"/>
              <a:gd name="connsiteY58" fmla="*/ 233573 h 918344"/>
              <a:gd name="connsiteX59" fmla="*/ 4775634 w 9517857"/>
              <a:gd name="connsiteY59" fmla="*/ 234051 h 918344"/>
              <a:gd name="connsiteX60" fmla="*/ 4790452 w 9517857"/>
              <a:gd name="connsiteY60" fmla="*/ 233560 h 918344"/>
              <a:gd name="connsiteX61" fmla="*/ 4789062 w 9517857"/>
              <a:gd name="connsiteY61" fmla="*/ 241912 h 918344"/>
              <a:gd name="connsiteX62" fmla="*/ 4827826 w 9517857"/>
              <a:gd name="connsiteY62" fmla="*/ 246965 h 918344"/>
              <a:gd name="connsiteX63" fmla="*/ 4892569 w 9517857"/>
              <a:gd name="connsiteY63" fmla="*/ 249921 h 918344"/>
              <a:gd name="connsiteX64" fmla="*/ 4896611 w 9517857"/>
              <a:gd name="connsiteY64" fmla="*/ 240436 h 918344"/>
              <a:gd name="connsiteX65" fmla="*/ 4917286 w 9517857"/>
              <a:gd name="connsiteY65" fmla="*/ 243647 h 918344"/>
              <a:gd name="connsiteX66" fmla="*/ 5060397 w 9517857"/>
              <a:gd name="connsiteY66" fmla="*/ 263676 h 918344"/>
              <a:gd name="connsiteX67" fmla="*/ 5252996 w 9517857"/>
              <a:gd name="connsiteY67" fmla="*/ 270643 h 918344"/>
              <a:gd name="connsiteX68" fmla="*/ 5358056 w 9517857"/>
              <a:gd name="connsiteY68" fmla="*/ 247236 h 918344"/>
              <a:gd name="connsiteX69" fmla="*/ 5426496 w 9517857"/>
              <a:gd name="connsiteY69" fmla="*/ 235130 h 918344"/>
              <a:gd name="connsiteX70" fmla="*/ 5497161 w 9517857"/>
              <a:gd name="connsiteY70" fmla="*/ 228796 h 918344"/>
              <a:gd name="connsiteX71" fmla="*/ 5856152 w 9517857"/>
              <a:gd name="connsiteY71" fmla="*/ 156354 h 918344"/>
              <a:gd name="connsiteX72" fmla="*/ 6014778 w 9517857"/>
              <a:gd name="connsiteY72" fmla="*/ 168326 h 918344"/>
              <a:gd name="connsiteX73" fmla="*/ 6194152 w 9517857"/>
              <a:gd name="connsiteY73" fmla="*/ 151760 h 918344"/>
              <a:gd name="connsiteX74" fmla="*/ 6281379 w 9517857"/>
              <a:gd name="connsiteY74" fmla="*/ 181614 h 918344"/>
              <a:gd name="connsiteX75" fmla="*/ 6374947 w 9517857"/>
              <a:gd name="connsiteY75" fmla="*/ 179787 h 918344"/>
              <a:gd name="connsiteX76" fmla="*/ 6448518 w 9517857"/>
              <a:gd name="connsiteY76" fmla="*/ 164366 h 918344"/>
              <a:gd name="connsiteX77" fmla="*/ 6544700 w 9517857"/>
              <a:gd name="connsiteY77" fmla="*/ 167149 h 918344"/>
              <a:gd name="connsiteX78" fmla="*/ 6648353 w 9517857"/>
              <a:gd name="connsiteY78" fmla="*/ 172238 h 918344"/>
              <a:gd name="connsiteX79" fmla="*/ 6736227 w 9517857"/>
              <a:gd name="connsiteY79" fmla="*/ 173204 h 918344"/>
              <a:gd name="connsiteX80" fmla="*/ 6977218 w 9517857"/>
              <a:gd name="connsiteY80" fmla="*/ 184277 h 918344"/>
              <a:gd name="connsiteX81" fmla="*/ 7065221 w 9517857"/>
              <a:gd name="connsiteY81" fmla="*/ 227519 h 918344"/>
              <a:gd name="connsiteX82" fmla="*/ 7366801 w 9517857"/>
              <a:gd name="connsiteY82" fmla="*/ 258938 h 918344"/>
              <a:gd name="connsiteX83" fmla="*/ 7433745 w 9517857"/>
              <a:gd name="connsiteY83" fmla="*/ 246959 h 918344"/>
              <a:gd name="connsiteX84" fmla="*/ 7644411 w 9517857"/>
              <a:gd name="connsiteY84" fmla="*/ 258974 h 918344"/>
              <a:gd name="connsiteX85" fmla="*/ 7825110 w 9517857"/>
              <a:gd name="connsiteY85" fmla="*/ 229097 h 918344"/>
              <a:gd name="connsiteX86" fmla="*/ 7965804 w 9517857"/>
              <a:gd name="connsiteY86" fmla="*/ 190533 h 918344"/>
              <a:gd name="connsiteX87" fmla="*/ 8147401 w 9517857"/>
              <a:gd name="connsiteY87" fmla="*/ 205605 h 918344"/>
              <a:gd name="connsiteX88" fmla="*/ 8256033 w 9517857"/>
              <a:gd name="connsiteY88" fmla="*/ 193701 h 918344"/>
              <a:gd name="connsiteX89" fmla="*/ 8551625 w 9517857"/>
              <a:gd name="connsiteY89" fmla="*/ 161505 h 918344"/>
              <a:gd name="connsiteX90" fmla="*/ 8715976 w 9517857"/>
              <a:gd name="connsiteY90" fmla="*/ 178362 h 918344"/>
              <a:gd name="connsiteX91" fmla="*/ 8778827 w 9517857"/>
              <a:gd name="connsiteY91" fmla="*/ 172924 h 918344"/>
              <a:gd name="connsiteX92" fmla="*/ 8840778 w 9517857"/>
              <a:gd name="connsiteY92" fmla="*/ 143137 h 918344"/>
              <a:gd name="connsiteX93" fmla="*/ 9010380 w 9517857"/>
              <a:gd name="connsiteY93" fmla="*/ 91879 h 918344"/>
              <a:gd name="connsiteX94" fmla="*/ 9110856 w 9517857"/>
              <a:gd name="connsiteY94" fmla="*/ 70985 h 918344"/>
              <a:gd name="connsiteX95" fmla="*/ 9268817 w 9517857"/>
              <a:gd name="connsiteY95" fmla="*/ 53070 h 918344"/>
              <a:gd name="connsiteX96" fmla="*/ 9316667 w 9517857"/>
              <a:gd name="connsiteY96" fmla="*/ 45035 h 918344"/>
              <a:gd name="connsiteX97" fmla="*/ 9428209 w 9517857"/>
              <a:gd name="connsiteY97" fmla="*/ 29911 h 918344"/>
              <a:gd name="connsiteX0" fmla="*/ 4686423 w 9517857"/>
              <a:gd name="connsiteY0" fmla="*/ 247907 h 918344"/>
              <a:gd name="connsiteX1" fmla="*/ 4689051 w 9517857"/>
              <a:gd name="connsiteY1" fmla="*/ 250956 h 918344"/>
              <a:gd name="connsiteX2" fmla="*/ 4687244 w 9517857"/>
              <a:gd name="connsiteY2" fmla="*/ 251286 h 918344"/>
              <a:gd name="connsiteX3" fmla="*/ 4686423 w 9517857"/>
              <a:gd name="connsiteY3" fmla="*/ 247907 h 918344"/>
              <a:gd name="connsiteX4" fmla="*/ 4685225 w 9517857"/>
              <a:gd name="connsiteY4" fmla="*/ 246518 h 918344"/>
              <a:gd name="connsiteX5" fmla="*/ 4686133 w 9517857"/>
              <a:gd name="connsiteY5" fmla="*/ 246715 h 918344"/>
              <a:gd name="connsiteX6" fmla="*/ 4686423 w 9517857"/>
              <a:gd name="connsiteY6" fmla="*/ 247907 h 918344"/>
              <a:gd name="connsiteX7" fmla="*/ 4685225 w 9517857"/>
              <a:gd name="connsiteY7" fmla="*/ 246518 h 918344"/>
              <a:gd name="connsiteX8" fmla="*/ 9428209 w 9517857"/>
              <a:gd name="connsiteY8" fmla="*/ 29911 h 918344"/>
              <a:gd name="connsiteX9" fmla="*/ 9517857 w 9517857"/>
              <a:gd name="connsiteY9" fmla="*/ 0 h 918344"/>
              <a:gd name="connsiteX10" fmla="*/ 9517857 w 9517857"/>
              <a:gd name="connsiteY10" fmla="*/ 918344 h 918344"/>
              <a:gd name="connsiteX11" fmla="*/ 14604 w 9517857"/>
              <a:gd name="connsiteY11" fmla="*/ 918344 h 918344"/>
              <a:gd name="connsiteX12" fmla="*/ 12841 w 9517857"/>
              <a:gd name="connsiteY12" fmla="*/ 917751 h 918344"/>
              <a:gd name="connsiteX13" fmla="*/ 93 w 9517857"/>
              <a:gd name="connsiteY13" fmla="*/ 912459 h 918344"/>
              <a:gd name="connsiteX14" fmla="*/ 58674 w 9517857"/>
              <a:gd name="connsiteY14" fmla="*/ 890310 h 918344"/>
              <a:gd name="connsiteX15" fmla="*/ 275005 w 9517857"/>
              <a:gd name="connsiteY15" fmla="*/ 807217 h 918344"/>
              <a:gd name="connsiteX16" fmla="*/ 587824 w 9517857"/>
              <a:gd name="connsiteY16" fmla="*/ 798183 h 918344"/>
              <a:gd name="connsiteX17" fmla="*/ 651826 w 9517857"/>
              <a:gd name="connsiteY17" fmla="*/ 738326 h 918344"/>
              <a:gd name="connsiteX18" fmla="*/ 727985 w 9517857"/>
              <a:gd name="connsiteY18" fmla="*/ 719814 h 918344"/>
              <a:gd name="connsiteX19" fmla="*/ 778982 w 9517857"/>
              <a:gd name="connsiteY19" fmla="*/ 710130 h 918344"/>
              <a:gd name="connsiteX20" fmla="*/ 849944 w 9517857"/>
              <a:gd name="connsiteY20" fmla="*/ 717975 h 918344"/>
              <a:gd name="connsiteX21" fmla="*/ 921659 w 9517857"/>
              <a:gd name="connsiteY21" fmla="*/ 712683 h 918344"/>
              <a:gd name="connsiteX22" fmla="*/ 930946 w 9517857"/>
              <a:gd name="connsiteY22" fmla="*/ 734034 h 918344"/>
              <a:gd name="connsiteX23" fmla="*/ 986250 w 9517857"/>
              <a:gd name="connsiteY23" fmla="*/ 713518 h 918344"/>
              <a:gd name="connsiteX24" fmla="*/ 1013752 w 9517857"/>
              <a:gd name="connsiteY24" fmla="*/ 713349 h 918344"/>
              <a:gd name="connsiteX25" fmla="*/ 1023734 w 9517857"/>
              <a:gd name="connsiteY25" fmla="*/ 718559 h 918344"/>
              <a:gd name="connsiteX26" fmla="*/ 1063207 w 9517857"/>
              <a:gd name="connsiteY26" fmla="*/ 715639 h 918344"/>
              <a:gd name="connsiteX27" fmla="*/ 1081980 w 9517857"/>
              <a:gd name="connsiteY27" fmla="*/ 738443 h 918344"/>
              <a:gd name="connsiteX28" fmla="*/ 1218120 w 9517857"/>
              <a:gd name="connsiteY28" fmla="*/ 713268 h 918344"/>
              <a:gd name="connsiteX29" fmla="*/ 1397459 w 9517857"/>
              <a:gd name="connsiteY29" fmla="*/ 691178 h 918344"/>
              <a:gd name="connsiteX30" fmla="*/ 1580688 w 9517857"/>
              <a:gd name="connsiteY30" fmla="*/ 693685 h 918344"/>
              <a:gd name="connsiteX31" fmla="*/ 1772334 w 9517857"/>
              <a:gd name="connsiteY31" fmla="*/ 710628 h 918344"/>
              <a:gd name="connsiteX32" fmla="*/ 2002561 w 9517857"/>
              <a:gd name="connsiteY32" fmla="*/ 659905 h 918344"/>
              <a:gd name="connsiteX33" fmla="*/ 2135144 w 9517857"/>
              <a:gd name="connsiteY33" fmla="*/ 636489 h 918344"/>
              <a:gd name="connsiteX34" fmla="*/ 2448505 w 9517857"/>
              <a:gd name="connsiteY34" fmla="*/ 578838 h 918344"/>
              <a:gd name="connsiteX35" fmla="*/ 2658055 w 9517857"/>
              <a:gd name="connsiteY35" fmla="*/ 578715 h 918344"/>
              <a:gd name="connsiteX36" fmla="*/ 2693698 w 9517857"/>
              <a:gd name="connsiteY36" fmla="*/ 560017 h 918344"/>
              <a:gd name="connsiteX37" fmla="*/ 2699673 w 9517857"/>
              <a:gd name="connsiteY37" fmla="*/ 556388 h 918344"/>
              <a:gd name="connsiteX38" fmla="*/ 2727306 w 9517857"/>
              <a:gd name="connsiteY38" fmla="*/ 550686 h 918344"/>
              <a:gd name="connsiteX39" fmla="*/ 2730451 w 9517857"/>
              <a:gd name="connsiteY39" fmla="*/ 538046 h 918344"/>
              <a:gd name="connsiteX40" fmla="*/ 2768713 w 9517857"/>
              <a:gd name="connsiteY40" fmla="*/ 521563 h 918344"/>
              <a:gd name="connsiteX41" fmla="*/ 2820868 w 9517857"/>
              <a:gd name="connsiteY41" fmla="*/ 514148 h 918344"/>
              <a:gd name="connsiteX42" fmla="*/ 3073635 w 9517857"/>
              <a:gd name="connsiteY42" fmla="*/ 491282 h 918344"/>
              <a:gd name="connsiteX43" fmla="*/ 3222071 w 9517857"/>
              <a:gd name="connsiteY43" fmla="*/ 470547 h 918344"/>
              <a:gd name="connsiteX44" fmla="*/ 3274069 w 9517857"/>
              <a:gd name="connsiteY44" fmla="*/ 451593 h 918344"/>
              <a:gd name="connsiteX45" fmla="*/ 3349632 w 9517857"/>
              <a:gd name="connsiteY45" fmla="*/ 432571 h 918344"/>
              <a:gd name="connsiteX46" fmla="*/ 3479593 w 9517857"/>
              <a:gd name="connsiteY46" fmla="*/ 390425 h 918344"/>
              <a:gd name="connsiteX47" fmla="*/ 3750023 w 9517857"/>
              <a:gd name="connsiteY47" fmla="*/ 370666 h 918344"/>
              <a:gd name="connsiteX48" fmla="*/ 3844133 w 9517857"/>
              <a:gd name="connsiteY48" fmla="*/ 360636 h 918344"/>
              <a:gd name="connsiteX49" fmla="*/ 3979762 w 9517857"/>
              <a:gd name="connsiteY49" fmla="*/ 350573 h 918344"/>
              <a:gd name="connsiteX50" fmla="*/ 4266740 w 9517857"/>
              <a:gd name="connsiteY50" fmla="*/ 361442 h 918344"/>
              <a:gd name="connsiteX51" fmla="*/ 4430770 w 9517857"/>
              <a:gd name="connsiteY51" fmla="*/ 342631 h 918344"/>
              <a:gd name="connsiteX52" fmla="*/ 4512664 w 9517857"/>
              <a:gd name="connsiteY52" fmla="*/ 319936 h 918344"/>
              <a:gd name="connsiteX53" fmla="*/ 4616423 w 9517857"/>
              <a:gd name="connsiteY53" fmla="*/ 290902 h 918344"/>
              <a:gd name="connsiteX54" fmla="*/ 4691675 w 9517857"/>
              <a:gd name="connsiteY54" fmla="*/ 253999 h 918344"/>
              <a:gd name="connsiteX55" fmla="*/ 4689051 w 9517857"/>
              <a:gd name="connsiteY55" fmla="*/ 250956 h 918344"/>
              <a:gd name="connsiteX56" fmla="*/ 4719994 w 9517857"/>
              <a:gd name="connsiteY56" fmla="*/ 245295 h 918344"/>
              <a:gd name="connsiteX57" fmla="*/ 4752894 w 9517857"/>
              <a:gd name="connsiteY57" fmla="*/ 239863 h 918344"/>
              <a:gd name="connsiteX58" fmla="*/ 4769329 w 9517857"/>
              <a:gd name="connsiteY58" fmla="*/ 233573 h 918344"/>
              <a:gd name="connsiteX59" fmla="*/ 4775634 w 9517857"/>
              <a:gd name="connsiteY59" fmla="*/ 234051 h 918344"/>
              <a:gd name="connsiteX60" fmla="*/ 4790452 w 9517857"/>
              <a:gd name="connsiteY60" fmla="*/ 233560 h 918344"/>
              <a:gd name="connsiteX61" fmla="*/ 4789062 w 9517857"/>
              <a:gd name="connsiteY61" fmla="*/ 241912 h 918344"/>
              <a:gd name="connsiteX62" fmla="*/ 4827826 w 9517857"/>
              <a:gd name="connsiteY62" fmla="*/ 246965 h 918344"/>
              <a:gd name="connsiteX63" fmla="*/ 4892569 w 9517857"/>
              <a:gd name="connsiteY63" fmla="*/ 249921 h 918344"/>
              <a:gd name="connsiteX64" fmla="*/ 4896611 w 9517857"/>
              <a:gd name="connsiteY64" fmla="*/ 240436 h 918344"/>
              <a:gd name="connsiteX65" fmla="*/ 4917286 w 9517857"/>
              <a:gd name="connsiteY65" fmla="*/ 243647 h 918344"/>
              <a:gd name="connsiteX66" fmla="*/ 5060397 w 9517857"/>
              <a:gd name="connsiteY66" fmla="*/ 263676 h 918344"/>
              <a:gd name="connsiteX67" fmla="*/ 5252996 w 9517857"/>
              <a:gd name="connsiteY67" fmla="*/ 270643 h 918344"/>
              <a:gd name="connsiteX68" fmla="*/ 5358056 w 9517857"/>
              <a:gd name="connsiteY68" fmla="*/ 247236 h 918344"/>
              <a:gd name="connsiteX69" fmla="*/ 5426496 w 9517857"/>
              <a:gd name="connsiteY69" fmla="*/ 235130 h 918344"/>
              <a:gd name="connsiteX70" fmla="*/ 5497161 w 9517857"/>
              <a:gd name="connsiteY70" fmla="*/ 228796 h 918344"/>
              <a:gd name="connsiteX71" fmla="*/ 5856152 w 9517857"/>
              <a:gd name="connsiteY71" fmla="*/ 156354 h 918344"/>
              <a:gd name="connsiteX72" fmla="*/ 6014778 w 9517857"/>
              <a:gd name="connsiteY72" fmla="*/ 168326 h 918344"/>
              <a:gd name="connsiteX73" fmla="*/ 6194152 w 9517857"/>
              <a:gd name="connsiteY73" fmla="*/ 151760 h 918344"/>
              <a:gd name="connsiteX74" fmla="*/ 6281379 w 9517857"/>
              <a:gd name="connsiteY74" fmla="*/ 181614 h 918344"/>
              <a:gd name="connsiteX75" fmla="*/ 6374947 w 9517857"/>
              <a:gd name="connsiteY75" fmla="*/ 179787 h 918344"/>
              <a:gd name="connsiteX76" fmla="*/ 6448518 w 9517857"/>
              <a:gd name="connsiteY76" fmla="*/ 164366 h 918344"/>
              <a:gd name="connsiteX77" fmla="*/ 6544700 w 9517857"/>
              <a:gd name="connsiteY77" fmla="*/ 167149 h 918344"/>
              <a:gd name="connsiteX78" fmla="*/ 6648353 w 9517857"/>
              <a:gd name="connsiteY78" fmla="*/ 172238 h 918344"/>
              <a:gd name="connsiteX79" fmla="*/ 6736227 w 9517857"/>
              <a:gd name="connsiteY79" fmla="*/ 173204 h 918344"/>
              <a:gd name="connsiteX80" fmla="*/ 6977218 w 9517857"/>
              <a:gd name="connsiteY80" fmla="*/ 184277 h 918344"/>
              <a:gd name="connsiteX81" fmla="*/ 7065221 w 9517857"/>
              <a:gd name="connsiteY81" fmla="*/ 227519 h 918344"/>
              <a:gd name="connsiteX82" fmla="*/ 7366801 w 9517857"/>
              <a:gd name="connsiteY82" fmla="*/ 258938 h 918344"/>
              <a:gd name="connsiteX83" fmla="*/ 7433745 w 9517857"/>
              <a:gd name="connsiteY83" fmla="*/ 246959 h 918344"/>
              <a:gd name="connsiteX84" fmla="*/ 7644411 w 9517857"/>
              <a:gd name="connsiteY84" fmla="*/ 258974 h 918344"/>
              <a:gd name="connsiteX85" fmla="*/ 7825110 w 9517857"/>
              <a:gd name="connsiteY85" fmla="*/ 229097 h 918344"/>
              <a:gd name="connsiteX86" fmla="*/ 8147401 w 9517857"/>
              <a:gd name="connsiteY86" fmla="*/ 205605 h 918344"/>
              <a:gd name="connsiteX87" fmla="*/ 8256033 w 9517857"/>
              <a:gd name="connsiteY87" fmla="*/ 193701 h 918344"/>
              <a:gd name="connsiteX88" fmla="*/ 8551625 w 9517857"/>
              <a:gd name="connsiteY88" fmla="*/ 161505 h 918344"/>
              <a:gd name="connsiteX89" fmla="*/ 8715976 w 9517857"/>
              <a:gd name="connsiteY89" fmla="*/ 178362 h 918344"/>
              <a:gd name="connsiteX90" fmla="*/ 8778827 w 9517857"/>
              <a:gd name="connsiteY90" fmla="*/ 172924 h 918344"/>
              <a:gd name="connsiteX91" fmla="*/ 8840778 w 9517857"/>
              <a:gd name="connsiteY91" fmla="*/ 143137 h 918344"/>
              <a:gd name="connsiteX92" fmla="*/ 9010380 w 9517857"/>
              <a:gd name="connsiteY92" fmla="*/ 91879 h 918344"/>
              <a:gd name="connsiteX93" fmla="*/ 9110856 w 9517857"/>
              <a:gd name="connsiteY93" fmla="*/ 70985 h 918344"/>
              <a:gd name="connsiteX94" fmla="*/ 9268817 w 9517857"/>
              <a:gd name="connsiteY94" fmla="*/ 53070 h 918344"/>
              <a:gd name="connsiteX95" fmla="*/ 9316667 w 9517857"/>
              <a:gd name="connsiteY95" fmla="*/ 45035 h 918344"/>
              <a:gd name="connsiteX96" fmla="*/ 9428209 w 9517857"/>
              <a:gd name="connsiteY96" fmla="*/ 29911 h 918344"/>
              <a:gd name="connsiteX0" fmla="*/ 4686423 w 9517857"/>
              <a:gd name="connsiteY0" fmla="*/ 247907 h 918344"/>
              <a:gd name="connsiteX1" fmla="*/ 4689051 w 9517857"/>
              <a:gd name="connsiteY1" fmla="*/ 250956 h 918344"/>
              <a:gd name="connsiteX2" fmla="*/ 4687244 w 9517857"/>
              <a:gd name="connsiteY2" fmla="*/ 251286 h 918344"/>
              <a:gd name="connsiteX3" fmla="*/ 4686423 w 9517857"/>
              <a:gd name="connsiteY3" fmla="*/ 247907 h 918344"/>
              <a:gd name="connsiteX4" fmla="*/ 4685225 w 9517857"/>
              <a:gd name="connsiteY4" fmla="*/ 246518 h 918344"/>
              <a:gd name="connsiteX5" fmla="*/ 4686133 w 9517857"/>
              <a:gd name="connsiteY5" fmla="*/ 246715 h 918344"/>
              <a:gd name="connsiteX6" fmla="*/ 4686423 w 9517857"/>
              <a:gd name="connsiteY6" fmla="*/ 247907 h 918344"/>
              <a:gd name="connsiteX7" fmla="*/ 4685225 w 9517857"/>
              <a:gd name="connsiteY7" fmla="*/ 246518 h 918344"/>
              <a:gd name="connsiteX8" fmla="*/ 9428209 w 9517857"/>
              <a:gd name="connsiteY8" fmla="*/ 29911 h 918344"/>
              <a:gd name="connsiteX9" fmla="*/ 9517857 w 9517857"/>
              <a:gd name="connsiteY9" fmla="*/ 0 h 918344"/>
              <a:gd name="connsiteX10" fmla="*/ 9517857 w 9517857"/>
              <a:gd name="connsiteY10" fmla="*/ 918344 h 918344"/>
              <a:gd name="connsiteX11" fmla="*/ 14604 w 9517857"/>
              <a:gd name="connsiteY11" fmla="*/ 918344 h 918344"/>
              <a:gd name="connsiteX12" fmla="*/ 12841 w 9517857"/>
              <a:gd name="connsiteY12" fmla="*/ 917751 h 918344"/>
              <a:gd name="connsiteX13" fmla="*/ 93 w 9517857"/>
              <a:gd name="connsiteY13" fmla="*/ 912459 h 918344"/>
              <a:gd name="connsiteX14" fmla="*/ 58674 w 9517857"/>
              <a:gd name="connsiteY14" fmla="*/ 890310 h 918344"/>
              <a:gd name="connsiteX15" fmla="*/ 275005 w 9517857"/>
              <a:gd name="connsiteY15" fmla="*/ 807217 h 918344"/>
              <a:gd name="connsiteX16" fmla="*/ 587824 w 9517857"/>
              <a:gd name="connsiteY16" fmla="*/ 798183 h 918344"/>
              <a:gd name="connsiteX17" fmla="*/ 651826 w 9517857"/>
              <a:gd name="connsiteY17" fmla="*/ 738326 h 918344"/>
              <a:gd name="connsiteX18" fmla="*/ 727985 w 9517857"/>
              <a:gd name="connsiteY18" fmla="*/ 719814 h 918344"/>
              <a:gd name="connsiteX19" fmla="*/ 778982 w 9517857"/>
              <a:gd name="connsiteY19" fmla="*/ 710130 h 918344"/>
              <a:gd name="connsiteX20" fmla="*/ 849944 w 9517857"/>
              <a:gd name="connsiteY20" fmla="*/ 717975 h 918344"/>
              <a:gd name="connsiteX21" fmla="*/ 921659 w 9517857"/>
              <a:gd name="connsiteY21" fmla="*/ 712683 h 918344"/>
              <a:gd name="connsiteX22" fmla="*/ 930946 w 9517857"/>
              <a:gd name="connsiteY22" fmla="*/ 734034 h 918344"/>
              <a:gd name="connsiteX23" fmla="*/ 986250 w 9517857"/>
              <a:gd name="connsiteY23" fmla="*/ 713518 h 918344"/>
              <a:gd name="connsiteX24" fmla="*/ 1013752 w 9517857"/>
              <a:gd name="connsiteY24" fmla="*/ 713349 h 918344"/>
              <a:gd name="connsiteX25" fmla="*/ 1023734 w 9517857"/>
              <a:gd name="connsiteY25" fmla="*/ 718559 h 918344"/>
              <a:gd name="connsiteX26" fmla="*/ 1063207 w 9517857"/>
              <a:gd name="connsiteY26" fmla="*/ 715639 h 918344"/>
              <a:gd name="connsiteX27" fmla="*/ 1081980 w 9517857"/>
              <a:gd name="connsiteY27" fmla="*/ 738443 h 918344"/>
              <a:gd name="connsiteX28" fmla="*/ 1218120 w 9517857"/>
              <a:gd name="connsiteY28" fmla="*/ 713268 h 918344"/>
              <a:gd name="connsiteX29" fmla="*/ 1397459 w 9517857"/>
              <a:gd name="connsiteY29" fmla="*/ 691178 h 918344"/>
              <a:gd name="connsiteX30" fmla="*/ 1580688 w 9517857"/>
              <a:gd name="connsiteY30" fmla="*/ 693685 h 918344"/>
              <a:gd name="connsiteX31" fmla="*/ 1772334 w 9517857"/>
              <a:gd name="connsiteY31" fmla="*/ 710628 h 918344"/>
              <a:gd name="connsiteX32" fmla="*/ 2002561 w 9517857"/>
              <a:gd name="connsiteY32" fmla="*/ 659905 h 918344"/>
              <a:gd name="connsiteX33" fmla="*/ 2135144 w 9517857"/>
              <a:gd name="connsiteY33" fmla="*/ 636489 h 918344"/>
              <a:gd name="connsiteX34" fmla="*/ 2448505 w 9517857"/>
              <a:gd name="connsiteY34" fmla="*/ 578838 h 918344"/>
              <a:gd name="connsiteX35" fmla="*/ 2658055 w 9517857"/>
              <a:gd name="connsiteY35" fmla="*/ 578715 h 918344"/>
              <a:gd name="connsiteX36" fmla="*/ 2693698 w 9517857"/>
              <a:gd name="connsiteY36" fmla="*/ 560017 h 918344"/>
              <a:gd name="connsiteX37" fmla="*/ 2699673 w 9517857"/>
              <a:gd name="connsiteY37" fmla="*/ 556388 h 918344"/>
              <a:gd name="connsiteX38" fmla="*/ 2727306 w 9517857"/>
              <a:gd name="connsiteY38" fmla="*/ 550686 h 918344"/>
              <a:gd name="connsiteX39" fmla="*/ 2730451 w 9517857"/>
              <a:gd name="connsiteY39" fmla="*/ 538046 h 918344"/>
              <a:gd name="connsiteX40" fmla="*/ 2768713 w 9517857"/>
              <a:gd name="connsiteY40" fmla="*/ 521563 h 918344"/>
              <a:gd name="connsiteX41" fmla="*/ 2820868 w 9517857"/>
              <a:gd name="connsiteY41" fmla="*/ 514148 h 918344"/>
              <a:gd name="connsiteX42" fmla="*/ 3073635 w 9517857"/>
              <a:gd name="connsiteY42" fmla="*/ 491282 h 918344"/>
              <a:gd name="connsiteX43" fmla="*/ 3222071 w 9517857"/>
              <a:gd name="connsiteY43" fmla="*/ 470547 h 918344"/>
              <a:gd name="connsiteX44" fmla="*/ 3274069 w 9517857"/>
              <a:gd name="connsiteY44" fmla="*/ 451593 h 918344"/>
              <a:gd name="connsiteX45" fmla="*/ 3349632 w 9517857"/>
              <a:gd name="connsiteY45" fmla="*/ 432571 h 918344"/>
              <a:gd name="connsiteX46" fmla="*/ 3479593 w 9517857"/>
              <a:gd name="connsiteY46" fmla="*/ 390425 h 918344"/>
              <a:gd name="connsiteX47" fmla="*/ 3750023 w 9517857"/>
              <a:gd name="connsiteY47" fmla="*/ 370666 h 918344"/>
              <a:gd name="connsiteX48" fmla="*/ 3844133 w 9517857"/>
              <a:gd name="connsiteY48" fmla="*/ 360636 h 918344"/>
              <a:gd name="connsiteX49" fmla="*/ 3979762 w 9517857"/>
              <a:gd name="connsiteY49" fmla="*/ 350573 h 918344"/>
              <a:gd name="connsiteX50" fmla="*/ 4266740 w 9517857"/>
              <a:gd name="connsiteY50" fmla="*/ 361442 h 918344"/>
              <a:gd name="connsiteX51" fmla="*/ 4430770 w 9517857"/>
              <a:gd name="connsiteY51" fmla="*/ 342631 h 918344"/>
              <a:gd name="connsiteX52" fmla="*/ 4512664 w 9517857"/>
              <a:gd name="connsiteY52" fmla="*/ 319936 h 918344"/>
              <a:gd name="connsiteX53" fmla="*/ 4616423 w 9517857"/>
              <a:gd name="connsiteY53" fmla="*/ 290902 h 918344"/>
              <a:gd name="connsiteX54" fmla="*/ 4691675 w 9517857"/>
              <a:gd name="connsiteY54" fmla="*/ 253999 h 918344"/>
              <a:gd name="connsiteX55" fmla="*/ 4689051 w 9517857"/>
              <a:gd name="connsiteY55" fmla="*/ 250956 h 918344"/>
              <a:gd name="connsiteX56" fmla="*/ 4719994 w 9517857"/>
              <a:gd name="connsiteY56" fmla="*/ 245295 h 918344"/>
              <a:gd name="connsiteX57" fmla="*/ 4752894 w 9517857"/>
              <a:gd name="connsiteY57" fmla="*/ 239863 h 918344"/>
              <a:gd name="connsiteX58" fmla="*/ 4769329 w 9517857"/>
              <a:gd name="connsiteY58" fmla="*/ 233573 h 918344"/>
              <a:gd name="connsiteX59" fmla="*/ 4775634 w 9517857"/>
              <a:gd name="connsiteY59" fmla="*/ 234051 h 918344"/>
              <a:gd name="connsiteX60" fmla="*/ 4790452 w 9517857"/>
              <a:gd name="connsiteY60" fmla="*/ 233560 h 918344"/>
              <a:gd name="connsiteX61" fmla="*/ 4789062 w 9517857"/>
              <a:gd name="connsiteY61" fmla="*/ 241912 h 918344"/>
              <a:gd name="connsiteX62" fmla="*/ 4827826 w 9517857"/>
              <a:gd name="connsiteY62" fmla="*/ 246965 h 918344"/>
              <a:gd name="connsiteX63" fmla="*/ 4892569 w 9517857"/>
              <a:gd name="connsiteY63" fmla="*/ 249921 h 918344"/>
              <a:gd name="connsiteX64" fmla="*/ 4896611 w 9517857"/>
              <a:gd name="connsiteY64" fmla="*/ 240436 h 918344"/>
              <a:gd name="connsiteX65" fmla="*/ 4917286 w 9517857"/>
              <a:gd name="connsiteY65" fmla="*/ 243647 h 918344"/>
              <a:gd name="connsiteX66" fmla="*/ 5060397 w 9517857"/>
              <a:gd name="connsiteY66" fmla="*/ 263676 h 918344"/>
              <a:gd name="connsiteX67" fmla="*/ 5252996 w 9517857"/>
              <a:gd name="connsiteY67" fmla="*/ 270643 h 918344"/>
              <a:gd name="connsiteX68" fmla="*/ 5358056 w 9517857"/>
              <a:gd name="connsiteY68" fmla="*/ 247236 h 918344"/>
              <a:gd name="connsiteX69" fmla="*/ 5426496 w 9517857"/>
              <a:gd name="connsiteY69" fmla="*/ 235130 h 918344"/>
              <a:gd name="connsiteX70" fmla="*/ 5497161 w 9517857"/>
              <a:gd name="connsiteY70" fmla="*/ 228796 h 918344"/>
              <a:gd name="connsiteX71" fmla="*/ 5856152 w 9517857"/>
              <a:gd name="connsiteY71" fmla="*/ 156354 h 918344"/>
              <a:gd name="connsiteX72" fmla="*/ 6014778 w 9517857"/>
              <a:gd name="connsiteY72" fmla="*/ 168326 h 918344"/>
              <a:gd name="connsiteX73" fmla="*/ 6194152 w 9517857"/>
              <a:gd name="connsiteY73" fmla="*/ 151760 h 918344"/>
              <a:gd name="connsiteX74" fmla="*/ 6281379 w 9517857"/>
              <a:gd name="connsiteY74" fmla="*/ 181614 h 918344"/>
              <a:gd name="connsiteX75" fmla="*/ 6374947 w 9517857"/>
              <a:gd name="connsiteY75" fmla="*/ 179787 h 918344"/>
              <a:gd name="connsiteX76" fmla="*/ 6448518 w 9517857"/>
              <a:gd name="connsiteY76" fmla="*/ 164366 h 918344"/>
              <a:gd name="connsiteX77" fmla="*/ 6544700 w 9517857"/>
              <a:gd name="connsiteY77" fmla="*/ 167149 h 918344"/>
              <a:gd name="connsiteX78" fmla="*/ 6648353 w 9517857"/>
              <a:gd name="connsiteY78" fmla="*/ 172238 h 918344"/>
              <a:gd name="connsiteX79" fmla="*/ 6736227 w 9517857"/>
              <a:gd name="connsiteY79" fmla="*/ 173204 h 918344"/>
              <a:gd name="connsiteX80" fmla="*/ 6977218 w 9517857"/>
              <a:gd name="connsiteY80" fmla="*/ 184277 h 918344"/>
              <a:gd name="connsiteX81" fmla="*/ 7065221 w 9517857"/>
              <a:gd name="connsiteY81" fmla="*/ 227519 h 918344"/>
              <a:gd name="connsiteX82" fmla="*/ 7366801 w 9517857"/>
              <a:gd name="connsiteY82" fmla="*/ 258938 h 918344"/>
              <a:gd name="connsiteX83" fmla="*/ 7433745 w 9517857"/>
              <a:gd name="connsiteY83" fmla="*/ 246959 h 918344"/>
              <a:gd name="connsiteX84" fmla="*/ 7644411 w 9517857"/>
              <a:gd name="connsiteY84" fmla="*/ 258974 h 918344"/>
              <a:gd name="connsiteX85" fmla="*/ 7825110 w 9517857"/>
              <a:gd name="connsiteY85" fmla="*/ 229097 h 918344"/>
              <a:gd name="connsiteX86" fmla="*/ 8106016 w 9517857"/>
              <a:gd name="connsiteY86" fmla="*/ 231005 h 918344"/>
              <a:gd name="connsiteX87" fmla="*/ 8256033 w 9517857"/>
              <a:gd name="connsiteY87" fmla="*/ 193701 h 918344"/>
              <a:gd name="connsiteX88" fmla="*/ 8551625 w 9517857"/>
              <a:gd name="connsiteY88" fmla="*/ 161505 h 918344"/>
              <a:gd name="connsiteX89" fmla="*/ 8715976 w 9517857"/>
              <a:gd name="connsiteY89" fmla="*/ 178362 h 918344"/>
              <a:gd name="connsiteX90" fmla="*/ 8778827 w 9517857"/>
              <a:gd name="connsiteY90" fmla="*/ 172924 h 918344"/>
              <a:gd name="connsiteX91" fmla="*/ 8840778 w 9517857"/>
              <a:gd name="connsiteY91" fmla="*/ 143137 h 918344"/>
              <a:gd name="connsiteX92" fmla="*/ 9010380 w 9517857"/>
              <a:gd name="connsiteY92" fmla="*/ 91879 h 918344"/>
              <a:gd name="connsiteX93" fmla="*/ 9110856 w 9517857"/>
              <a:gd name="connsiteY93" fmla="*/ 70985 h 918344"/>
              <a:gd name="connsiteX94" fmla="*/ 9268817 w 9517857"/>
              <a:gd name="connsiteY94" fmla="*/ 53070 h 918344"/>
              <a:gd name="connsiteX95" fmla="*/ 9316667 w 9517857"/>
              <a:gd name="connsiteY95" fmla="*/ 45035 h 918344"/>
              <a:gd name="connsiteX96" fmla="*/ 9428209 w 9517857"/>
              <a:gd name="connsiteY96" fmla="*/ 29911 h 918344"/>
              <a:gd name="connsiteX0" fmla="*/ 4686423 w 9517857"/>
              <a:gd name="connsiteY0" fmla="*/ 247907 h 918344"/>
              <a:gd name="connsiteX1" fmla="*/ 4689051 w 9517857"/>
              <a:gd name="connsiteY1" fmla="*/ 250956 h 918344"/>
              <a:gd name="connsiteX2" fmla="*/ 4687244 w 9517857"/>
              <a:gd name="connsiteY2" fmla="*/ 251286 h 918344"/>
              <a:gd name="connsiteX3" fmla="*/ 4686423 w 9517857"/>
              <a:gd name="connsiteY3" fmla="*/ 247907 h 918344"/>
              <a:gd name="connsiteX4" fmla="*/ 4685225 w 9517857"/>
              <a:gd name="connsiteY4" fmla="*/ 246518 h 918344"/>
              <a:gd name="connsiteX5" fmla="*/ 4686133 w 9517857"/>
              <a:gd name="connsiteY5" fmla="*/ 246715 h 918344"/>
              <a:gd name="connsiteX6" fmla="*/ 4686423 w 9517857"/>
              <a:gd name="connsiteY6" fmla="*/ 247907 h 918344"/>
              <a:gd name="connsiteX7" fmla="*/ 4685225 w 9517857"/>
              <a:gd name="connsiteY7" fmla="*/ 246518 h 918344"/>
              <a:gd name="connsiteX8" fmla="*/ 9428209 w 9517857"/>
              <a:gd name="connsiteY8" fmla="*/ 29911 h 918344"/>
              <a:gd name="connsiteX9" fmla="*/ 9517857 w 9517857"/>
              <a:gd name="connsiteY9" fmla="*/ 0 h 918344"/>
              <a:gd name="connsiteX10" fmla="*/ 9517857 w 9517857"/>
              <a:gd name="connsiteY10" fmla="*/ 918344 h 918344"/>
              <a:gd name="connsiteX11" fmla="*/ 14604 w 9517857"/>
              <a:gd name="connsiteY11" fmla="*/ 918344 h 918344"/>
              <a:gd name="connsiteX12" fmla="*/ 12841 w 9517857"/>
              <a:gd name="connsiteY12" fmla="*/ 917751 h 918344"/>
              <a:gd name="connsiteX13" fmla="*/ 93 w 9517857"/>
              <a:gd name="connsiteY13" fmla="*/ 912459 h 918344"/>
              <a:gd name="connsiteX14" fmla="*/ 58674 w 9517857"/>
              <a:gd name="connsiteY14" fmla="*/ 890310 h 918344"/>
              <a:gd name="connsiteX15" fmla="*/ 275005 w 9517857"/>
              <a:gd name="connsiteY15" fmla="*/ 807217 h 918344"/>
              <a:gd name="connsiteX16" fmla="*/ 587824 w 9517857"/>
              <a:gd name="connsiteY16" fmla="*/ 798183 h 918344"/>
              <a:gd name="connsiteX17" fmla="*/ 651826 w 9517857"/>
              <a:gd name="connsiteY17" fmla="*/ 738326 h 918344"/>
              <a:gd name="connsiteX18" fmla="*/ 727985 w 9517857"/>
              <a:gd name="connsiteY18" fmla="*/ 719814 h 918344"/>
              <a:gd name="connsiteX19" fmla="*/ 778982 w 9517857"/>
              <a:gd name="connsiteY19" fmla="*/ 710130 h 918344"/>
              <a:gd name="connsiteX20" fmla="*/ 849944 w 9517857"/>
              <a:gd name="connsiteY20" fmla="*/ 717975 h 918344"/>
              <a:gd name="connsiteX21" fmla="*/ 921659 w 9517857"/>
              <a:gd name="connsiteY21" fmla="*/ 712683 h 918344"/>
              <a:gd name="connsiteX22" fmla="*/ 930946 w 9517857"/>
              <a:gd name="connsiteY22" fmla="*/ 734034 h 918344"/>
              <a:gd name="connsiteX23" fmla="*/ 986250 w 9517857"/>
              <a:gd name="connsiteY23" fmla="*/ 713518 h 918344"/>
              <a:gd name="connsiteX24" fmla="*/ 1013752 w 9517857"/>
              <a:gd name="connsiteY24" fmla="*/ 713349 h 918344"/>
              <a:gd name="connsiteX25" fmla="*/ 1023734 w 9517857"/>
              <a:gd name="connsiteY25" fmla="*/ 718559 h 918344"/>
              <a:gd name="connsiteX26" fmla="*/ 1063207 w 9517857"/>
              <a:gd name="connsiteY26" fmla="*/ 715639 h 918344"/>
              <a:gd name="connsiteX27" fmla="*/ 1081980 w 9517857"/>
              <a:gd name="connsiteY27" fmla="*/ 738443 h 918344"/>
              <a:gd name="connsiteX28" fmla="*/ 1218120 w 9517857"/>
              <a:gd name="connsiteY28" fmla="*/ 713268 h 918344"/>
              <a:gd name="connsiteX29" fmla="*/ 1397459 w 9517857"/>
              <a:gd name="connsiteY29" fmla="*/ 691178 h 918344"/>
              <a:gd name="connsiteX30" fmla="*/ 1580688 w 9517857"/>
              <a:gd name="connsiteY30" fmla="*/ 693685 h 918344"/>
              <a:gd name="connsiteX31" fmla="*/ 1772334 w 9517857"/>
              <a:gd name="connsiteY31" fmla="*/ 710628 h 918344"/>
              <a:gd name="connsiteX32" fmla="*/ 2002561 w 9517857"/>
              <a:gd name="connsiteY32" fmla="*/ 659905 h 918344"/>
              <a:gd name="connsiteX33" fmla="*/ 2135144 w 9517857"/>
              <a:gd name="connsiteY33" fmla="*/ 636489 h 918344"/>
              <a:gd name="connsiteX34" fmla="*/ 2448505 w 9517857"/>
              <a:gd name="connsiteY34" fmla="*/ 578838 h 918344"/>
              <a:gd name="connsiteX35" fmla="*/ 2658055 w 9517857"/>
              <a:gd name="connsiteY35" fmla="*/ 578715 h 918344"/>
              <a:gd name="connsiteX36" fmla="*/ 2693698 w 9517857"/>
              <a:gd name="connsiteY36" fmla="*/ 560017 h 918344"/>
              <a:gd name="connsiteX37" fmla="*/ 2699673 w 9517857"/>
              <a:gd name="connsiteY37" fmla="*/ 556388 h 918344"/>
              <a:gd name="connsiteX38" fmla="*/ 2727306 w 9517857"/>
              <a:gd name="connsiteY38" fmla="*/ 550686 h 918344"/>
              <a:gd name="connsiteX39" fmla="*/ 2730451 w 9517857"/>
              <a:gd name="connsiteY39" fmla="*/ 538046 h 918344"/>
              <a:gd name="connsiteX40" fmla="*/ 2768713 w 9517857"/>
              <a:gd name="connsiteY40" fmla="*/ 521563 h 918344"/>
              <a:gd name="connsiteX41" fmla="*/ 2820868 w 9517857"/>
              <a:gd name="connsiteY41" fmla="*/ 514148 h 918344"/>
              <a:gd name="connsiteX42" fmla="*/ 3073635 w 9517857"/>
              <a:gd name="connsiteY42" fmla="*/ 491282 h 918344"/>
              <a:gd name="connsiteX43" fmla="*/ 3222071 w 9517857"/>
              <a:gd name="connsiteY43" fmla="*/ 470547 h 918344"/>
              <a:gd name="connsiteX44" fmla="*/ 3274069 w 9517857"/>
              <a:gd name="connsiteY44" fmla="*/ 451593 h 918344"/>
              <a:gd name="connsiteX45" fmla="*/ 3349632 w 9517857"/>
              <a:gd name="connsiteY45" fmla="*/ 432571 h 918344"/>
              <a:gd name="connsiteX46" fmla="*/ 3479593 w 9517857"/>
              <a:gd name="connsiteY46" fmla="*/ 390425 h 918344"/>
              <a:gd name="connsiteX47" fmla="*/ 3750023 w 9517857"/>
              <a:gd name="connsiteY47" fmla="*/ 370666 h 918344"/>
              <a:gd name="connsiteX48" fmla="*/ 3844133 w 9517857"/>
              <a:gd name="connsiteY48" fmla="*/ 360636 h 918344"/>
              <a:gd name="connsiteX49" fmla="*/ 3979762 w 9517857"/>
              <a:gd name="connsiteY49" fmla="*/ 350573 h 918344"/>
              <a:gd name="connsiteX50" fmla="*/ 4266740 w 9517857"/>
              <a:gd name="connsiteY50" fmla="*/ 361442 h 918344"/>
              <a:gd name="connsiteX51" fmla="*/ 4430770 w 9517857"/>
              <a:gd name="connsiteY51" fmla="*/ 342631 h 918344"/>
              <a:gd name="connsiteX52" fmla="*/ 4512664 w 9517857"/>
              <a:gd name="connsiteY52" fmla="*/ 319936 h 918344"/>
              <a:gd name="connsiteX53" fmla="*/ 4616423 w 9517857"/>
              <a:gd name="connsiteY53" fmla="*/ 290902 h 918344"/>
              <a:gd name="connsiteX54" fmla="*/ 4691675 w 9517857"/>
              <a:gd name="connsiteY54" fmla="*/ 253999 h 918344"/>
              <a:gd name="connsiteX55" fmla="*/ 4689051 w 9517857"/>
              <a:gd name="connsiteY55" fmla="*/ 250956 h 918344"/>
              <a:gd name="connsiteX56" fmla="*/ 4719994 w 9517857"/>
              <a:gd name="connsiteY56" fmla="*/ 245295 h 918344"/>
              <a:gd name="connsiteX57" fmla="*/ 4752894 w 9517857"/>
              <a:gd name="connsiteY57" fmla="*/ 239863 h 918344"/>
              <a:gd name="connsiteX58" fmla="*/ 4769329 w 9517857"/>
              <a:gd name="connsiteY58" fmla="*/ 233573 h 918344"/>
              <a:gd name="connsiteX59" fmla="*/ 4775634 w 9517857"/>
              <a:gd name="connsiteY59" fmla="*/ 234051 h 918344"/>
              <a:gd name="connsiteX60" fmla="*/ 4790452 w 9517857"/>
              <a:gd name="connsiteY60" fmla="*/ 233560 h 918344"/>
              <a:gd name="connsiteX61" fmla="*/ 4789062 w 9517857"/>
              <a:gd name="connsiteY61" fmla="*/ 241912 h 918344"/>
              <a:gd name="connsiteX62" fmla="*/ 4827826 w 9517857"/>
              <a:gd name="connsiteY62" fmla="*/ 246965 h 918344"/>
              <a:gd name="connsiteX63" fmla="*/ 4892569 w 9517857"/>
              <a:gd name="connsiteY63" fmla="*/ 249921 h 918344"/>
              <a:gd name="connsiteX64" fmla="*/ 4896611 w 9517857"/>
              <a:gd name="connsiteY64" fmla="*/ 240436 h 918344"/>
              <a:gd name="connsiteX65" fmla="*/ 4917286 w 9517857"/>
              <a:gd name="connsiteY65" fmla="*/ 243647 h 918344"/>
              <a:gd name="connsiteX66" fmla="*/ 5060397 w 9517857"/>
              <a:gd name="connsiteY66" fmla="*/ 263676 h 918344"/>
              <a:gd name="connsiteX67" fmla="*/ 5252996 w 9517857"/>
              <a:gd name="connsiteY67" fmla="*/ 270643 h 918344"/>
              <a:gd name="connsiteX68" fmla="*/ 5358056 w 9517857"/>
              <a:gd name="connsiteY68" fmla="*/ 247236 h 918344"/>
              <a:gd name="connsiteX69" fmla="*/ 5426496 w 9517857"/>
              <a:gd name="connsiteY69" fmla="*/ 235130 h 918344"/>
              <a:gd name="connsiteX70" fmla="*/ 5497161 w 9517857"/>
              <a:gd name="connsiteY70" fmla="*/ 228796 h 918344"/>
              <a:gd name="connsiteX71" fmla="*/ 6014778 w 9517857"/>
              <a:gd name="connsiteY71" fmla="*/ 168326 h 918344"/>
              <a:gd name="connsiteX72" fmla="*/ 6194152 w 9517857"/>
              <a:gd name="connsiteY72" fmla="*/ 151760 h 918344"/>
              <a:gd name="connsiteX73" fmla="*/ 6281379 w 9517857"/>
              <a:gd name="connsiteY73" fmla="*/ 181614 h 918344"/>
              <a:gd name="connsiteX74" fmla="*/ 6374947 w 9517857"/>
              <a:gd name="connsiteY74" fmla="*/ 179787 h 918344"/>
              <a:gd name="connsiteX75" fmla="*/ 6448518 w 9517857"/>
              <a:gd name="connsiteY75" fmla="*/ 164366 h 918344"/>
              <a:gd name="connsiteX76" fmla="*/ 6544700 w 9517857"/>
              <a:gd name="connsiteY76" fmla="*/ 167149 h 918344"/>
              <a:gd name="connsiteX77" fmla="*/ 6648353 w 9517857"/>
              <a:gd name="connsiteY77" fmla="*/ 172238 h 918344"/>
              <a:gd name="connsiteX78" fmla="*/ 6736227 w 9517857"/>
              <a:gd name="connsiteY78" fmla="*/ 173204 h 918344"/>
              <a:gd name="connsiteX79" fmla="*/ 6977218 w 9517857"/>
              <a:gd name="connsiteY79" fmla="*/ 184277 h 918344"/>
              <a:gd name="connsiteX80" fmla="*/ 7065221 w 9517857"/>
              <a:gd name="connsiteY80" fmla="*/ 227519 h 918344"/>
              <a:gd name="connsiteX81" fmla="*/ 7366801 w 9517857"/>
              <a:gd name="connsiteY81" fmla="*/ 258938 h 918344"/>
              <a:gd name="connsiteX82" fmla="*/ 7433745 w 9517857"/>
              <a:gd name="connsiteY82" fmla="*/ 246959 h 918344"/>
              <a:gd name="connsiteX83" fmla="*/ 7644411 w 9517857"/>
              <a:gd name="connsiteY83" fmla="*/ 258974 h 918344"/>
              <a:gd name="connsiteX84" fmla="*/ 7825110 w 9517857"/>
              <a:gd name="connsiteY84" fmla="*/ 229097 h 918344"/>
              <a:gd name="connsiteX85" fmla="*/ 8106016 w 9517857"/>
              <a:gd name="connsiteY85" fmla="*/ 231005 h 918344"/>
              <a:gd name="connsiteX86" fmla="*/ 8256033 w 9517857"/>
              <a:gd name="connsiteY86" fmla="*/ 193701 h 918344"/>
              <a:gd name="connsiteX87" fmla="*/ 8551625 w 9517857"/>
              <a:gd name="connsiteY87" fmla="*/ 161505 h 918344"/>
              <a:gd name="connsiteX88" fmla="*/ 8715976 w 9517857"/>
              <a:gd name="connsiteY88" fmla="*/ 178362 h 918344"/>
              <a:gd name="connsiteX89" fmla="*/ 8778827 w 9517857"/>
              <a:gd name="connsiteY89" fmla="*/ 172924 h 918344"/>
              <a:gd name="connsiteX90" fmla="*/ 8840778 w 9517857"/>
              <a:gd name="connsiteY90" fmla="*/ 143137 h 918344"/>
              <a:gd name="connsiteX91" fmla="*/ 9010380 w 9517857"/>
              <a:gd name="connsiteY91" fmla="*/ 91879 h 918344"/>
              <a:gd name="connsiteX92" fmla="*/ 9110856 w 9517857"/>
              <a:gd name="connsiteY92" fmla="*/ 70985 h 918344"/>
              <a:gd name="connsiteX93" fmla="*/ 9268817 w 9517857"/>
              <a:gd name="connsiteY93" fmla="*/ 53070 h 918344"/>
              <a:gd name="connsiteX94" fmla="*/ 9316667 w 9517857"/>
              <a:gd name="connsiteY94" fmla="*/ 45035 h 918344"/>
              <a:gd name="connsiteX95" fmla="*/ 9428209 w 9517857"/>
              <a:gd name="connsiteY95" fmla="*/ 29911 h 918344"/>
              <a:gd name="connsiteX0" fmla="*/ 4686423 w 9517857"/>
              <a:gd name="connsiteY0" fmla="*/ 247907 h 918344"/>
              <a:gd name="connsiteX1" fmla="*/ 4689051 w 9517857"/>
              <a:gd name="connsiteY1" fmla="*/ 250956 h 918344"/>
              <a:gd name="connsiteX2" fmla="*/ 4687244 w 9517857"/>
              <a:gd name="connsiteY2" fmla="*/ 251286 h 918344"/>
              <a:gd name="connsiteX3" fmla="*/ 4686423 w 9517857"/>
              <a:gd name="connsiteY3" fmla="*/ 247907 h 918344"/>
              <a:gd name="connsiteX4" fmla="*/ 4685225 w 9517857"/>
              <a:gd name="connsiteY4" fmla="*/ 246518 h 918344"/>
              <a:gd name="connsiteX5" fmla="*/ 4686133 w 9517857"/>
              <a:gd name="connsiteY5" fmla="*/ 246715 h 918344"/>
              <a:gd name="connsiteX6" fmla="*/ 4686423 w 9517857"/>
              <a:gd name="connsiteY6" fmla="*/ 247907 h 918344"/>
              <a:gd name="connsiteX7" fmla="*/ 4685225 w 9517857"/>
              <a:gd name="connsiteY7" fmla="*/ 246518 h 918344"/>
              <a:gd name="connsiteX8" fmla="*/ 9428209 w 9517857"/>
              <a:gd name="connsiteY8" fmla="*/ 29911 h 918344"/>
              <a:gd name="connsiteX9" fmla="*/ 9517857 w 9517857"/>
              <a:gd name="connsiteY9" fmla="*/ 0 h 918344"/>
              <a:gd name="connsiteX10" fmla="*/ 9517857 w 9517857"/>
              <a:gd name="connsiteY10" fmla="*/ 918344 h 918344"/>
              <a:gd name="connsiteX11" fmla="*/ 14604 w 9517857"/>
              <a:gd name="connsiteY11" fmla="*/ 918344 h 918344"/>
              <a:gd name="connsiteX12" fmla="*/ 12841 w 9517857"/>
              <a:gd name="connsiteY12" fmla="*/ 917751 h 918344"/>
              <a:gd name="connsiteX13" fmla="*/ 93 w 9517857"/>
              <a:gd name="connsiteY13" fmla="*/ 912459 h 918344"/>
              <a:gd name="connsiteX14" fmla="*/ 58674 w 9517857"/>
              <a:gd name="connsiteY14" fmla="*/ 890310 h 918344"/>
              <a:gd name="connsiteX15" fmla="*/ 275005 w 9517857"/>
              <a:gd name="connsiteY15" fmla="*/ 807217 h 918344"/>
              <a:gd name="connsiteX16" fmla="*/ 587824 w 9517857"/>
              <a:gd name="connsiteY16" fmla="*/ 798183 h 918344"/>
              <a:gd name="connsiteX17" fmla="*/ 651826 w 9517857"/>
              <a:gd name="connsiteY17" fmla="*/ 738326 h 918344"/>
              <a:gd name="connsiteX18" fmla="*/ 727985 w 9517857"/>
              <a:gd name="connsiteY18" fmla="*/ 719814 h 918344"/>
              <a:gd name="connsiteX19" fmla="*/ 778982 w 9517857"/>
              <a:gd name="connsiteY19" fmla="*/ 710130 h 918344"/>
              <a:gd name="connsiteX20" fmla="*/ 849944 w 9517857"/>
              <a:gd name="connsiteY20" fmla="*/ 717975 h 918344"/>
              <a:gd name="connsiteX21" fmla="*/ 921659 w 9517857"/>
              <a:gd name="connsiteY21" fmla="*/ 712683 h 918344"/>
              <a:gd name="connsiteX22" fmla="*/ 930946 w 9517857"/>
              <a:gd name="connsiteY22" fmla="*/ 734034 h 918344"/>
              <a:gd name="connsiteX23" fmla="*/ 986250 w 9517857"/>
              <a:gd name="connsiteY23" fmla="*/ 713518 h 918344"/>
              <a:gd name="connsiteX24" fmla="*/ 1013752 w 9517857"/>
              <a:gd name="connsiteY24" fmla="*/ 713349 h 918344"/>
              <a:gd name="connsiteX25" fmla="*/ 1023734 w 9517857"/>
              <a:gd name="connsiteY25" fmla="*/ 718559 h 918344"/>
              <a:gd name="connsiteX26" fmla="*/ 1063207 w 9517857"/>
              <a:gd name="connsiteY26" fmla="*/ 715639 h 918344"/>
              <a:gd name="connsiteX27" fmla="*/ 1081980 w 9517857"/>
              <a:gd name="connsiteY27" fmla="*/ 738443 h 918344"/>
              <a:gd name="connsiteX28" fmla="*/ 1218120 w 9517857"/>
              <a:gd name="connsiteY28" fmla="*/ 713268 h 918344"/>
              <a:gd name="connsiteX29" fmla="*/ 1397459 w 9517857"/>
              <a:gd name="connsiteY29" fmla="*/ 691178 h 918344"/>
              <a:gd name="connsiteX30" fmla="*/ 1580688 w 9517857"/>
              <a:gd name="connsiteY30" fmla="*/ 693685 h 918344"/>
              <a:gd name="connsiteX31" fmla="*/ 1772334 w 9517857"/>
              <a:gd name="connsiteY31" fmla="*/ 710628 h 918344"/>
              <a:gd name="connsiteX32" fmla="*/ 2002561 w 9517857"/>
              <a:gd name="connsiteY32" fmla="*/ 659905 h 918344"/>
              <a:gd name="connsiteX33" fmla="*/ 2135144 w 9517857"/>
              <a:gd name="connsiteY33" fmla="*/ 636489 h 918344"/>
              <a:gd name="connsiteX34" fmla="*/ 2448505 w 9517857"/>
              <a:gd name="connsiteY34" fmla="*/ 578838 h 918344"/>
              <a:gd name="connsiteX35" fmla="*/ 2658055 w 9517857"/>
              <a:gd name="connsiteY35" fmla="*/ 578715 h 918344"/>
              <a:gd name="connsiteX36" fmla="*/ 2693698 w 9517857"/>
              <a:gd name="connsiteY36" fmla="*/ 560017 h 918344"/>
              <a:gd name="connsiteX37" fmla="*/ 2699673 w 9517857"/>
              <a:gd name="connsiteY37" fmla="*/ 556388 h 918344"/>
              <a:gd name="connsiteX38" fmla="*/ 2727306 w 9517857"/>
              <a:gd name="connsiteY38" fmla="*/ 550686 h 918344"/>
              <a:gd name="connsiteX39" fmla="*/ 2730451 w 9517857"/>
              <a:gd name="connsiteY39" fmla="*/ 538046 h 918344"/>
              <a:gd name="connsiteX40" fmla="*/ 2768713 w 9517857"/>
              <a:gd name="connsiteY40" fmla="*/ 521563 h 918344"/>
              <a:gd name="connsiteX41" fmla="*/ 2820868 w 9517857"/>
              <a:gd name="connsiteY41" fmla="*/ 514148 h 918344"/>
              <a:gd name="connsiteX42" fmla="*/ 3073635 w 9517857"/>
              <a:gd name="connsiteY42" fmla="*/ 491282 h 918344"/>
              <a:gd name="connsiteX43" fmla="*/ 3222071 w 9517857"/>
              <a:gd name="connsiteY43" fmla="*/ 470547 h 918344"/>
              <a:gd name="connsiteX44" fmla="*/ 3274069 w 9517857"/>
              <a:gd name="connsiteY44" fmla="*/ 451593 h 918344"/>
              <a:gd name="connsiteX45" fmla="*/ 3349632 w 9517857"/>
              <a:gd name="connsiteY45" fmla="*/ 432571 h 918344"/>
              <a:gd name="connsiteX46" fmla="*/ 3479593 w 9517857"/>
              <a:gd name="connsiteY46" fmla="*/ 390425 h 918344"/>
              <a:gd name="connsiteX47" fmla="*/ 3750023 w 9517857"/>
              <a:gd name="connsiteY47" fmla="*/ 370666 h 918344"/>
              <a:gd name="connsiteX48" fmla="*/ 3844133 w 9517857"/>
              <a:gd name="connsiteY48" fmla="*/ 360636 h 918344"/>
              <a:gd name="connsiteX49" fmla="*/ 3979762 w 9517857"/>
              <a:gd name="connsiteY49" fmla="*/ 350573 h 918344"/>
              <a:gd name="connsiteX50" fmla="*/ 4266740 w 9517857"/>
              <a:gd name="connsiteY50" fmla="*/ 361442 h 918344"/>
              <a:gd name="connsiteX51" fmla="*/ 4430770 w 9517857"/>
              <a:gd name="connsiteY51" fmla="*/ 342631 h 918344"/>
              <a:gd name="connsiteX52" fmla="*/ 4512664 w 9517857"/>
              <a:gd name="connsiteY52" fmla="*/ 319936 h 918344"/>
              <a:gd name="connsiteX53" fmla="*/ 4616423 w 9517857"/>
              <a:gd name="connsiteY53" fmla="*/ 290902 h 918344"/>
              <a:gd name="connsiteX54" fmla="*/ 4691675 w 9517857"/>
              <a:gd name="connsiteY54" fmla="*/ 253999 h 918344"/>
              <a:gd name="connsiteX55" fmla="*/ 4689051 w 9517857"/>
              <a:gd name="connsiteY55" fmla="*/ 250956 h 918344"/>
              <a:gd name="connsiteX56" fmla="*/ 4719994 w 9517857"/>
              <a:gd name="connsiteY56" fmla="*/ 245295 h 918344"/>
              <a:gd name="connsiteX57" fmla="*/ 4752894 w 9517857"/>
              <a:gd name="connsiteY57" fmla="*/ 239863 h 918344"/>
              <a:gd name="connsiteX58" fmla="*/ 4769329 w 9517857"/>
              <a:gd name="connsiteY58" fmla="*/ 233573 h 918344"/>
              <a:gd name="connsiteX59" fmla="*/ 4775634 w 9517857"/>
              <a:gd name="connsiteY59" fmla="*/ 234051 h 918344"/>
              <a:gd name="connsiteX60" fmla="*/ 4790452 w 9517857"/>
              <a:gd name="connsiteY60" fmla="*/ 233560 h 918344"/>
              <a:gd name="connsiteX61" fmla="*/ 4789062 w 9517857"/>
              <a:gd name="connsiteY61" fmla="*/ 241912 h 918344"/>
              <a:gd name="connsiteX62" fmla="*/ 4827826 w 9517857"/>
              <a:gd name="connsiteY62" fmla="*/ 246965 h 918344"/>
              <a:gd name="connsiteX63" fmla="*/ 4892569 w 9517857"/>
              <a:gd name="connsiteY63" fmla="*/ 249921 h 918344"/>
              <a:gd name="connsiteX64" fmla="*/ 4896611 w 9517857"/>
              <a:gd name="connsiteY64" fmla="*/ 240436 h 918344"/>
              <a:gd name="connsiteX65" fmla="*/ 4917286 w 9517857"/>
              <a:gd name="connsiteY65" fmla="*/ 243647 h 918344"/>
              <a:gd name="connsiteX66" fmla="*/ 5060397 w 9517857"/>
              <a:gd name="connsiteY66" fmla="*/ 263676 h 918344"/>
              <a:gd name="connsiteX67" fmla="*/ 5252996 w 9517857"/>
              <a:gd name="connsiteY67" fmla="*/ 270643 h 918344"/>
              <a:gd name="connsiteX68" fmla="*/ 5358056 w 9517857"/>
              <a:gd name="connsiteY68" fmla="*/ 247236 h 918344"/>
              <a:gd name="connsiteX69" fmla="*/ 5426496 w 9517857"/>
              <a:gd name="connsiteY69" fmla="*/ 235130 h 918344"/>
              <a:gd name="connsiteX70" fmla="*/ 5497161 w 9517857"/>
              <a:gd name="connsiteY70" fmla="*/ 228796 h 918344"/>
              <a:gd name="connsiteX71" fmla="*/ 5923732 w 9517857"/>
              <a:gd name="connsiteY71" fmla="*/ 187376 h 918344"/>
              <a:gd name="connsiteX72" fmla="*/ 6194152 w 9517857"/>
              <a:gd name="connsiteY72" fmla="*/ 151760 h 918344"/>
              <a:gd name="connsiteX73" fmla="*/ 6281379 w 9517857"/>
              <a:gd name="connsiteY73" fmla="*/ 181614 h 918344"/>
              <a:gd name="connsiteX74" fmla="*/ 6374947 w 9517857"/>
              <a:gd name="connsiteY74" fmla="*/ 179787 h 918344"/>
              <a:gd name="connsiteX75" fmla="*/ 6448518 w 9517857"/>
              <a:gd name="connsiteY75" fmla="*/ 164366 h 918344"/>
              <a:gd name="connsiteX76" fmla="*/ 6544700 w 9517857"/>
              <a:gd name="connsiteY76" fmla="*/ 167149 h 918344"/>
              <a:gd name="connsiteX77" fmla="*/ 6648353 w 9517857"/>
              <a:gd name="connsiteY77" fmla="*/ 172238 h 918344"/>
              <a:gd name="connsiteX78" fmla="*/ 6736227 w 9517857"/>
              <a:gd name="connsiteY78" fmla="*/ 173204 h 918344"/>
              <a:gd name="connsiteX79" fmla="*/ 6977218 w 9517857"/>
              <a:gd name="connsiteY79" fmla="*/ 184277 h 918344"/>
              <a:gd name="connsiteX80" fmla="*/ 7065221 w 9517857"/>
              <a:gd name="connsiteY80" fmla="*/ 227519 h 918344"/>
              <a:gd name="connsiteX81" fmla="*/ 7366801 w 9517857"/>
              <a:gd name="connsiteY81" fmla="*/ 258938 h 918344"/>
              <a:gd name="connsiteX82" fmla="*/ 7433745 w 9517857"/>
              <a:gd name="connsiteY82" fmla="*/ 246959 h 918344"/>
              <a:gd name="connsiteX83" fmla="*/ 7644411 w 9517857"/>
              <a:gd name="connsiteY83" fmla="*/ 258974 h 918344"/>
              <a:gd name="connsiteX84" fmla="*/ 7825110 w 9517857"/>
              <a:gd name="connsiteY84" fmla="*/ 229097 h 918344"/>
              <a:gd name="connsiteX85" fmla="*/ 8106016 w 9517857"/>
              <a:gd name="connsiteY85" fmla="*/ 231005 h 918344"/>
              <a:gd name="connsiteX86" fmla="*/ 8256033 w 9517857"/>
              <a:gd name="connsiteY86" fmla="*/ 193701 h 918344"/>
              <a:gd name="connsiteX87" fmla="*/ 8551625 w 9517857"/>
              <a:gd name="connsiteY87" fmla="*/ 161505 h 918344"/>
              <a:gd name="connsiteX88" fmla="*/ 8715976 w 9517857"/>
              <a:gd name="connsiteY88" fmla="*/ 178362 h 918344"/>
              <a:gd name="connsiteX89" fmla="*/ 8778827 w 9517857"/>
              <a:gd name="connsiteY89" fmla="*/ 172924 h 918344"/>
              <a:gd name="connsiteX90" fmla="*/ 8840778 w 9517857"/>
              <a:gd name="connsiteY90" fmla="*/ 143137 h 918344"/>
              <a:gd name="connsiteX91" fmla="*/ 9010380 w 9517857"/>
              <a:gd name="connsiteY91" fmla="*/ 91879 h 918344"/>
              <a:gd name="connsiteX92" fmla="*/ 9110856 w 9517857"/>
              <a:gd name="connsiteY92" fmla="*/ 70985 h 918344"/>
              <a:gd name="connsiteX93" fmla="*/ 9268817 w 9517857"/>
              <a:gd name="connsiteY93" fmla="*/ 53070 h 918344"/>
              <a:gd name="connsiteX94" fmla="*/ 9316667 w 9517857"/>
              <a:gd name="connsiteY94" fmla="*/ 45035 h 918344"/>
              <a:gd name="connsiteX95" fmla="*/ 9428209 w 9517857"/>
              <a:gd name="connsiteY95" fmla="*/ 29911 h 918344"/>
              <a:gd name="connsiteX0" fmla="*/ 4686423 w 9517857"/>
              <a:gd name="connsiteY0" fmla="*/ 247907 h 918344"/>
              <a:gd name="connsiteX1" fmla="*/ 4689051 w 9517857"/>
              <a:gd name="connsiteY1" fmla="*/ 250956 h 918344"/>
              <a:gd name="connsiteX2" fmla="*/ 4687244 w 9517857"/>
              <a:gd name="connsiteY2" fmla="*/ 251286 h 918344"/>
              <a:gd name="connsiteX3" fmla="*/ 4686423 w 9517857"/>
              <a:gd name="connsiteY3" fmla="*/ 247907 h 918344"/>
              <a:gd name="connsiteX4" fmla="*/ 4685225 w 9517857"/>
              <a:gd name="connsiteY4" fmla="*/ 246518 h 918344"/>
              <a:gd name="connsiteX5" fmla="*/ 4686133 w 9517857"/>
              <a:gd name="connsiteY5" fmla="*/ 246715 h 918344"/>
              <a:gd name="connsiteX6" fmla="*/ 4686423 w 9517857"/>
              <a:gd name="connsiteY6" fmla="*/ 247907 h 918344"/>
              <a:gd name="connsiteX7" fmla="*/ 4685225 w 9517857"/>
              <a:gd name="connsiteY7" fmla="*/ 246518 h 918344"/>
              <a:gd name="connsiteX8" fmla="*/ 9428209 w 9517857"/>
              <a:gd name="connsiteY8" fmla="*/ 29911 h 918344"/>
              <a:gd name="connsiteX9" fmla="*/ 9517857 w 9517857"/>
              <a:gd name="connsiteY9" fmla="*/ 0 h 918344"/>
              <a:gd name="connsiteX10" fmla="*/ 9517857 w 9517857"/>
              <a:gd name="connsiteY10" fmla="*/ 918344 h 918344"/>
              <a:gd name="connsiteX11" fmla="*/ 14604 w 9517857"/>
              <a:gd name="connsiteY11" fmla="*/ 918344 h 918344"/>
              <a:gd name="connsiteX12" fmla="*/ 12841 w 9517857"/>
              <a:gd name="connsiteY12" fmla="*/ 917751 h 918344"/>
              <a:gd name="connsiteX13" fmla="*/ 93 w 9517857"/>
              <a:gd name="connsiteY13" fmla="*/ 912459 h 918344"/>
              <a:gd name="connsiteX14" fmla="*/ 58674 w 9517857"/>
              <a:gd name="connsiteY14" fmla="*/ 890310 h 918344"/>
              <a:gd name="connsiteX15" fmla="*/ 275005 w 9517857"/>
              <a:gd name="connsiteY15" fmla="*/ 807217 h 918344"/>
              <a:gd name="connsiteX16" fmla="*/ 587824 w 9517857"/>
              <a:gd name="connsiteY16" fmla="*/ 798183 h 918344"/>
              <a:gd name="connsiteX17" fmla="*/ 651826 w 9517857"/>
              <a:gd name="connsiteY17" fmla="*/ 738326 h 918344"/>
              <a:gd name="connsiteX18" fmla="*/ 727985 w 9517857"/>
              <a:gd name="connsiteY18" fmla="*/ 719814 h 918344"/>
              <a:gd name="connsiteX19" fmla="*/ 778982 w 9517857"/>
              <a:gd name="connsiteY19" fmla="*/ 710130 h 918344"/>
              <a:gd name="connsiteX20" fmla="*/ 849944 w 9517857"/>
              <a:gd name="connsiteY20" fmla="*/ 717975 h 918344"/>
              <a:gd name="connsiteX21" fmla="*/ 921659 w 9517857"/>
              <a:gd name="connsiteY21" fmla="*/ 712683 h 918344"/>
              <a:gd name="connsiteX22" fmla="*/ 930946 w 9517857"/>
              <a:gd name="connsiteY22" fmla="*/ 734034 h 918344"/>
              <a:gd name="connsiteX23" fmla="*/ 986250 w 9517857"/>
              <a:gd name="connsiteY23" fmla="*/ 713518 h 918344"/>
              <a:gd name="connsiteX24" fmla="*/ 1013752 w 9517857"/>
              <a:gd name="connsiteY24" fmla="*/ 713349 h 918344"/>
              <a:gd name="connsiteX25" fmla="*/ 1023734 w 9517857"/>
              <a:gd name="connsiteY25" fmla="*/ 718559 h 918344"/>
              <a:gd name="connsiteX26" fmla="*/ 1063207 w 9517857"/>
              <a:gd name="connsiteY26" fmla="*/ 715639 h 918344"/>
              <a:gd name="connsiteX27" fmla="*/ 1081980 w 9517857"/>
              <a:gd name="connsiteY27" fmla="*/ 738443 h 918344"/>
              <a:gd name="connsiteX28" fmla="*/ 1218120 w 9517857"/>
              <a:gd name="connsiteY28" fmla="*/ 713268 h 918344"/>
              <a:gd name="connsiteX29" fmla="*/ 1397459 w 9517857"/>
              <a:gd name="connsiteY29" fmla="*/ 691178 h 918344"/>
              <a:gd name="connsiteX30" fmla="*/ 1580688 w 9517857"/>
              <a:gd name="connsiteY30" fmla="*/ 693685 h 918344"/>
              <a:gd name="connsiteX31" fmla="*/ 1772334 w 9517857"/>
              <a:gd name="connsiteY31" fmla="*/ 710628 h 918344"/>
              <a:gd name="connsiteX32" fmla="*/ 2002561 w 9517857"/>
              <a:gd name="connsiteY32" fmla="*/ 659905 h 918344"/>
              <a:gd name="connsiteX33" fmla="*/ 2135144 w 9517857"/>
              <a:gd name="connsiteY33" fmla="*/ 636489 h 918344"/>
              <a:gd name="connsiteX34" fmla="*/ 2448505 w 9517857"/>
              <a:gd name="connsiteY34" fmla="*/ 578838 h 918344"/>
              <a:gd name="connsiteX35" fmla="*/ 2658055 w 9517857"/>
              <a:gd name="connsiteY35" fmla="*/ 578715 h 918344"/>
              <a:gd name="connsiteX36" fmla="*/ 2693698 w 9517857"/>
              <a:gd name="connsiteY36" fmla="*/ 560017 h 918344"/>
              <a:gd name="connsiteX37" fmla="*/ 2699673 w 9517857"/>
              <a:gd name="connsiteY37" fmla="*/ 556388 h 918344"/>
              <a:gd name="connsiteX38" fmla="*/ 2727306 w 9517857"/>
              <a:gd name="connsiteY38" fmla="*/ 550686 h 918344"/>
              <a:gd name="connsiteX39" fmla="*/ 2730451 w 9517857"/>
              <a:gd name="connsiteY39" fmla="*/ 538046 h 918344"/>
              <a:gd name="connsiteX40" fmla="*/ 2768713 w 9517857"/>
              <a:gd name="connsiteY40" fmla="*/ 521563 h 918344"/>
              <a:gd name="connsiteX41" fmla="*/ 2820868 w 9517857"/>
              <a:gd name="connsiteY41" fmla="*/ 514148 h 918344"/>
              <a:gd name="connsiteX42" fmla="*/ 3073635 w 9517857"/>
              <a:gd name="connsiteY42" fmla="*/ 491282 h 918344"/>
              <a:gd name="connsiteX43" fmla="*/ 3222071 w 9517857"/>
              <a:gd name="connsiteY43" fmla="*/ 470547 h 918344"/>
              <a:gd name="connsiteX44" fmla="*/ 3274069 w 9517857"/>
              <a:gd name="connsiteY44" fmla="*/ 451593 h 918344"/>
              <a:gd name="connsiteX45" fmla="*/ 3349632 w 9517857"/>
              <a:gd name="connsiteY45" fmla="*/ 432571 h 918344"/>
              <a:gd name="connsiteX46" fmla="*/ 3479593 w 9517857"/>
              <a:gd name="connsiteY46" fmla="*/ 390425 h 918344"/>
              <a:gd name="connsiteX47" fmla="*/ 3750023 w 9517857"/>
              <a:gd name="connsiteY47" fmla="*/ 370666 h 918344"/>
              <a:gd name="connsiteX48" fmla="*/ 3844133 w 9517857"/>
              <a:gd name="connsiteY48" fmla="*/ 360636 h 918344"/>
              <a:gd name="connsiteX49" fmla="*/ 3979762 w 9517857"/>
              <a:gd name="connsiteY49" fmla="*/ 350573 h 918344"/>
              <a:gd name="connsiteX50" fmla="*/ 4266740 w 9517857"/>
              <a:gd name="connsiteY50" fmla="*/ 361442 h 918344"/>
              <a:gd name="connsiteX51" fmla="*/ 4430770 w 9517857"/>
              <a:gd name="connsiteY51" fmla="*/ 342631 h 918344"/>
              <a:gd name="connsiteX52" fmla="*/ 4512664 w 9517857"/>
              <a:gd name="connsiteY52" fmla="*/ 319936 h 918344"/>
              <a:gd name="connsiteX53" fmla="*/ 4616423 w 9517857"/>
              <a:gd name="connsiteY53" fmla="*/ 290902 h 918344"/>
              <a:gd name="connsiteX54" fmla="*/ 4691675 w 9517857"/>
              <a:gd name="connsiteY54" fmla="*/ 253999 h 918344"/>
              <a:gd name="connsiteX55" fmla="*/ 4689051 w 9517857"/>
              <a:gd name="connsiteY55" fmla="*/ 250956 h 918344"/>
              <a:gd name="connsiteX56" fmla="*/ 4719994 w 9517857"/>
              <a:gd name="connsiteY56" fmla="*/ 245295 h 918344"/>
              <a:gd name="connsiteX57" fmla="*/ 4752894 w 9517857"/>
              <a:gd name="connsiteY57" fmla="*/ 239863 h 918344"/>
              <a:gd name="connsiteX58" fmla="*/ 4769329 w 9517857"/>
              <a:gd name="connsiteY58" fmla="*/ 233573 h 918344"/>
              <a:gd name="connsiteX59" fmla="*/ 4775634 w 9517857"/>
              <a:gd name="connsiteY59" fmla="*/ 234051 h 918344"/>
              <a:gd name="connsiteX60" fmla="*/ 4790452 w 9517857"/>
              <a:gd name="connsiteY60" fmla="*/ 233560 h 918344"/>
              <a:gd name="connsiteX61" fmla="*/ 4789062 w 9517857"/>
              <a:gd name="connsiteY61" fmla="*/ 241912 h 918344"/>
              <a:gd name="connsiteX62" fmla="*/ 4827826 w 9517857"/>
              <a:gd name="connsiteY62" fmla="*/ 246965 h 918344"/>
              <a:gd name="connsiteX63" fmla="*/ 4892569 w 9517857"/>
              <a:gd name="connsiteY63" fmla="*/ 249921 h 918344"/>
              <a:gd name="connsiteX64" fmla="*/ 4896611 w 9517857"/>
              <a:gd name="connsiteY64" fmla="*/ 240436 h 918344"/>
              <a:gd name="connsiteX65" fmla="*/ 4917286 w 9517857"/>
              <a:gd name="connsiteY65" fmla="*/ 243647 h 918344"/>
              <a:gd name="connsiteX66" fmla="*/ 5060397 w 9517857"/>
              <a:gd name="connsiteY66" fmla="*/ 263676 h 918344"/>
              <a:gd name="connsiteX67" fmla="*/ 5252996 w 9517857"/>
              <a:gd name="connsiteY67" fmla="*/ 270643 h 918344"/>
              <a:gd name="connsiteX68" fmla="*/ 5358056 w 9517857"/>
              <a:gd name="connsiteY68" fmla="*/ 247236 h 918344"/>
              <a:gd name="connsiteX69" fmla="*/ 5426496 w 9517857"/>
              <a:gd name="connsiteY69" fmla="*/ 235130 h 918344"/>
              <a:gd name="connsiteX70" fmla="*/ 5497161 w 9517857"/>
              <a:gd name="connsiteY70" fmla="*/ 228796 h 918344"/>
              <a:gd name="connsiteX71" fmla="*/ 5923732 w 9517857"/>
              <a:gd name="connsiteY71" fmla="*/ 187376 h 918344"/>
              <a:gd name="connsiteX72" fmla="*/ 6194152 w 9517857"/>
              <a:gd name="connsiteY72" fmla="*/ 151760 h 918344"/>
              <a:gd name="connsiteX73" fmla="*/ 6281379 w 9517857"/>
              <a:gd name="connsiteY73" fmla="*/ 181614 h 918344"/>
              <a:gd name="connsiteX74" fmla="*/ 6374947 w 9517857"/>
              <a:gd name="connsiteY74" fmla="*/ 179787 h 918344"/>
              <a:gd name="connsiteX75" fmla="*/ 6448518 w 9517857"/>
              <a:gd name="connsiteY75" fmla="*/ 164366 h 918344"/>
              <a:gd name="connsiteX76" fmla="*/ 6544700 w 9517857"/>
              <a:gd name="connsiteY76" fmla="*/ 167149 h 918344"/>
              <a:gd name="connsiteX77" fmla="*/ 6648353 w 9517857"/>
              <a:gd name="connsiteY77" fmla="*/ 172238 h 918344"/>
              <a:gd name="connsiteX78" fmla="*/ 6736227 w 9517857"/>
              <a:gd name="connsiteY78" fmla="*/ 173204 h 918344"/>
              <a:gd name="connsiteX79" fmla="*/ 6977218 w 9517857"/>
              <a:gd name="connsiteY79" fmla="*/ 184277 h 918344"/>
              <a:gd name="connsiteX80" fmla="*/ 7065221 w 9517857"/>
              <a:gd name="connsiteY80" fmla="*/ 227519 h 918344"/>
              <a:gd name="connsiteX81" fmla="*/ 7366801 w 9517857"/>
              <a:gd name="connsiteY81" fmla="*/ 258938 h 918344"/>
              <a:gd name="connsiteX82" fmla="*/ 7433745 w 9517857"/>
              <a:gd name="connsiteY82" fmla="*/ 246959 h 918344"/>
              <a:gd name="connsiteX83" fmla="*/ 7644411 w 9517857"/>
              <a:gd name="connsiteY83" fmla="*/ 258974 h 918344"/>
              <a:gd name="connsiteX84" fmla="*/ 7825110 w 9517857"/>
              <a:gd name="connsiteY84" fmla="*/ 229097 h 918344"/>
              <a:gd name="connsiteX85" fmla="*/ 8106016 w 9517857"/>
              <a:gd name="connsiteY85" fmla="*/ 231005 h 918344"/>
              <a:gd name="connsiteX86" fmla="*/ 8256033 w 9517857"/>
              <a:gd name="connsiteY86" fmla="*/ 193701 h 918344"/>
              <a:gd name="connsiteX87" fmla="*/ 8551625 w 9517857"/>
              <a:gd name="connsiteY87" fmla="*/ 161505 h 918344"/>
              <a:gd name="connsiteX88" fmla="*/ 8715976 w 9517857"/>
              <a:gd name="connsiteY88" fmla="*/ 178362 h 918344"/>
              <a:gd name="connsiteX89" fmla="*/ 8778827 w 9517857"/>
              <a:gd name="connsiteY89" fmla="*/ 172924 h 918344"/>
              <a:gd name="connsiteX90" fmla="*/ 8840778 w 9517857"/>
              <a:gd name="connsiteY90" fmla="*/ 143137 h 918344"/>
              <a:gd name="connsiteX91" fmla="*/ 9010380 w 9517857"/>
              <a:gd name="connsiteY91" fmla="*/ 91879 h 918344"/>
              <a:gd name="connsiteX92" fmla="*/ 9110856 w 9517857"/>
              <a:gd name="connsiteY92" fmla="*/ 70985 h 918344"/>
              <a:gd name="connsiteX93" fmla="*/ 9268817 w 9517857"/>
              <a:gd name="connsiteY93" fmla="*/ 53070 h 918344"/>
              <a:gd name="connsiteX94" fmla="*/ 9316667 w 9517857"/>
              <a:gd name="connsiteY94" fmla="*/ 45035 h 918344"/>
              <a:gd name="connsiteX95" fmla="*/ 9428209 w 9517857"/>
              <a:gd name="connsiteY95" fmla="*/ 29911 h 918344"/>
              <a:gd name="connsiteX0" fmla="*/ 4686423 w 9517857"/>
              <a:gd name="connsiteY0" fmla="*/ 247907 h 918344"/>
              <a:gd name="connsiteX1" fmla="*/ 4689051 w 9517857"/>
              <a:gd name="connsiteY1" fmla="*/ 250956 h 918344"/>
              <a:gd name="connsiteX2" fmla="*/ 4687244 w 9517857"/>
              <a:gd name="connsiteY2" fmla="*/ 251286 h 918344"/>
              <a:gd name="connsiteX3" fmla="*/ 4686423 w 9517857"/>
              <a:gd name="connsiteY3" fmla="*/ 247907 h 918344"/>
              <a:gd name="connsiteX4" fmla="*/ 4685225 w 9517857"/>
              <a:gd name="connsiteY4" fmla="*/ 246518 h 918344"/>
              <a:gd name="connsiteX5" fmla="*/ 4686133 w 9517857"/>
              <a:gd name="connsiteY5" fmla="*/ 246715 h 918344"/>
              <a:gd name="connsiteX6" fmla="*/ 4686423 w 9517857"/>
              <a:gd name="connsiteY6" fmla="*/ 247907 h 918344"/>
              <a:gd name="connsiteX7" fmla="*/ 4685225 w 9517857"/>
              <a:gd name="connsiteY7" fmla="*/ 246518 h 918344"/>
              <a:gd name="connsiteX8" fmla="*/ 9428209 w 9517857"/>
              <a:gd name="connsiteY8" fmla="*/ 29911 h 918344"/>
              <a:gd name="connsiteX9" fmla="*/ 9517857 w 9517857"/>
              <a:gd name="connsiteY9" fmla="*/ 0 h 918344"/>
              <a:gd name="connsiteX10" fmla="*/ 9517857 w 9517857"/>
              <a:gd name="connsiteY10" fmla="*/ 918344 h 918344"/>
              <a:gd name="connsiteX11" fmla="*/ 14604 w 9517857"/>
              <a:gd name="connsiteY11" fmla="*/ 918344 h 918344"/>
              <a:gd name="connsiteX12" fmla="*/ 12841 w 9517857"/>
              <a:gd name="connsiteY12" fmla="*/ 917751 h 918344"/>
              <a:gd name="connsiteX13" fmla="*/ 93 w 9517857"/>
              <a:gd name="connsiteY13" fmla="*/ 912459 h 918344"/>
              <a:gd name="connsiteX14" fmla="*/ 58674 w 9517857"/>
              <a:gd name="connsiteY14" fmla="*/ 890310 h 918344"/>
              <a:gd name="connsiteX15" fmla="*/ 275005 w 9517857"/>
              <a:gd name="connsiteY15" fmla="*/ 807217 h 918344"/>
              <a:gd name="connsiteX16" fmla="*/ 587824 w 9517857"/>
              <a:gd name="connsiteY16" fmla="*/ 798183 h 918344"/>
              <a:gd name="connsiteX17" fmla="*/ 651826 w 9517857"/>
              <a:gd name="connsiteY17" fmla="*/ 738326 h 918344"/>
              <a:gd name="connsiteX18" fmla="*/ 727985 w 9517857"/>
              <a:gd name="connsiteY18" fmla="*/ 719814 h 918344"/>
              <a:gd name="connsiteX19" fmla="*/ 778982 w 9517857"/>
              <a:gd name="connsiteY19" fmla="*/ 710130 h 918344"/>
              <a:gd name="connsiteX20" fmla="*/ 849944 w 9517857"/>
              <a:gd name="connsiteY20" fmla="*/ 717975 h 918344"/>
              <a:gd name="connsiteX21" fmla="*/ 921659 w 9517857"/>
              <a:gd name="connsiteY21" fmla="*/ 712683 h 918344"/>
              <a:gd name="connsiteX22" fmla="*/ 930946 w 9517857"/>
              <a:gd name="connsiteY22" fmla="*/ 734034 h 918344"/>
              <a:gd name="connsiteX23" fmla="*/ 986250 w 9517857"/>
              <a:gd name="connsiteY23" fmla="*/ 713518 h 918344"/>
              <a:gd name="connsiteX24" fmla="*/ 1013752 w 9517857"/>
              <a:gd name="connsiteY24" fmla="*/ 713349 h 918344"/>
              <a:gd name="connsiteX25" fmla="*/ 1023734 w 9517857"/>
              <a:gd name="connsiteY25" fmla="*/ 718559 h 918344"/>
              <a:gd name="connsiteX26" fmla="*/ 1063207 w 9517857"/>
              <a:gd name="connsiteY26" fmla="*/ 715639 h 918344"/>
              <a:gd name="connsiteX27" fmla="*/ 1081980 w 9517857"/>
              <a:gd name="connsiteY27" fmla="*/ 738443 h 918344"/>
              <a:gd name="connsiteX28" fmla="*/ 1218120 w 9517857"/>
              <a:gd name="connsiteY28" fmla="*/ 713268 h 918344"/>
              <a:gd name="connsiteX29" fmla="*/ 1397459 w 9517857"/>
              <a:gd name="connsiteY29" fmla="*/ 691178 h 918344"/>
              <a:gd name="connsiteX30" fmla="*/ 1580688 w 9517857"/>
              <a:gd name="connsiteY30" fmla="*/ 693685 h 918344"/>
              <a:gd name="connsiteX31" fmla="*/ 1772334 w 9517857"/>
              <a:gd name="connsiteY31" fmla="*/ 710628 h 918344"/>
              <a:gd name="connsiteX32" fmla="*/ 2002561 w 9517857"/>
              <a:gd name="connsiteY32" fmla="*/ 659905 h 918344"/>
              <a:gd name="connsiteX33" fmla="*/ 2135144 w 9517857"/>
              <a:gd name="connsiteY33" fmla="*/ 636489 h 918344"/>
              <a:gd name="connsiteX34" fmla="*/ 2448505 w 9517857"/>
              <a:gd name="connsiteY34" fmla="*/ 578838 h 918344"/>
              <a:gd name="connsiteX35" fmla="*/ 2658055 w 9517857"/>
              <a:gd name="connsiteY35" fmla="*/ 578715 h 918344"/>
              <a:gd name="connsiteX36" fmla="*/ 2693698 w 9517857"/>
              <a:gd name="connsiteY36" fmla="*/ 560017 h 918344"/>
              <a:gd name="connsiteX37" fmla="*/ 2699673 w 9517857"/>
              <a:gd name="connsiteY37" fmla="*/ 556388 h 918344"/>
              <a:gd name="connsiteX38" fmla="*/ 2727306 w 9517857"/>
              <a:gd name="connsiteY38" fmla="*/ 550686 h 918344"/>
              <a:gd name="connsiteX39" fmla="*/ 2730451 w 9517857"/>
              <a:gd name="connsiteY39" fmla="*/ 538046 h 918344"/>
              <a:gd name="connsiteX40" fmla="*/ 2768713 w 9517857"/>
              <a:gd name="connsiteY40" fmla="*/ 521563 h 918344"/>
              <a:gd name="connsiteX41" fmla="*/ 2820868 w 9517857"/>
              <a:gd name="connsiteY41" fmla="*/ 514148 h 918344"/>
              <a:gd name="connsiteX42" fmla="*/ 3073635 w 9517857"/>
              <a:gd name="connsiteY42" fmla="*/ 491282 h 918344"/>
              <a:gd name="connsiteX43" fmla="*/ 3222071 w 9517857"/>
              <a:gd name="connsiteY43" fmla="*/ 470547 h 918344"/>
              <a:gd name="connsiteX44" fmla="*/ 3274069 w 9517857"/>
              <a:gd name="connsiteY44" fmla="*/ 451593 h 918344"/>
              <a:gd name="connsiteX45" fmla="*/ 3349632 w 9517857"/>
              <a:gd name="connsiteY45" fmla="*/ 432571 h 918344"/>
              <a:gd name="connsiteX46" fmla="*/ 3479593 w 9517857"/>
              <a:gd name="connsiteY46" fmla="*/ 390425 h 918344"/>
              <a:gd name="connsiteX47" fmla="*/ 3750023 w 9517857"/>
              <a:gd name="connsiteY47" fmla="*/ 370666 h 918344"/>
              <a:gd name="connsiteX48" fmla="*/ 3844133 w 9517857"/>
              <a:gd name="connsiteY48" fmla="*/ 360636 h 918344"/>
              <a:gd name="connsiteX49" fmla="*/ 3979762 w 9517857"/>
              <a:gd name="connsiteY49" fmla="*/ 350573 h 918344"/>
              <a:gd name="connsiteX50" fmla="*/ 4266740 w 9517857"/>
              <a:gd name="connsiteY50" fmla="*/ 361442 h 918344"/>
              <a:gd name="connsiteX51" fmla="*/ 4430770 w 9517857"/>
              <a:gd name="connsiteY51" fmla="*/ 342631 h 918344"/>
              <a:gd name="connsiteX52" fmla="*/ 4512664 w 9517857"/>
              <a:gd name="connsiteY52" fmla="*/ 319936 h 918344"/>
              <a:gd name="connsiteX53" fmla="*/ 4616423 w 9517857"/>
              <a:gd name="connsiteY53" fmla="*/ 290902 h 918344"/>
              <a:gd name="connsiteX54" fmla="*/ 4691675 w 9517857"/>
              <a:gd name="connsiteY54" fmla="*/ 253999 h 918344"/>
              <a:gd name="connsiteX55" fmla="*/ 4689051 w 9517857"/>
              <a:gd name="connsiteY55" fmla="*/ 250956 h 918344"/>
              <a:gd name="connsiteX56" fmla="*/ 4719994 w 9517857"/>
              <a:gd name="connsiteY56" fmla="*/ 245295 h 918344"/>
              <a:gd name="connsiteX57" fmla="*/ 4752894 w 9517857"/>
              <a:gd name="connsiteY57" fmla="*/ 239863 h 918344"/>
              <a:gd name="connsiteX58" fmla="*/ 4769329 w 9517857"/>
              <a:gd name="connsiteY58" fmla="*/ 233573 h 918344"/>
              <a:gd name="connsiteX59" fmla="*/ 4775634 w 9517857"/>
              <a:gd name="connsiteY59" fmla="*/ 234051 h 918344"/>
              <a:gd name="connsiteX60" fmla="*/ 4790452 w 9517857"/>
              <a:gd name="connsiteY60" fmla="*/ 233560 h 918344"/>
              <a:gd name="connsiteX61" fmla="*/ 4789062 w 9517857"/>
              <a:gd name="connsiteY61" fmla="*/ 241912 h 918344"/>
              <a:gd name="connsiteX62" fmla="*/ 4827826 w 9517857"/>
              <a:gd name="connsiteY62" fmla="*/ 246965 h 918344"/>
              <a:gd name="connsiteX63" fmla="*/ 4892569 w 9517857"/>
              <a:gd name="connsiteY63" fmla="*/ 249921 h 918344"/>
              <a:gd name="connsiteX64" fmla="*/ 4896611 w 9517857"/>
              <a:gd name="connsiteY64" fmla="*/ 240436 h 918344"/>
              <a:gd name="connsiteX65" fmla="*/ 4917286 w 9517857"/>
              <a:gd name="connsiteY65" fmla="*/ 243647 h 918344"/>
              <a:gd name="connsiteX66" fmla="*/ 5060397 w 9517857"/>
              <a:gd name="connsiteY66" fmla="*/ 263676 h 918344"/>
              <a:gd name="connsiteX67" fmla="*/ 5244719 w 9517857"/>
              <a:gd name="connsiteY67" fmla="*/ 245243 h 918344"/>
              <a:gd name="connsiteX68" fmla="*/ 5358056 w 9517857"/>
              <a:gd name="connsiteY68" fmla="*/ 247236 h 918344"/>
              <a:gd name="connsiteX69" fmla="*/ 5426496 w 9517857"/>
              <a:gd name="connsiteY69" fmla="*/ 235130 h 918344"/>
              <a:gd name="connsiteX70" fmla="*/ 5497161 w 9517857"/>
              <a:gd name="connsiteY70" fmla="*/ 228796 h 918344"/>
              <a:gd name="connsiteX71" fmla="*/ 5923732 w 9517857"/>
              <a:gd name="connsiteY71" fmla="*/ 187376 h 918344"/>
              <a:gd name="connsiteX72" fmla="*/ 6194152 w 9517857"/>
              <a:gd name="connsiteY72" fmla="*/ 151760 h 918344"/>
              <a:gd name="connsiteX73" fmla="*/ 6281379 w 9517857"/>
              <a:gd name="connsiteY73" fmla="*/ 181614 h 918344"/>
              <a:gd name="connsiteX74" fmla="*/ 6374947 w 9517857"/>
              <a:gd name="connsiteY74" fmla="*/ 179787 h 918344"/>
              <a:gd name="connsiteX75" fmla="*/ 6448518 w 9517857"/>
              <a:gd name="connsiteY75" fmla="*/ 164366 h 918344"/>
              <a:gd name="connsiteX76" fmla="*/ 6544700 w 9517857"/>
              <a:gd name="connsiteY76" fmla="*/ 167149 h 918344"/>
              <a:gd name="connsiteX77" fmla="*/ 6648353 w 9517857"/>
              <a:gd name="connsiteY77" fmla="*/ 172238 h 918344"/>
              <a:gd name="connsiteX78" fmla="*/ 6736227 w 9517857"/>
              <a:gd name="connsiteY78" fmla="*/ 173204 h 918344"/>
              <a:gd name="connsiteX79" fmla="*/ 6977218 w 9517857"/>
              <a:gd name="connsiteY79" fmla="*/ 184277 h 918344"/>
              <a:gd name="connsiteX80" fmla="*/ 7065221 w 9517857"/>
              <a:gd name="connsiteY80" fmla="*/ 227519 h 918344"/>
              <a:gd name="connsiteX81" fmla="*/ 7366801 w 9517857"/>
              <a:gd name="connsiteY81" fmla="*/ 258938 h 918344"/>
              <a:gd name="connsiteX82" fmla="*/ 7433745 w 9517857"/>
              <a:gd name="connsiteY82" fmla="*/ 246959 h 918344"/>
              <a:gd name="connsiteX83" fmla="*/ 7644411 w 9517857"/>
              <a:gd name="connsiteY83" fmla="*/ 258974 h 918344"/>
              <a:gd name="connsiteX84" fmla="*/ 7825110 w 9517857"/>
              <a:gd name="connsiteY84" fmla="*/ 229097 h 918344"/>
              <a:gd name="connsiteX85" fmla="*/ 8106016 w 9517857"/>
              <a:gd name="connsiteY85" fmla="*/ 231005 h 918344"/>
              <a:gd name="connsiteX86" fmla="*/ 8256033 w 9517857"/>
              <a:gd name="connsiteY86" fmla="*/ 193701 h 918344"/>
              <a:gd name="connsiteX87" fmla="*/ 8551625 w 9517857"/>
              <a:gd name="connsiteY87" fmla="*/ 161505 h 918344"/>
              <a:gd name="connsiteX88" fmla="*/ 8715976 w 9517857"/>
              <a:gd name="connsiteY88" fmla="*/ 178362 h 918344"/>
              <a:gd name="connsiteX89" fmla="*/ 8778827 w 9517857"/>
              <a:gd name="connsiteY89" fmla="*/ 172924 h 918344"/>
              <a:gd name="connsiteX90" fmla="*/ 8840778 w 9517857"/>
              <a:gd name="connsiteY90" fmla="*/ 143137 h 918344"/>
              <a:gd name="connsiteX91" fmla="*/ 9010380 w 9517857"/>
              <a:gd name="connsiteY91" fmla="*/ 91879 h 918344"/>
              <a:gd name="connsiteX92" fmla="*/ 9110856 w 9517857"/>
              <a:gd name="connsiteY92" fmla="*/ 70985 h 918344"/>
              <a:gd name="connsiteX93" fmla="*/ 9268817 w 9517857"/>
              <a:gd name="connsiteY93" fmla="*/ 53070 h 918344"/>
              <a:gd name="connsiteX94" fmla="*/ 9316667 w 9517857"/>
              <a:gd name="connsiteY94" fmla="*/ 45035 h 918344"/>
              <a:gd name="connsiteX95" fmla="*/ 9428209 w 9517857"/>
              <a:gd name="connsiteY95" fmla="*/ 29911 h 918344"/>
              <a:gd name="connsiteX0" fmla="*/ 4686423 w 9517857"/>
              <a:gd name="connsiteY0" fmla="*/ 247907 h 918344"/>
              <a:gd name="connsiteX1" fmla="*/ 4689051 w 9517857"/>
              <a:gd name="connsiteY1" fmla="*/ 250956 h 918344"/>
              <a:gd name="connsiteX2" fmla="*/ 4687244 w 9517857"/>
              <a:gd name="connsiteY2" fmla="*/ 251286 h 918344"/>
              <a:gd name="connsiteX3" fmla="*/ 4686423 w 9517857"/>
              <a:gd name="connsiteY3" fmla="*/ 247907 h 918344"/>
              <a:gd name="connsiteX4" fmla="*/ 4685225 w 9517857"/>
              <a:gd name="connsiteY4" fmla="*/ 246518 h 918344"/>
              <a:gd name="connsiteX5" fmla="*/ 4686133 w 9517857"/>
              <a:gd name="connsiteY5" fmla="*/ 246715 h 918344"/>
              <a:gd name="connsiteX6" fmla="*/ 4686423 w 9517857"/>
              <a:gd name="connsiteY6" fmla="*/ 247907 h 918344"/>
              <a:gd name="connsiteX7" fmla="*/ 4685225 w 9517857"/>
              <a:gd name="connsiteY7" fmla="*/ 246518 h 918344"/>
              <a:gd name="connsiteX8" fmla="*/ 9428209 w 9517857"/>
              <a:gd name="connsiteY8" fmla="*/ 29911 h 918344"/>
              <a:gd name="connsiteX9" fmla="*/ 9517857 w 9517857"/>
              <a:gd name="connsiteY9" fmla="*/ 0 h 918344"/>
              <a:gd name="connsiteX10" fmla="*/ 9517857 w 9517857"/>
              <a:gd name="connsiteY10" fmla="*/ 918344 h 918344"/>
              <a:gd name="connsiteX11" fmla="*/ 14604 w 9517857"/>
              <a:gd name="connsiteY11" fmla="*/ 918344 h 918344"/>
              <a:gd name="connsiteX12" fmla="*/ 12841 w 9517857"/>
              <a:gd name="connsiteY12" fmla="*/ 917751 h 918344"/>
              <a:gd name="connsiteX13" fmla="*/ 93 w 9517857"/>
              <a:gd name="connsiteY13" fmla="*/ 912459 h 918344"/>
              <a:gd name="connsiteX14" fmla="*/ 58674 w 9517857"/>
              <a:gd name="connsiteY14" fmla="*/ 890310 h 918344"/>
              <a:gd name="connsiteX15" fmla="*/ 275005 w 9517857"/>
              <a:gd name="connsiteY15" fmla="*/ 807217 h 918344"/>
              <a:gd name="connsiteX16" fmla="*/ 587824 w 9517857"/>
              <a:gd name="connsiteY16" fmla="*/ 798183 h 918344"/>
              <a:gd name="connsiteX17" fmla="*/ 651826 w 9517857"/>
              <a:gd name="connsiteY17" fmla="*/ 738326 h 918344"/>
              <a:gd name="connsiteX18" fmla="*/ 727985 w 9517857"/>
              <a:gd name="connsiteY18" fmla="*/ 719814 h 918344"/>
              <a:gd name="connsiteX19" fmla="*/ 778982 w 9517857"/>
              <a:gd name="connsiteY19" fmla="*/ 710130 h 918344"/>
              <a:gd name="connsiteX20" fmla="*/ 849944 w 9517857"/>
              <a:gd name="connsiteY20" fmla="*/ 717975 h 918344"/>
              <a:gd name="connsiteX21" fmla="*/ 921659 w 9517857"/>
              <a:gd name="connsiteY21" fmla="*/ 712683 h 918344"/>
              <a:gd name="connsiteX22" fmla="*/ 930946 w 9517857"/>
              <a:gd name="connsiteY22" fmla="*/ 734034 h 918344"/>
              <a:gd name="connsiteX23" fmla="*/ 986250 w 9517857"/>
              <a:gd name="connsiteY23" fmla="*/ 713518 h 918344"/>
              <a:gd name="connsiteX24" fmla="*/ 1013752 w 9517857"/>
              <a:gd name="connsiteY24" fmla="*/ 713349 h 918344"/>
              <a:gd name="connsiteX25" fmla="*/ 1023734 w 9517857"/>
              <a:gd name="connsiteY25" fmla="*/ 718559 h 918344"/>
              <a:gd name="connsiteX26" fmla="*/ 1063207 w 9517857"/>
              <a:gd name="connsiteY26" fmla="*/ 715639 h 918344"/>
              <a:gd name="connsiteX27" fmla="*/ 1081980 w 9517857"/>
              <a:gd name="connsiteY27" fmla="*/ 738443 h 918344"/>
              <a:gd name="connsiteX28" fmla="*/ 1218120 w 9517857"/>
              <a:gd name="connsiteY28" fmla="*/ 713268 h 918344"/>
              <a:gd name="connsiteX29" fmla="*/ 1397459 w 9517857"/>
              <a:gd name="connsiteY29" fmla="*/ 691178 h 918344"/>
              <a:gd name="connsiteX30" fmla="*/ 1580688 w 9517857"/>
              <a:gd name="connsiteY30" fmla="*/ 693685 h 918344"/>
              <a:gd name="connsiteX31" fmla="*/ 1772334 w 9517857"/>
              <a:gd name="connsiteY31" fmla="*/ 710628 h 918344"/>
              <a:gd name="connsiteX32" fmla="*/ 2002561 w 9517857"/>
              <a:gd name="connsiteY32" fmla="*/ 659905 h 918344"/>
              <a:gd name="connsiteX33" fmla="*/ 2135144 w 9517857"/>
              <a:gd name="connsiteY33" fmla="*/ 636489 h 918344"/>
              <a:gd name="connsiteX34" fmla="*/ 2448505 w 9517857"/>
              <a:gd name="connsiteY34" fmla="*/ 578838 h 918344"/>
              <a:gd name="connsiteX35" fmla="*/ 2658055 w 9517857"/>
              <a:gd name="connsiteY35" fmla="*/ 578715 h 918344"/>
              <a:gd name="connsiteX36" fmla="*/ 2693698 w 9517857"/>
              <a:gd name="connsiteY36" fmla="*/ 560017 h 918344"/>
              <a:gd name="connsiteX37" fmla="*/ 2699673 w 9517857"/>
              <a:gd name="connsiteY37" fmla="*/ 556388 h 918344"/>
              <a:gd name="connsiteX38" fmla="*/ 2727306 w 9517857"/>
              <a:gd name="connsiteY38" fmla="*/ 550686 h 918344"/>
              <a:gd name="connsiteX39" fmla="*/ 2730451 w 9517857"/>
              <a:gd name="connsiteY39" fmla="*/ 538046 h 918344"/>
              <a:gd name="connsiteX40" fmla="*/ 2768713 w 9517857"/>
              <a:gd name="connsiteY40" fmla="*/ 521563 h 918344"/>
              <a:gd name="connsiteX41" fmla="*/ 2820868 w 9517857"/>
              <a:gd name="connsiteY41" fmla="*/ 514148 h 918344"/>
              <a:gd name="connsiteX42" fmla="*/ 3073635 w 9517857"/>
              <a:gd name="connsiteY42" fmla="*/ 491282 h 918344"/>
              <a:gd name="connsiteX43" fmla="*/ 3222071 w 9517857"/>
              <a:gd name="connsiteY43" fmla="*/ 470547 h 918344"/>
              <a:gd name="connsiteX44" fmla="*/ 3274069 w 9517857"/>
              <a:gd name="connsiteY44" fmla="*/ 451593 h 918344"/>
              <a:gd name="connsiteX45" fmla="*/ 3349632 w 9517857"/>
              <a:gd name="connsiteY45" fmla="*/ 432571 h 918344"/>
              <a:gd name="connsiteX46" fmla="*/ 3479593 w 9517857"/>
              <a:gd name="connsiteY46" fmla="*/ 390425 h 918344"/>
              <a:gd name="connsiteX47" fmla="*/ 3750023 w 9517857"/>
              <a:gd name="connsiteY47" fmla="*/ 370666 h 918344"/>
              <a:gd name="connsiteX48" fmla="*/ 3844133 w 9517857"/>
              <a:gd name="connsiteY48" fmla="*/ 360636 h 918344"/>
              <a:gd name="connsiteX49" fmla="*/ 4037701 w 9517857"/>
              <a:gd name="connsiteY49" fmla="*/ 350573 h 918344"/>
              <a:gd name="connsiteX50" fmla="*/ 4266740 w 9517857"/>
              <a:gd name="connsiteY50" fmla="*/ 361442 h 918344"/>
              <a:gd name="connsiteX51" fmla="*/ 4430770 w 9517857"/>
              <a:gd name="connsiteY51" fmla="*/ 342631 h 918344"/>
              <a:gd name="connsiteX52" fmla="*/ 4512664 w 9517857"/>
              <a:gd name="connsiteY52" fmla="*/ 319936 h 918344"/>
              <a:gd name="connsiteX53" fmla="*/ 4616423 w 9517857"/>
              <a:gd name="connsiteY53" fmla="*/ 290902 h 918344"/>
              <a:gd name="connsiteX54" fmla="*/ 4691675 w 9517857"/>
              <a:gd name="connsiteY54" fmla="*/ 253999 h 918344"/>
              <a:gd name="connsiteX55" fmla="*/ 4689051 w 9517857"/>
              <a:gd name="connsiteY55" fmla="*/ 250956 h 918344"/>
              <a:gd name="connsiteX56" fmla="*/ 4719994 w 9517857"/>
              <a:gd name="connsiteY56" fmla="*/ 245295 h 918344"/>
              <a:gd name="connsiteX57" fmla="*/ 4752894 w 9517857"/>
              <a:gd name="connsiteY57" fmla="*/ 239863 h 918344"/>
              <a:gd name="connsiteX58" fmla="*/ 4769329 w 9517857"/>
              <a:gd name="connsiteY58" fmla="*/ 233573 h 918344"/>
              <a:gd name="connsiteX59" fmla="*/ 4775634 w 9517857"/>
              <a:gd name="connsiteY59" fmla="*/ 234051 h 918344"/>
              <a:gd name="connsiteX60" fmla="*/ 4790452 w 9517857"/>
              <a:gd name="connsiteY60" fmla="*/ 233560 h 918344"/>
              <a:gd name="connsiteX61" fmla="*/ 4789062 w 9517857"/>
              <a:gd name="connsiteY61" fmla="*/ 241912 h 918344"/>
              <a:gd name="connsiteX62" fmla="*/ 4827826 w 9517857"/>
              <a:gd name="connsiteY62" fmla="*/ 246965 h 918344"/>
              <a:gd name="connsiteX63" fmla="*/ 4892569 w 9517857"/>
              <a:gd name="connsiteY63" fmla="*/ 249921 h 918344"/>
              <a:gd name="connsiteX64" fmla="*/ 4896611 w 9517857"/>
              <a:gd name="connsiteY64" fmla="*/ 240436 h 918344"/>
              <a:gd name="connsiteX65" fmla="*/ 4917286 w 9517857"/>
              <a:gd name="connsiteY65" fmla="*/ 243647 h 918344"/>
              <a:gd name="connsiteX66" fmla="*/ 5060397 w 9517857"/>
              <a:gd name="connsiteY66" fmla="*/ 263676 h 918344"/>
              <a:gd name="connsiteX67" fmla="*/ 5244719 w 9517857"/>
              <a:gd name="connsiteY67" fmla="*/ 245243 h 918344"/>
              <a:gd name="connsiteX68" fmla="*/ 5358056 w 9517857"/>
              <a:gd name="connsiteY68" fmla="*/ 247236 h 918344"/>
              <a:gd name="connsiteX69" fmla="*/ 5426496 w 9517857"/>
              <a:gd name="connsiteY69" fmla="*/ 235130 h 918344"/>
              <a:gd name="connsiteX70" fmla="*/ 5497161 w 9517857"/>
              <a:gd name="connsiteY70" fmla="*/ 228796 h 918344"/>
              <a:gd name="connsiteX71" fmla="*/ 5923732 w 9517857"/>
              <a:gd name="connsiteY71" fmla="*/ 187376 h 918344"/>
              <a:gd name="connsiteX72" fmla="*/ 6194152 w 9517857"/>
              <a:gd name="connsiteY72" fmla="*/ 151760 h 918344"/>
              <a:gd name="connsiteX73" fmla="*/ 6281379 w 9517857"/>
              <a:gd name="connsiteY73" fmla="*/ 181614 h 918344"/>
              <a:gd name="connsiteX74" fmla="*/ 6374947 w 9517857"/>
              <a:gd name="connsiteY74" fmla="*/ 179787 h 918344"/>
              <a:gd name="connsiteX75" fmla="*/ 6448518 w 9517857"/>
              <a:gd name="connsiteY75" fmla="*/ 164366 h 918344"/>
              <a:gd name="connsiteX76" fmla="*/ 6544700 w 9517857"/>
              <a:gd name="connsiteY76" fmla="*/ 167149 h 918344"/>
              <a:gd name="connsiteX77" fmla="*/ 6648353 w 9517857"/>
              <a:gd name="connsiteY77" fmla="*/ 172238 h 918344"/>
              <a:gd name="connsiteX78" fmla="*/ 6736227 w 9517857"/>
              <a:gd name="connsiteY78" fmla="*/ 173204 h 918344"/>
              <a:gd name="connsiteX79" fmla="*/ 6977218 w 9517857"/>
              <a:gd name="connsiteY79" fmla="*/ 184277 h 918344"/>
              <a:gd name="connsiteX80" fmla="*/ 7065221 w 9517857"/>
              <a:gd name="connsiteY80" fmla="*/ 227519 h 918344"/>
              <a:gd name="connsiteX81" fmla="*/ 7366801 w 9517857"/>
              <a:gd name="connsiteY81" fmla="*/ 258938 h 918344"/>
              <a:gd name="connsiteX82" fmla="*/ 7433745 w 9517857"/>
              <a:gd name="connsiteY82" fmla="*/ 246959 h 918344"/>
              <a:gd name="connsiteX83" fmla="*/ 7644411 w 9517857"/>
              <a:gd name="connsiteY83" fmla="*/ 258974 h 918344"/>
              <a:gd name="connsiteX84" fmla="*/ 7825110 w 9517857"/>
              <a:gd name="connsiteY84" fmla="*/ 229097 h 918344"/>
              <a:gd name="connsiteX85" fmla="*/ 8106016 w 9517857"/>
              <a:gd name="connsiteY85" fmla="*/ 231005 h 918344"/>
              <a:gd name="connsiteX86" fmla="*/ 8256033 w 9517857"/>
              <a:gd name="connsiteY86" fmla="*/ 193701 h 918344"/>
              <a:gd name="connsiteX87" fmla="*/ 8551625 w 9517857"/>
              <a:gd name="connsiteY87" fmla="*/ 161505 h 918344"/>
              <a:gd name="connsiteX88" fmla="*/ 8715976 w 9517857"/>
              <a:gd name="connsiteY88" fmla="*/ 178362 h 918344"/>
              <a:gd name="connsiteX89" fmla="*/ 8778827 w 9517857"/>
              <a:gd name="connsiteY89" fmla="*/ 172924 h 918344"/>
              <a:gd name="connsiteX90" fmla="*/ 8840778 w 9517857"/>
              <a:gd name="connsiteY90" fmla="*/ 143137 h 918344"/>
              <a:gd name="connsiteX91" fmla="*/ 9010380 w 9517857"/>
              <a:gd name="connsiteY91" fmla="*/ 91879 h 918344"/>
              <a:gd name="connsiteX92" fmla="*/ 9110856 w 9517857"/>
              <a:gd name="connsiteY92" fmla="*/ 70985 h 918344"/>
              <a:gd name="connsiteX93" fmla="*/ 9268817 w 9517857"/>
              <a:gd name="connsiteY93" fmla="*/ 53070 h 918344"/>
              <a:gd name="connsiteX94" fmla="*/ 9316667 w 9517857"/>
              <a:gd name="connsiteY94" fmla="*/ 45035 h 918344"/>
              <a:gd name="connsiteX95" fmla="*/ 9428209 w 9517857"/>
              <a:gd name="connsiteY95" fmla="*/ 29911 h 918344"/>
              <a:gd name="connsiteX0" fmla="*/ 4686423 w 9517857"/>
              <a:gd name="connsiteY0" fmla="*/ 247907 h 918344"/>
              <a:gd name="connsiteX1" fmla="*/ 4689051 w 9517857"/>
              <a:gd name="connsiteY1" fmla="*/ 250956 h 918344"/>
              <a:gd name="connsiteX2" fmla="*/ 4687244 w 9517857"/>
              <a:gd name="connsiteY2" fmla="*/ 251286 h 918344"/>
              <a:gd name="connsiteX3" fmla="*/ 4686423 w 9517857"/>
              <a:gd name="connsiteY3" fmla="*/ 247907 h 918344"/>
              <a:gd name="connsiteX4" fmla="*/ 4685225 w 9517857"/>
              <a:gd name="connsiteY4" fmla="*/ 246518 h 918344"/>
              <a:gd name="connsiteX5" fmla="*/ 4686133 w 9517857"/>
              <a:gd name="connsiteY5" fmla="*/ 246715 h 918344"/>
              <a:gd name="connsiteX6" fmla="*/ 4686423 w 9517857"/>
              <a:gd name="connsiteY6" fmla="*/ 247907 h 918344"/>
              <a:gd name="connsiteX7" fmla="*/ 4685225 w 9517857"/>
              <a:gd name="connsiteY7" fmla="*/ 246518 h 918344"/>
              <a:gd name="connsiteX8" fmla="*/ 9428209 w 9517857"/>
              <a:gd name="connsiteY8" fmla="*/ 29911 h 918344"/>
              <a:gd name="connsiteX9" fmla="*/ 9517857 w 9517857"/>
              <a:gd name="connsiteY9" fmla="*/ 0 h 918344"/>
              <a:gd name="connsiteX10" fmla="*/ 9517857 w 9517857"/>
              <a:gd name="connsiteY10" fmla="*/ 918344 h 918344"/>
              <a:gd name="connsiteX11" fmla="*/ 14604 w 9517857"/>
              <a:gd name="connsiteY11" fmla="*/ 918344 h 918344"/>
              <a:gd name="connsiteX12" fmla="*/ 12841 w 9517857"/>
              <a:gd name="connsiteY12" fmla="*/ 917751 h 918344"/>
              <a:gd name="connsiteX13" fmla="*/ 93 w 9517857"/>
              <a:gd name="connsiteY13" fmla="*/ 912459 h 918344"/>
              <a:gd name="connsiteX14" fmla="*/ 58674 w 9517857"/>
              <a:gd name="connsiteY14" fmla="*/ 890310 h 918344"/>
              <a:gd name="connsiteX15" fmla="*/ 275005 w 9517857"/>
              <a:gd name="connsiteY15" fmla="*/ 807217 h 918344"/>
              <a:gd name="connsiteX16" fmla="*/ 587824 w 9517857"/>
              <a:gd name="connsiteY16" fmla="*/ 798183 h 918344"/>
              <a:gd name="connsiteX17" fmla="*/ 651826 w 9517857"/>
              <a:gd name="connsiteY17" fmla="*/ 738326 h 918344"/>
              <a:gd name="connsiteX18" fmla="*/ 727985 w 9517857"/>
              <a:gd name="connsiteY18" fmla="*/ 719814 h 918344"/>
              <a:gd name="connsiteX19" fmla="*/ 778982 w 9517857"/>
              <a:gd name="connsiteY19" fmla="*/ 710130 h 918344"/>
              <a:gd name="connsiteX20" fmla="*/ 849944 w 9517857"/>
              <a:gd name="connsiteY20" fmla="*/ 717975 h 918344"/>
              <a:gd name="connsiteX21" fmla="*/ 921659 w 9517857"/>
              <a:gd name="connsiteY21" fmla="*/ 712683 h 918344"/>
              <a:gd name="connsiteX22" fmla="*/ 930946 w 9517857"/>
              <a:gd name="connsiteY22" fmla="*/ 734034 h 918344"/>
              <a:gd name="connsiteX23" fmla="*/ 986250 w 9517857"/>
              <a:gd name="connsiteY23" fmla="*/ 713518 h 918344"/>
              <a:gd name="connsiteX24" fmla="*/ 1013752 w 9517857"/>
              <a:gd name="connsiteY24" fmla="*/ 713349 h 918344"/>
              <a:gd name="connsiteX25" fmla="*/ 1023734 w 9517857"/>
              <a:gd name="connsiteY25" fmla="*/ 718559 h 918344"/>
              <a:gd name="connsiteX26" fmla="*/ 1063207 w 9517857"/>
              <a:gd name="connsiteY26" fmla="*/ 715639 h 918344"/>
              <a:gd name="connsiteX27" fmla="*/ 1081980 w 9517857"/>
              <a:gd name="connsiteY27" fmla="*/ 738443 h 918344"/>
              <a:gd name="connsiteX28" fmla="*/ 1218120 w 9517857"/>
              <a:gd name="connsiteY28" fmla="*/ 713268 h 918344"/>
              <a:gd name="connsiteX29" fmla="*/ 1397459 w 9517857"/>
              <a:gd name="connsiteY29" fmla="*/ 691178 h 918344"/>
              <a:gd name="connsiteX30" fmla="*/ 1580688 w 9517857"/>
              <a:gd name="connsiteY30" fmla="*/ 693685 h 918344"/>
              <a:gd name="connsiteX31" fmla="*/ 1772334 w 9517857"/>
              <a:gd name="connsiteY31" fmla="*/ 710628 h 918344"/>
              <a:gd name="connsiteX32" fmla="*/ 2002561 w 9517857"/>
              <a:gd name="connsiteY32" fmla="*/ 659905 h 918344"/>
              <a:gd name="connsiteX33" fmla="*/ 2135144 w 9517857"/>
              <a:gd name="connsiteY33" fmla="*/ 636489 h 918344"/>
              <a:gd name="connsiteX34" fmla="*/ 2448505 w 9517857"/>
              <a:gd name="connsiteY34" fmla="*/ 578838 h 918344"/>
              <a:gd name="connsiteX35" fmla="*/ 2658055 w 9517857"/>
              <a:gd name="connsiteY35" fmla="*/ 578715 h 918344"/>
              <a:gd name="connsiteX36" fmla="*/ 2693698 w 9517857"/>
              <a:gd name="connsiteY36" fmla="*/ 560017 h 918344"/>
              <a:gd name="connsiteX37" fmla="*/ 2699673 w 9517857"/>
              <a:gd name="connsiteY37" fmla="*/ 556388 h 918344"/>
              <a:gd name="connsiteX38" fmla="*/ 2727306 w 9517857"/>
              <a:gd name="connsiteY38" fmla="*/ 550686 h 918344"/>
              <a:gd name="connsiteX39" fmla="*/ 2730451 w 9517857"/>
              <a:gd name="connsiteY39" fmla="*/ 538046 h 918344"/>
              <a:gd name="connsiteX40" fmla="*/ 2768713 w 9517857"/>
              <a:gd name="connsiteY40" fmla="*/ 521563 h 918344"/>
              <a:gd name="connsiteX41" fmla="*/ 2820868 w 9517857"/>
              <a:gd name="connsiteY41" fmla="*/ 514148 h 918344"/>
              <a:gd name="connsiteX42" fmla="*/ 3073635 w 9517857"/>
              <a:gd name="connsiteY42" fmla="*/ 491282 h 918344"/>
              <a:gd name="connsiteX43" fmla="*/ 3222071 w 9517857"/>
              <a:gd name="connsiteY43" fmla="*/ 470547 h 918344"/>
              <a:gd name="connsiteX44" fmla="*/ 3274069 w 9517857"/>
              <a:gd name="connsiteY44" fmla="*/ 451593 h 918344"/>
              <a:gd name="connsiteX45" fmla="*/ 3349632 w 9517857"/>
              <a:gd name="connsiteY45" fmla="*/ 432571 h 918344"/>
              <a:gd name="connsiteX46" fmla="*/ 3479593 w 9517857"/>
              <a:gd name="connsiteY46" fmla="*/ 390425 h 918344"/>
              <a:gd name="connsiteX47" fmla="*/ 3750023 w 9517857"/>
              <a:gd name="connsiteY47" fmla="*/ 370666 h 918344"/>
              <a:gd name="connsiteX48" fmla="*/ 3844133 w 9517857"/>
              <a:gd name="connsiteY48" fmla="*/ 360636 h 918344"/>
              <a:gd name="connsiteX49" fmla="*/ 4037701 w 9517857"/>
              <a:gd name="connsiteY49" fmla="*/ 350573 h 918344"/>
              <a:gd name="connsiteX50" fmla="*/ 4266740 w 9517857"/>
              <a:gd name="connsiteY50" fmla="*/ 361442 h 918344"/>
              <a:gd name="connsiteX51" fmla="*/ 4430770 w 9517857"/>
              <a:gd name="connsiteY51" fmla="*/ 342631 h 918344"/>
              <a:gd name="connsiteX52" fmla="*/ 4512664 w 9517857"/>
              <a:gd name="connsiteY52" fmla="*/ 319936 h 918344"/>
              <a:gd name="connsiteX53" fmla="*/ 4616423 w 9517857"/>
              <a:gd name="connsiteY53" fmla="*/ 290902 h 918344"/>
              <a:gd name="connsiteX54" fmla="*/ 4691675 w 9517857"/>
              <a:gd name="connsiteY54" fmla="*/ 253999 h 918344"/>
              <a:gd name="connsiteX55" fmla="*/ 4689051 w 9517857"/>
              <a:gd name="connsiteY55" fmla="*/ 250956 h 918344"/>
              <a:gd name="connsiteX56" fmla="*/ 4719994 w 9517857"/>
              <a:gd name="connsiteY56" fmla="*/ 245295 h 918344"/>
              <a:gd name="connsiteX57" fmla="*/ 4752894 w 9517857"/>
              <a:gd name="connsiteY57" fmla="*/ 239863 h 918344"/>
              <a:gd name="connsiteX58" fmla="*/ 4769329 w 9517857"/>
              <a:gd name="connsiteY58" fmla="*/ 233573 h 918344"/>
              <a:gd name="connsiteX59" fmla="*/ 4775634 w 9517857"/>
              <a:gd name="connsiteY59" fmla="*/ 234051 h 918344"/>
              <a:gd name="connsiteX60" fmla="*/ 4790452 w 9517857"/>
              <a:gd name="connsiteY60" fmla="*/ 233560 h 918344"/>
              <a:gd name="connsiteX61" fmla="*/ 4789062 w 9517857"/>
              <a:gd name="connsiteY61" fmla="*/ 241912 h 918344"/>
              <a:gd name="connsiteX62" fmla="*/ 4827826 w 9517857"/>
              <a:gd name="connsiteY62" fmla="*/ 246965 h 918344"/>
              <a:gd name="connsiteX63" fmla="*/ 4892569 w 9517857"/>
              <a:gd name="connsiteY63" fmla="*/ 249921 h 918344"/>
              <a:gd name="connsiteX64" fmla="*/ 4896611 w 9517857"/>
              <a:gd name="connsiteY64" fmla="*/ 240436 h 918344"/>
              <a:gd name="connsiteX65" fmla="*/ 4917286 w 9517857"/>
              <a:gd name="connsiteY65" fmla="*/ 243647 h 918344"/>
              <a:gd name="connsiteX66" fmla="*/ 5060397 w 9517857"/>
              <a:gd name="connsiteY66" fmla="*/ 263676 h 918344"/>
              <a:gd name="connsiteX67" fmla="*/ 5244719 w 9517857"/>
              <a:gd name="connsiteY67" fmla="*/ 245243 h 918344"/>
              <a:gd name="connsiteX68" fmla="*/ 5358056 w 9517857"/>
              <a:gd name="connsiteY68" fmla="*/ 247236 h 918344"/>
              <a:gd name="connsiteX69" fmla="*/ 5426496 w 9517857"/>
              <a:gd name="connsiteY69" fmla="*/ 235130 h 918344"/>
              <a:gd name="connsiteX70" fmla="*/ 5497161 w 9517857"/>
              <a:gd name="connsiteY70" fmla="*/ 228796 h 918344"/>
              <a:gd name="connsiteX71" fmla="*/ 5923732 w 9517857"/>
              <a:gd name="connsiteY71" fmla="*/ 187376 h 918344"/>
              <a:gd name="connsiteX72" fmla="*/ 6194152 w 9517857"/>
              <a:gd name="connsiteY72" fmla="*/ 151760 h 918344"/>
              <a:gd name="connsiteX73" fmla="*/ 6281379 w 9517857"/>
              <a:gd name="connsiteY73" fmla="*/ 181614 h 918344"/>
              <a:gd name="connsiteX74" fmla="*/ 6374947 w 9517857"/>
              <a:gd name="connsiteY74" fmla="*/ 179787 h 918344"/>
              <a:gd name="connsiteX75" fmla="*/ 6448518 w 9517857"/>
              <a:gd name="connsiteY75" fmla="*/ 164366 h 918344"/>
              <a:gd name="connsiteX76" fmla="*/ 6544700 w 9517857"/>
              <a:gd name="connsiteY76" fmla="*/ 167149 h 918344"/>
              <a:gd name="connsiteX77" fmla="*/ 6648353 w 9517857"/>
              <a:gd name="connsiteY77" fmla="*/ 172238 h 918344"/>
              <a:gd name="connsiteX78" fmla="*/ 6736227 w 9517857"/>
              <a:gd name="connsiteY78" fmla="*/ 173204 h 918344"/>
              <a:gd name="connsiteX79" fmla="*/ 6977218 w 9517857"/>
              <a:gd name="connsiteY79" fmla="*/ 184277 h 918344"/>
              <a:gd name="connsiteX80" fmla="*/ 7065221 w 9517857"/>
              <a:gd name="connsiteY80" fmla="*/ 227519 h 918344"/>
              <a:gd name="connsiteX81" fmla="*/ 7366801 w 9517857"/>
              <a:gd name="connsiteY81" fmla="*/ 258938 h 918344"/>
              <a:gd name="connsiteX82" fmla="*/ 7433745 w 9517857"/>
              <a:gd name="connsiteY82" fmla="*/ 246959 h 918344"/>
              <a:gd name="connsiteX83" fmla="*/ 7644411 w 9517857"/>
              <a:gd name="connsiteY83" fmla="*/ 258974 h 918344"/>
              <a:gd name="connsiteX84" fmla="*/ 7825110 w 9517857"/>
              <a:gd name="connsiteY84" fmla="*/ 229097 h 918344"/>
              <a:gd name="connsiteX85" fmla="*/ 8106016 w 9517857"/>
              <a:gd name="connsiteY85" fmla="*/ 231005 h 918344"/>
              <a:gd name="connsiteX86" fmla="*/ 8256033 w 9517857"/>
              <a:gd name="connsiteY86" fmla="*/ 193701 h 918344"/>
              <a:gd name="connsiteX87" fmla="*/ 8551625 w 9517857"/>
              <a:gd name="connsiteY87" fmla="*/ 161505 h 918344"/>
              <a:gd name="connsiteX88" fmla="*/ 8715976 w 9517857"/>
              <a:gd name="connsiteY88" fmla="*/ 178362 h 918344"/>
              <a:gd name="connsiteX89" fmla="*/ 8778827 w 9517857"/>
              <a:gd name="connsiteY89" fmla="*/ 172924 h 918344"/>
              <a:gd name="connsiteX90" fmla="*/ 8840778 w 9517857"/>
              <a:gd name="connsiteY90" fmla="*/ 143137 h 918344"/>
              <a:gd name="connsiteX91" fmla="*/ 9010380 w 9517857"/>
              <a:gd name="connsiteY91" fmla="*/ 91879 h 918344"/>
              <a:gd name="connsiteX92" fmla="*/ 9110856 w 9517857"/>
              <a:gd name="connsiteY92" fmla="*/ 70985 h 918344"/>
              <a:gd name="connsiteX93" fmla="*/ 9268817 w 9517857"/>
              <a:gd name="connsiteY93" fmla="*/ 53070 h 918344"/>
              <a:gd name="connsiteX94" fmla="*/ 9316667 w 9517857"/>
              <a:gd name="connsiteY94" fmla="*/ 45035 h 918344"/>
              <a:gd name="connsiteX95" fmla="*/ 9428209 w 9517857"/>
              <a:gd name="connsiteY95" fmla="*/ 29911 h 918344"/>
              <a:gd name="connsiteX0" fmla="*/ 4686423 w 9517857"/>
              <a:gd name="connsiteY0" fmla="*/ 247907 h 918344"/>
              <a:gd name="connsiteX1" fmla="*/ 4689051 w 9517857"/>
              <a:gd name="connsiteY1" fmla="*/ 250956 h 918344"/>
              <a:gd name="connsiteX2" fmla="*/ 4687244 w 9517857"/>
              <a:gd name="connsiteY2" fmla="*/ 251286 h 918344"/>
              <a:gd name="connsiteX3" fmla="*/ 4686423 w 9517857"/>
              <a:gd name="connsiteY3" fmla="*/ 247907 h 918344"/>
              <a:gd name="connsiteX4" fmla="*/ 4685225 w 9517857"/>
              <a:gd name="connsiteY4" fmla="*/ 246518 h 918344"/>
              <a:gd name="connsiteX5" fmla="*/ 4686133 w 9517857"/>
              <a:gd name="connsiteY5" fmla="*/ 246715 h 918344"/>
              <a:gd name="connsiteX6" fmla="*/ 4686423 w 9517857"/>
              <a:gd name="connsiteY6" fmla="*/ 247907 h 918344"/>
              <a:gd name="connsiteX7" fmla="*/ 4685225 w 9517857"/>
              <a:gd name="connsiteY7" fmla="*/ 246518 h 918344"/>
              <a:gd name="connsiteX8" fmla="*/ 9428209 w 9517857"/>
              <a:gd name="connsiteY8" fmla="*/ 29911 h 918344"/>
              <a:gd name="connsiteX9" fmla="*/ 9517857 w 9517857"/>
              <a:gd name="connsiteY9" fmla="*/ 0 h 918344"/>
              <a:gd name="connsiteX10" fmla="*/ 9517857 w 9517857"/>
              <a:gd name="connsiteY10" fmla="*/ 918344 h 918344"/>
              <a:gd name="connsiteX11" fmla="*/ 14604 w 9517857"/>
              <a:gd name="connsiteY11" fmla="*/ 918344 h 918344"/>
              <a:gd name="connsiteX12" fmla="*/ 12841 w 9517857"/>
              <a:gd name="connsiteY12" fmla="*/ 917751 h 918344"/>
              <a:gd name="connsiteX13" fmla="*/ 93 w 9517857"/>
              <a:gd name="connsiteY13" fmla="*/ 912459 h 918344"/>
              <a:gd name="connsiteX14" fmla="*/ 58674 w 9517857"/>
              <a:gd name="connsiteY14" fmla="*/ 890310 h 918344"/>
              <a:gd name="connsiteX15" fmla="*/ 275005 w 9517857"/>
              <a:gd name="connsiteY15" fmla="*/ 807217 h 918344"/>
              <a:gd name="connsiteX16" fmla="*/ 587824 w 9517857"/>
              <a:gd name="connsiteY16" fmla="*/ 798183 h 918344"/>
              <a:gd name="connsiteX17" fmla="*/ 651826 w 9517857"/>
              <a:gd name="connsiteY17" fmla="*/ 738326 h 918344"/>
              <a:gd name="connsiteX18" fmla="*/ 727985 w 9517857"/>
              <a:gd name="connsiteY18" fmla="*/ 719814 h 918344"/>
              <a:gd name="connsiteX19" fmla="*/ 778982 w 9517857"/>
              <a:gd name="connsiteY19" fmla="*/ 710130 h 918344"/>
              <a:gd name="connsiteX20" fmla="*/ 849944 w 9517857"/>
              <a:gd name="connsiteY20" fmla="*/ 717975 h 918344"/>
              <a:gd name="connsiteX21" fmla="*/ 921659 w 9517857"/>
              <a:gd name="connsiteY21" fmla="*/ 712683 h 918344"/>
              <a:gd name="connsiteX22" fmla="*/ 930946 w 9517857"/>
              <a:gd name="connsiteY22" fmla="*/ 734034 h 918344"/>
              <a:gd name="connsiteX23" fmla="*/ 986250 w 9517857"/>
              <a:gd name="connsiteY23" fmla="*/ 713518 h 918344"/>
              <a:gd name="connsiteX24" fmla="*/ 1013752 w 9517857"/>
              <a:gd name="connsiteY24" fmla="*/ 713349 h 918344"/>
              <a:gd name="connsiteX25" fmla="*/ 1023734 w 9517857"/>
              <a:gd name="connsiteY25" fmla="*/ 718559 h 918344"/>
              <a:gd name="connsiteX26" fmla="*/ 1063207 w 9517857"/>
              <a:gd name="connsiteY26" fmla="*/ 715639 h 918344"/>
              <a:gd name="connsiteX27" fmla="*/ 1081980 w 9517857"/>
              <a:gd name="connsiteY27" fmla="*/ 738443 h 918344"/>
              <a:gd name="connsiteX28" fmla="*/ 1218120 w 9517857"/>
              <a:gd name="connsiteY28" fmla="*/ 713268 h 918344"/>
              <a:gd name="connsiteX29" fmla="*/ 1397459 w 9517857"/>
              <a:gd name="connsiteY29" fmla="*/ 691178 h 918344"/>
              <a:gd name="connsiteX30" fmla="*/ 1580688 w 9517857"/>
              <a:gd name="connsiteY30" fmla="*/ 693685 h 918344"/>
              <a:gd name="connsiteX31" fmla="*/ 1772334 w 9517857"/>
              <a:gd name="connsiteY31" fmla="*/ 710628 h 918344"/>
              <a:gd name="connsiteX32" fmla="*/ 2002561 w 9517857"/>
              <a:gd name="connsiteY32" fmla="*/ 659905 h 918344"/>
              <a:gd name="connsiteX33" fmla="*/ 2135144 w 9517857"/>
              <a:gd name="connsiteY33" fmla="*/ 636489 h 918344"/>
              <a:gd name="connsiteX34" fmla="*/ 2448505 w 9517857"/>
              <a:gd name="connsiteY34" fmla="*/ 578838 h 918344"/>
              <a:gd name="connsiteX35" fmla="*/ 2658055 w 9517857"/>
              <a:gd name="connsiteY35" fmla="*/ 578715 h 918344"/>
              <a:gd name="connsiteX36" fmla="*/ 2693698 w 9517857"/>
              <a:gd name="connsiteY36" fmla="*/ 560017 h 918344"/>
              <a:gd name="connsiteX37" fmla="*/ 2699673 w 9517857"/>
              <a:gd name="connsiteY37" fmla="*/ 556388 h 918344"/>
              <a:gd name="connsiteX38" fmla="*/ 2727306 w 9517857"/>
              <a:gd name="connsiteY38" fmla="*/ 550686 h 918344"/>
              <a:gd name="connsiteX39" fmla="*/ 2730451 w 9517857"/>
              <a:gd name="connsiteY39" fmla="*/ 538046 h 918344"/>
              <a:gd name="connsiteX40" fmla="*/ 2768713 w 9517857"/>
              <a:gd name="connsiteY40" fmla="*/ 521563 h 918344"/>
              <a:gd name="connsiteX41" fmla="*/ 2820868 w 9517857"/>
              <a:gd name="connsiteY41" fmla="*/ 514148 h 918344"/>
              <a:gd name="connsiteX42" fmla="*/ 3073635 w 9517857"/>
              <a:gd name="connsiteY42" fmla="*/ 491282 h 918344"/>
              <a:gd name="connsiteX43" fmla="*/ 3222071 w 9517857"/>
              <a:gd name="connsiteY43" fmla="*/ 470547 h 918344"/>
              <a:gd name="connsiteX44" fmla="*/ 3274069 w 9517857"/>
              <a:gd name="connsiteY44" fmla="*/ 451593 h 918344"/>
              <a:gd name="connsiteX45" fmla="*/ 3349632 w 9517857"/>
              <a:gd name="connsiteY45" fmla="*/ 432571 h 918344"/>
              <a:gd name="connsiteX46" fmla="*/ 3479593 w 9517857"/>
              <a:gd name="connsiteY46" fmla="*/ 390425 h 918344"/>
              <a:gd name="connsiteX47" fmla="*/ 3750023 w 9517857"/>
              <a:gd name="connsiteY47" fmla="*/ 370666 h 918344"/>
              <a:gd name="connsiteX48" fmla="*/ 3844133 w 9517857"/>
              <a:gd name="connsiteY48" fmla="*/ 360636 h 918344"/>
              <a:gd name="connsiteX49" fmla="*/ 4037701 w 9517857"/>
              <a:gd name="connsiteY49" fmla="*/ 350573 h 918344"/>
              <a:gd name="connsiteX50" fmla="*/ 4266740 w 9517857"/>
              <a:gd name="connsiteY50" fmla="*/ 361442 h 918344"/>
              <a:gd name="connsiteX51" fmla="*/ 4430770 w 9517857"/>
              <a:gd name="connsiteY51" fmla="*/ 342631 h 918344"/>
              <a:gd name="connsiteX52" fmla="*/ 4512664 w 9517857"/>
              <a:gd name="connsiteY52" fmla="*/ 319936 h 918344"/>
              <a:gd name="connsiteX53" fmla="*/ 4616423 w 9517857"/>
              <a:gd name="connsiteY53" fmla="*/ 290902 h 918344"/>
              <a:gd name="connsiteX54" fmla="*/ 4691675 w 9517857"/>
              <a:gd name="connsiteY54" fmla="*/ 253999 h 918344"/>
              <a:gd name="connsiteX55" fmla="*/ 4689051 w 9517857"/>
              <a:gd name="connsiteY55" fmla="*/ 250956 h 918344"/>
              <a:gd name="connsiteX56" fmla="*/ 4719994 w 9517857"/>
              <a:gd name="connsiteY56" fmla="*/ 245295 h 918344"/>
              <a:gd name="connsiteX57" fmla="*/ 4752894 w 9517857"/>
              <a:gd name="connsiteY57" fmla="*/ 239863 h 918344"/>
              <a:gd name="connsiteX58" fmla="*/ 4769329 w 9517857"/>
              <a:gd name="connsiteY58" fmla="*/ 233573 h 918344"/>
              <a:gd name="connsiteX59" fmla="*/ 4775634 w 9517857"/>
              <a:gd name="connsiteY59" fmla="*/ 234051 h 918344"/>
              <a:gd name="connsiteX60" fmla="*/ 4790452 w 9517857"/>
              <a:gd name="connsiteY60" fmla="*/ 233560 h 918344"/>
              <a:gd name="connsiteX61" fmla="*/ 4789062 w 9517857"/>
              <a:gd name="connsiteY61" fmla="*/ 241912 h 918344"/>
              <a:gd name="connsiteX62" fmla="*/ 4827826 w 9517857"/>
              <a:gd name="connsiteY62" fmla="*/ 246965 h 918344"/>
              <a:gd name="connsiteX63" fmla="*/ 4892569 w 9517857"/>
              <a:gd name="connsiteY63" fmla="*/ 249921 h 918344"/>
              <a:gd name="connsiteX64" fmla="*/ 4896611 w 9517857"/>
              <a:gd name="connsiteY64" fmla="*/ 240436 h 918344"/>
              <a:gd name="connsiteX65" fmla="*/ 4917286 w 9517857"/>
              <a:gd name="connsiteY65" fmla="*/ 243647 h 918344"/>
              <a:gd name="connsiteX66" fmla="*/ 5060397 w 9517857"/>
              <a:gd name="connsiteY66" fmla="*/ 263676 h 918344"/>
              <a:gd name="connsiteX67" fmla="*/ 5244719 w 9517857"/>
              <a:gd name="connsiteY67" fmla="*/ 245243 h 918344"/>
              <a:gd name="connsiteX68" fmla="*/ 5358056 w 9517857"/>
              <a:gd name="connsiteY68" fmla="*/ 247236 h 918344"/>
              <a:gd name="connsiteX69" fmla="*/ 5426496 w 9517857"/>
              <a:gd name="connsiteY69" fmla="*/ 235130 h 918344"/>
              <a:gd name="connsiteX70" fmla="*/ 5497161 w 9517857"/>
              <a:gd name="connsiteY70" fmla="*/ 228796 h 918344"/>
              <a:gd name="connsiteX71" fmla="*/ 5923732 w 9517857"/>
              <a:gd name="connsiteY71" fmla="*/ 187376 h 918344"/>
              <a:gd name="connsiteX72" fmla="*/ 6194152 w 9517857"/>
              <a:gd name="connsiteY72" fmla="*/ 151760 h 918344"/>
              <a:gd name="connsiteX73" fmla="*/ 6281379 w 9517857"/>
              <a:gd name="connsiteY73" fmla="*/ 181614 h 918344"/>
              <a:gd name="connsiteX74" fmla="*/ 6374947 w 9517857"/>
              <a:gd name="connsiteY74" fmla="*/ 179787 h 918344"/>
              <a:gd name="connsiteX75" fmla="*/ 6448518 w 9517857"/>
              <a:gd name="connsiteY75" fmla="*/ 164366 h 918344"/>
              <a:gd name="connsiteX76" fmla="*/ 6544700 w 9517857"/>
              <a:gd name="connsiteY76" fmla="*/ 167149 h 918344"/>
              <a:gd name="connsiteX77" fmla="*/ 6648353 w 9517857"/>
              <a:gd name="connsiteY77" fmla="*/ 172238 h 918344"/>
              <a:gd name="connsiteX78" fmla="*/ 6736227 w 9517857"/>
              <a:gd name="connsiteY78" fmla="*/ 173204 h 918344"/>
              <a:gd name="connsiteX79" fmla="*/ 6977218 w 9517857"/>
              <a:gd name="connsiteY79" fmla="*/ 184277 h 918344"/>
              <a:gd name="connsiteX80" fmla="*/ 7065221 w 9517857"/>
              <a:gd name="connsiteY80" fmla="*/ 227519 h 918344"/>
              <a:gd name="connsiteX81" fmla="*/ 7366801 w 9517857"/>
              <a:gd name="connsiteY81" fmla="*/ 258938 h 918344"/>
              <a:gd name="connsiteX82" fmla="*/ 7433745 w 9517857"/>
              <a:gd name="connsiteY82" fmla="*/ 246959 h 918344"/>
              <a:gd name="connsiteX83" fmla="*/ 7644411 w 9517857"/>
              <a:gd name="connsiteY83" fmla="*/ 258974 h 918344"/>
              <a:gd name="connsiteX84" fmla="*/ 7825110 w 9517857"/>
              <a:gd name="connsiteY84" fmla="*/ 229097 h 918344"/>
              <a:gd name="connsiteX85" fmla="*/ 8106016 w 9517857"/>
              <a:gd name="connsiteY85" fmla="*/ 231005 h 918344"/>
              <a:gd name="connsiteX86" fmla="*/ 8256033 w 9517857"/>
              <a:gd name="connsiteY86" fmla="*/ 193701 h 918344"/>
              <a:gd name="connsiteX87" fmla="*/ 8551625 w 9517857"/>
              <a:gd name="connsiteY87" fmla="*/ 161505 h 918344"/>
              <a:gd name="connsiteX88" fmla="*/ 8715976 w 9517857"/>
              <a:gd name="connsiteY88" fmla="*/ 178362 h 918344"/>
              <a:gd name="connsiteX89" fmla="*/ 8840778 w 9517857"/>
              <a:gd name="connsiteY89" fmla="*/ 143137 h 918344"/>
              <a:gd name="connsiteX90" fmla="*/ 9010380 w 9517857"/>
              <a:gd name="connsiteY90" fmla="*/ 91879 h 918344"/>
              <a:gd name="connsiteX91" fmla="*/ 9110856 w 9517857"/>
              <a:gd name="connsiteY91" fmla="*/ 70985 h 918344"/>
              <a:gd name="connsiteX92" fmla="*/ 9268817 w 9517857"/>
              <a:gd name="connsiteY92" fmla="*/ 53070 h 918344"/>
              <a:gd name="connsiteX93" fmla="*/ 9316667 w 9517857"/>
              <a:gd name="connsiteY93" fmla="*/ 45035 h 918344"/>
              <a:gd name="connsiteX94" fmla="*/ 9428209 w 9517857"/>
              <a:gd name="connsiteY94" fmla="*/ 29911 h 918344"/>
              <a:gd name="connsiteX0" fmla="*/ 4686423 w 9517857"/>
              <a:gd name="connsiteY0" fmla="*/ 247907 h 918344"/>
              <a:gd name="connsiteX1" fmla="*/ 4689051 w 9517857"/>
              <a:gd name="connsiteY1" fmla="*/ 250956 h 918344"/>
              <a:gd name="connsiteX2" fmla="*/ 4687244 w 9517857"/>
              <a:gd name="connsiteY2" fmla="*/ 251286 h 918344"/>
              <a:gd name="connsiteX3" fmla="*/ 4686423 w 9517857"/>
              <a:gd name="connsiteY3" fmla="*/ 247907 h 918344"/>
              <a:gd name="connsiteX4" fmla="*/ 4685225 w 9517857"/>
              <a:gd name="connsiteY4" fmla="*/ 246518 h 918344"/>
              <a:gd name="connsiteX5" fmla="*/ 4686133 w 9517857"/>
              <a:gd name="connsiteY5" fmla="*/ 246715 h 918344"/>
              <a:gd name="connsiteX6" fmla="*/ 4686423 w 9517857"/>
              <a:gd name="connsiteY6" fmla="*/ 247907 h 918344"/>
              <a:gd name="connsiteX7" fmla="*/ 4685225 w 9517857"/>
              <a:gd name="connsiteY7" fmla="*/ 246518 h 918344"/>
              <a:gd name="connsiteX8" fmla="*/ 9428209 w 9517857"/>
              <a:gd name="connsiteY8" fmla="*/ 29911 h 918344"/>
              <a:gd name="connsiteX9" fmla="*/ 9517857 w 9517857"/>
              <a:gd name="connsiteY9" fmla="*/ 0 h 918344"/>
              <a:gd name="connsiteX10" fmla="*/ 9517857 w 9517857"/>
              <a:gd name="connsiteY10" fmla="*/ 918344 h 918344"/>
              <a:gd name="connsiteX11" fmla="*/ 14604 w 9517857"/>
              <a:gd name="connsiteY11" fmla="*/ 918344 h 918344"/>
              <a:gd name="connsiteX12" fmla="*/ 12841 w 9517857"/>
              <a:gd name="connsiteY12" fmla="*/ 917751 h 918344"/>
              <a:gd name="connsiteX13" fmla="*/ 93 w 9517857"/>
              <a:gd name="connsiteY13" fmla="*/ 912459 h 918344"/>
              <a:gd name="connsiteX14" fmla="*/ 58674 w 9517857"/>
              <a:gd name="connsiteY14" fmla="*/ 890310 h 918344"/>
              <a:gd name="connsiteX15" fmla="*/ 275005 w 9517857"/>
              <a:gd name="connsiteY15" fmla="*/ 807217 h 918344"/>
              <a:gd name="connsiteX16" fmla="*/ 587824 w 9517857"/>
              <a:gd name="connsiteY16" fmla="*/ 798183 h 918344"/>
              <a:gd name="connsiteX17" fmla="*/ 651826 w 9517857"/>
              <a:gd name="connsiteY17" fmla="*/ 738326 h 918344"/>
              <a:gd name="connsiteX18" fmla="*/ 727985 w 9517857"/>
              <a:gd name="connsiteY18" fmla="*/ 719814 h 918344"/>
              <a:gd name="connsiteX19" fmla="*/ 778982 w 9517857"/>
              <a:gd name="connsiteY19" fmla="*/ 710130 h 918344"/>
              <a:gd name="connsiteX20" fmla="*/ 849944 w 9517857"/>
              <a:gd name="connsiteY20" fmla="*/ 717975 h 918344"/>
              <a:gd name="connsiteX21" fmla="*/ 921659 w 9517857"/>
              <a:gd name="connsiteY21" fmla="*/ 712683 h 918344"/>
              <a:gd name="connsiteX22" fmla="*/ 930946 w 9517857"/>
              <a:gd name="connsiteY22" fmla="*/ 734034 h 918344"/>
              <a:gd name="connsiteX23" fmla="*/ 986250 w 9517857"/>
              <a:gd name="connsiteY23" fmla="*/ 713518 h 918344"/>
              <a:gd name="connsiteX24" fmla="*/ 1013752 w 9517857"/>
              <a:gd name="connsiteY24" fmla="*/ 713349 h 918344"/>
              <a:gd name="connsiteX25" fmla="*/ 1023734 w 9517857"/>
              <a:gd name="connsiteY25" fmla="*/ 718559 h 918344"/>
              <a:gd name="connsiteX26" fmla="*/ 1063207 w 9517857"/>
              <a:gd name="connsiteY26" fmla="*/ 715639 h 918344"/>
              <a:gd name="connsiteX27" fmla="*/ 1081980 w 9517857"/>
              <a:gd name="connsiteY27" fmla="*/ 738443 h 918344"/>
              <a:gd name="connsiteX28" fmla="*/ 1218120 w 9517857"/>
              <a:gd name="connsiteY28" fmla="*/ 713268 h 918344"/>
              <a:gd name="connsiteX29" fmla="*/ 1397459 w 9517857"/>
              <a:gd name="connsiteY29" fmla="*/ 691178 h 918344"/>
              <a:gd name="connsiteX30" fmla="*/ 1580688 w 9517857"/>
              <a:gd name="connsiteY30" fmla="*/ 693685 h 918344"/>
              <a:gd name="connsiteX31" fmla="*/ 1772334 w 9517857"/>
              <a:gd name="connsiteY31" fmla="*/ 710628 h 918344"/>
              <a:gd name="connsiteX32" fmla="*/ 2002561 w 9517857"/>
              <a:gd name="connsiteY32" fmla="*/ 659905 h 918344"/>
              <a:gd name="connsiteX33" fmla="*/ 2135144 w 9517857"/>
              <a:gd name="connsiteY33" fmla="*/ 636489 h 918344"/>
              <a:gd name="connsiteX34" fmla="*/ 2448505 w 9517857"/>
              <a:gd name="connsiteY34" fmla="*/ 578838 h 918344"/>
              <a:gd name="connsiteX35" fmla="*/ 2658055 w 9517857"/>
              <a:gd name="connsiteY35" fmla="*/ 578715 h 918344"/>
              <a:gd name="connsiteX36" fmla="*/ 2693698 w 9517857"/>
              <a:gd name="connsiteY36" fmla="*/ 560017 h 918344"/>
              <a:gd name="connsiteX37" fmla="*/ 2699673 w 9517857"/>
              <a:gd name="connsiteY37" fmla="*/ 556388 h 918344"/>
              <a:gd name="connsiteX38" fmla="*/ 2727306 w 9517857"/>
              <a:gd name="connsiteY38" fmla="*/ 550686 h 918344"/>
              <a:gd name="connsiteX39" fmla="*/ 2730451 w 9517857"/>
              <a:gd name="connsiteY39" fmla="*/ 538046 h 918344"/>
              <a:gd name="connsiteX40" fmla="*/ 2768713 w 9517857"/>
              <a:gd name="connsiteY40" fmla="*/ 521563 h 918344"/>
              <a:gd name="connsiteX41" fmla="*/ 2820868 w 9517857"/>
              <a:gd name="connsiteY41" fmla="*/ 514148 h 918344"/>
              <a:gd name="connsiteX42" fmla="*/ 3073635 w 9517857"/>
              <a:gd name="connsiteY42" fmla="*/ 491282 h 918344"/>
              <a:gd name="connsiteX43" fmla="*/ 3222071 w 9517857"/>
              <a:gd name="connsiteY43" fmla="*/ 470547 h 918344"/>
              <a:gd name="connsiteX44" fmla="*/ 3274069 w 9517857"/>
              <a:gd name="connsiteY44" fmla="*/ 451593 h 918344"/>
              <a:gd name="connsiteX45" fmla="*/ 3349632 w 9517857"/>
              <a:gd name="connsiteY45" fmla="*/ 432571 h 918344"/>
              <a:gd name="connsiteX46" fmla="*/ 3479593 w 9517857"/>
              <a:gd name="connsiteY46" fmla="*/ 390425 h 918344"/>
              <a:gd name="connsiteX47" fmla="*/ 3750023 w 9517857"/>
              <a:gd name="connsiteY47" fmla="*/ 370666 h 918344"/>
              <a:gd name="connsiteX48" fmla="*/ 3844133 w 9517857"/>
              <a:gd name="connsiteY48" fmla="*/ 360636 h 918344"/>
              <a:gd name="connsiteX49" fmla="*/ 4037701 w 9517857"/>
              <a:gd name="connsiteY49" fmla="*/ 350573 h 918344"/>
              <a:gd name="connsiteX50" fmla="*/ 4266740 w 9517857"/>
              <a:gd name="connsiteY50" fmla="*/ 361442 h 918344"/>
              <a:gd name="connsiteX51" fmla="*/ 4430770 w 9517857"/>
              <a:gd name="connsiteY51" fmla="*/ 342631 h 918344"/>
              <a:gd name="connsiteX52" fmla="*/ 4512664 w 9517857"/>
              <a:gd name="connsiteY52" fmla="*/ 319936 h 918344"/>
              <a:gd name="connsiteX53" fmla="*/ 4616423 w 9517857"/>
              <a:gd name="connsiteY53" fmla="*/ 290902 h 918344"/>
              <a:gd name="connsiteX54" fmla="*/ 4691675 w 9517857"/>
              <a:gd name="connsiteY54" fmla="*/ 253999 h 918344"/>
              <a:gd name="connsiteX55" fmla="*/ 4689051 w 9517857"/>
              <a:gd name="connsiteY55" fmla="*/ 250956 h 918344"/>
              <a:gd name="connsiteX56" fmla="*/ 4719994 w 9517857"/>
              <a:gd name="connsiteY56" fmla="*/ 245295 h 918344"/>
              <a:gd name="connsiteX57" fmla="*/ 4752894 w 9517857"/>
              <a:gd name="connsiteY57" fmla="*/ 239863 h 918344"/>
              <a:gd name="connsiteX58" fmla="*/ 4769329 w 9517857"/>
              <a:gd name="connsiteY58" fmla="*/ 233573 h 918344"/>
              <a:gd name="connsiteX59" fmla="*/ 4775634 w 9517857"/>
              <a:gd name="connsiteY59" fmla="*/ 234051 h 918344"/>
              <a:gd name="connsiteX60" fmla="*/ 4790452 w 9517857"/>
              <a:gd name="connsiteY60" fmla="*/ 233560 h 918344"/>
              <a:gd name="connsiteX61" fmla="*/ 4789062 w 9517857"/>
              <a:gd name="connsiteY61" fmla="*/ 241912 h 918344"/>
              <a:gd name="connsiteX62" fmla="*/ 4827826 w 9517857"/>
              <a:gd name="connsiteY62" fmla="*/ 246965 h 918344"/>
              <a:gd name="connsiteX63" fmla="*/ 4892569 w 9517857"/>
              <a:gd name="connsiteY63" fmla="*/ 249921 h 918344"/>
              <a:gd name="connsiteX64" fmla="*/ 4896611 w 9517857"/>
              <a:gd name="connsiteY64" fmla="*/ 240436 h 918344"/>
              <a:gd name="connsiteX65" fmla="*/ 4917286 w 9517857"/>
              <a:gd name="connsiteY65" fmla="*/ 243647 h 918344"/>
              <a:gd name="connsiteX66" fmla="*/ 5060397 w 9517857"/>
              <a:gd name="connsiteY66" fmla="*/ 263676 h 918344"/>
              <a:gd name="connsiteX67" fmla="*/ 5244719 w 9517857"/>
              <a:gd name="connsiteY67" fmla="*/ 245243 h 918344"/>
              <a:gd name="connsiteX68" fmla="*/ 5358056 w 9517857"/>
              <a:gd name="connsiteY68" fmla="*/ 247236 h 918344"/>
              <a:gd name="connsiteX69" fmla="*/ 5426496 w 9517857"/>
              <a:gd name="connsiteY69" fmla="*/ 235130 h 918344"/>
              <a:gd name="connsiteX70" fmla="*/ 5497161 w 9517857"/>
              <a:gd name="connsiteY70" fmla="*/ 228796 h 918344"/>
              <a:gd name="connsiteX71" fmla="*/ 5923732 w 9517857"/>
              <a:gd name="connsiteY71" fmla="*/ 187376 h 918344"/>
              <a:gd name="connsiteX72" fmla="*/ 6194152 w 9517857"/>
              <a:gd name="connsiteY72" fmla="*/ 151760 h 918344"/>
              <a:gd name="connsiteX73" fmla="*/ 6281379 w 9517857"/>
              <a:gd name="connsiteY73" fmla="*/ 181614 h 918344"/>
              <a:gd name="connsiteX74" fmla="*/ 6374947 w 9517857"/>
              <a:gd name="connsiteY74" fmla="*/ 179787 h 918344"/>
              <a:gd name="connsiteX75" fmla="*/ 6448518 w 9517857"/>
              <a:gd name="connsiteY75" fmla="*/ 164366 h 918344"/>
              <a:gd name="connsiteX76" fmla="*/ 6544700 w 9517857"/>
              <a:gd name="connsiteY76" fmla="*/ 167149 h 918344"/>
              <a:gd name="connsiteX77" fmla="*/ 6648353 w 9517857"/>
              <a:gd name="connsiteY77" fmla="*/ 172238 h 918344"/>
              <a:gd name="connsiteX78" fmla="*/ 6736227 w 9517857"/>
              <a:gd name="connsiteY78" fmla="*/ 173204 h 918344"/>
              <a:gd name="connsiteX79" fmla="*/ 6977218 w 9517857"/>
              <a:gd name="connsiteY79" fmla="*/ 184277 h 918344"/>
              <a:gd name="connsiteX80" fmla="*/ 7065221 w 9517857"/>
              <a:gd name="connsiteY80" fmla="*/ 227519 h 918344"/>
              <a:gd name="connsiteX81" fmla="*/ 7366801 w 9517857"/>
              <a:gd name="connsiteY81" fmla="*/ 258938 h 918344"/>
              <a:gd name="connsiteX82" fmla="*/ 7433745 w 9517857"/>
              <a:gd name="connsiteY82" fmla="*/ 246959 h 918344"/>
              <a:gd name="connsiteX83" fmla="*/ 7644411 w 9517857"/>
              <a:gd name="connsiteY83" fmla="*/ 258974 h 918344"/>
              <a:gd name="connsiteX84" fmla="*/ 7825110 w 9517857"/>
              <a:gd name="connsiteY84" fmla="*/ 229097 h 918344"/>
              <a:gd name="connsiteX85" fmla="*/ 8106016 w 9517857"/>
              <a:gd name="connsiteY85" fmla="*/ 231005 h 918344"/>
              <a:gd name="connsiteX86" fmla="*/ 8256033 w 9517857"/>
              <a:gd name="connsiteY86" fmla="*/ 193701 h 918344"/>
              <a:gd name="connsiteX87" fmla="*/ 8551625 w 9517857"/>
              <a:gd name="connsiteY87" fmla="*/ 161505 h 918344"/>
              <a:gd name="connsiteX88" fmla="*/ 8840778 w 9517857"/>
              <a:gd name="connsiteY88" fmla="*/ 143137 h 918344"/>
              <a:gd name="connsiteX89" fmla="*/ 9010380 w 9517857"/>
              <a:gd name="connsiteY89" fmla="*/ 91879 h 918344"/>
              <a:gd name="connsiteX90" fmla="*/ 9110856 w 9517857"/>
              <a:gd name="connsiteY90" fmla="*/ 70985 h 918344"/>
              <a:gd name="connsiteX91" fmla="*/ 9268817 w 9517857"/>
              <a:gd name="connsiteY91" fmla="*/ 53070 h 918344"/>
              <a:gd name="connsiteX92" fmla="*/ 9316667 w 9517857"/>
              <a:gd name="connsiteY92" fmla="*/ 45035 h 918344"/>
              <a:gd name="connsiteX93" fmla="*/ 9428209 w 9517857"/>
              <a:gd name="connsiteY93" fmla="*/ 29911 h 918344"/>
              <a:gd name="connsiteX0" fmla="*/ 4686423 w 9517857"/>
              <a:gd name="connsiteY0" fmla="*/ 247907 h 918344"/>
              <a:gd name="connsiteX1" fmla="*/ 4689051 w 9517857"/>
              <a:gd name="connsiteY1" fmla="*/ 250956 h 918344"/>
              <a:gd name="connsiteX2" fmla="*/ 4687244 w 9517857"/>
              <a:gd name="connsiteY2" fmla="*/ 251286 h 918344"/>
              <a:gd name="connsiteX3" fmla="*/ 4686423 w 9517857"/>
              <a:gd name="connsiteY3" fmla="*/ 247907 h 918344"/>
              <a:gd name="connsiteX4" fmla="*/ 4685225 w 9517857"/>
              <a:gd name="connsiteY4" fmla="*/ 246518 h 918344"/>
              <a:gd name="connsiteX5" fmla="*/ 4686133 w 9517857"/>
              <a:gd name="connsiteY5" fmla="*/ 246715 h 918344"/>
              <a:gd name="connsiteX6" fmla="*/ 4686423 w 9517857"/>
              <a:gd name="connsiteY6" fmla="*/ 247907 h 918344"/>
              <a:gd name="connsiteX7" fmla="*/ 4685225 w 9517857"/>
              <a:gd name="connsiteY7" fmla="*/ 246518 h 918344"/>
              <a:gd name="connsiteX8" fmla="*/ 9428209 w 9517857"/>
              <a:gd name="connsiteY8" fmla="*/ 29911 h 918344"/>
              <a:gd name="connsiteX9" fmla="*/ 9517857 w 9517857"/>
              <a:gd name="connsiteY9" fmla="*/ 0 h 918344"/>
              <a:gd name="connsiteX10" fmla="*/ 9517857 w 9517857"/>
              <a:gd name="connsiteY10" fmla="*/ 918344 h 918344"/>
              <a:gd name="connsiteX11" fmla="*/ 14604 w 9517857"/>
              <a:gd name="connsiteY11" fmla="*/ 918344 h 918344"/>
              <a:gd name="connsiteX12" fmla="*/ 12841 w 9517857"/>
              <a:gd name="connsiteY12" fmla="*/ 917751 h 918344"/>
              <a:gd name="connsiteX13" fmla="*/ 93 w 9517857"/>
              <a:gd name="connsiteY13" fmla="*/ 912459 h 918344"/>
              <a:gd name="connsiteX14" fmla="*/ 58674 w 9517857"/>
              <a:gd name="connsiteY14" fmla="*/ 890310 h 918344"/>
              <a:gd name="connsiteX15" fmla="*/ 275005 w 9517857"/>
              <a:gd name="connsiteY15" fmla="*/ 807217 h 918344"/>
              <a:gd name="connsiteX16" fmla="*/ 587824 w 9517857"/>
              <a:gd name="connsiteY16" fmla="*/ 798183 h 918344"/>
              <a:gd name="connsiteX17" fmla="*/ 651826 w 9517857"/>
              <a:gd name="connsiteY17" fmla="*/ 738326 h 918344"/>
              <a:gd name="connsiteX18" fmla="*/ 727985 w 9517857"/>
              <a:gd name="connsiteY18" fmla="*/ 719814 h 918344"/>
              <a:gd name="connsiteX19" fmla="*/ 778982 w 9517857"/>
              <a:gd name="connsiteY19" fmla="*/ 710130 h 918344"/>
              <a:gd name="connsiteX20" fmla="*/ 849944 w 9517857"/>
              <a:gd name="connsiteY20" fmla="*/ 717975 h 918344"/>
              <a:gd name="connsiteX21" fmla="*/ 921659 w 9517857"/>
              <a:gd name="connsiteY21" fmla="*/ 712683 h 918344"/>
              <a:gd name="connsiteX22" fmla="*/ 930946 w 9517857"/>
              <a:gd name="connsiteY22" fmla="*/ 734034 h 918344"/>
              <a:gd name="connsiteX23" fmla="*/ 986250 w 9517857"/>
              <a:gd name="connsiteY23" fmla="*/ 713518 h 918344"/>
              <a:gd name="connsiteX24" fmla="*/ 1013752 w 9517857"/>
              <a:gd name="connsiteY24" fmla="*/ 713349 h 918344"/>
              <a:gd name="connsiteX25" fmla="*/ 1023734 w 9517857"/>
              <a:gd name="connsiteY25" fmla="*/ 718559 h 918344"/>
              <a:gd name="connsiteX26" fmla="*/ 1063207 w 9517857"/>
              <a:gd name="connsiteY26" fmla="*/ 715639 h 918344"/>
              <a:gd name="connsiteX27" fmla="*/ 1081980 w 9517857"/>
              <a:gd name="connsiteY27" fmla="*/ 738443 h 918344"/>
              <a:gd name="connsiteX28" fmla="*/ 1218120 w 9517857"/>
              <a:gd name="connsiteY28" fmla="*/ 713268 h 918344"/>
              <a:gd name="connsiteX29" fmla="*/ 1397459 w 9517857"/>
              <a:gd name="connsiteY29" fmla="*/ 691178 h 918344"/>
              <a:gd name="connsiteX30" fmla="*/ 1580688 w 9517857"/>
              <a:gd name="connsiteY30" fmla="*/ 693685 h 918344"/>
              <a:gd name="connsiteX31" fmla="*/ 1772334 w 9517857"/>
              <a:gd name="connsiteY31" fmla="*/ 710628 h 918344"/>
              <a:gd name="connsiteX32" fmla="*/ 2002561 w 9517857"/>
              <a:gd name="connsiteY32" fmla="*/ 659905 h 918344"/>
              <a:gd name="connsiteX33" fmla="*/ 2135144 w 9517857"/>
              <a:gd name="connsiteY33" fmla="*/ 636489 h 918344"/>
              <a:gd name="connsiteX34" fmla="*/ 2448505 w 9517857"/>
              <a:gd name="connsiteY34" fmla="*/ 578838 h 918344"/>
              <a:gd name="connsiteX35" fmla="*/ 2658055 w 9517857"/>
              <a:gd name="connsiteY35" fmla="*/ 578715 h 918344"/>
              <a:gd name="connsiteX36" fmla="*/ 2693698 w 9517857"/>
              <a:gd name="connsiteY36" fmla="*/ 560017 h 918344"/>
              <a:gd name="connsiteX37" fmla="*/ 2699673 w 9517857"/>
              <a:gd name="connsiteY37" fmla="*/ 556388 h 918344"/>
              <a:gd name="connsiteX38" fmla="*/ 2727306 w 9517857"/>
              <a:gd name="connsiteY38" fmla="*/ 550686 h 918344"/>
              <a:gd name="connsiteX39" fmla="*/ 2730451 w 9517857"/>
              <a:gd name="connsiteY39" fmla="*/ 538046 h 918344"/>
              <a:gd name="connsiteX40" fmla="*/ 2768713 w 9517857"/>
              <a:gd name="connsiteY40" fmla="*/ 521563 h 918344"/>
              <a:gd name="connsiteX41" fmla="*/ 2820868 w 9517857"/>
              <a:gd name="connsiteY41" fmla="*/ 514148 h 918344"/>
              <a:gd name="connsiteX42" fmla="*/ 3073635 w 9517857"/>
              <a:gd name="connsiteY42" fmla="*/ 491282 h 918344"/>
              <a:gd name="connsiteX43" fmla="*/ 3222071 w 9517857"/>
              <a:gd name="connsiteY43" fmla="*/ 470547 h 918344"/>
              <a:gd name="connsiteX44" fmla="*/ 3274069 w 9517857"/>
              <a:gd name="connsiteY44" fmla="*/ 451593 h 918344"/>
              <a:gd name="connsiteX45" fmla="*/ 3349632 w 9517857"/>
              <a:gd name="connsiteY45" fmla="*/ 432571 h 918344"/>
              <a:gd name="connsiteX46" fmla="*/ 3479593 w 9517857"/>
              <a:gd name="connsiteY46" fmla="*/ 390425 h 918344"/>
              <a:gd name="connsiteX47" fmla="*/ 3750023 w 9517857"/>
              <a:gd name="connsiteY47" fmla="*/ 370666 h 918344"/>
              <a:gd name="connsiteX48" fmla="*/ 3844133 w 9517857"/>
              <a:gd name="connsiteY48" fmla="*/ 360636 h 918344"/>
              <a:gd name="connsiteX49" fmla="*/ 4037701 w 9517857"/>
              <a:gd name="connsiteY49" fmla="*/ 350573 h 918344"/>
              <a:gd name="connsiteX50" fmla="*/ 4266740 w 9517857"/>
              <a:gd name="connsiteY50" fmla="*/ 361442 h 918344"/>
              <a:gd name="connsiteX51" fmla="*/ 4430770 w 9517857"/>
              <a:gd name="connsiteY51" fmla="*/ 342631 h 918344"/>
              <a:gd name="connsiteX52" fmla="*/ 4512664 w 9517857"/>
              <a:gd name="connsiteY52" fmla="*/ 319936 h 918344"/>
              <a:gd name="connsiteX53" fmla="*/ 4616423 w 9517857"/>
              <a:gd name="connsiteY53" fmla="*/ 290902 h 918344"/>
              <a:gd name="connsiteX54" fmla="*/ 4691675 w 9517857"/>
              <a:gd name="connsiteY54" fmla="*/ 253999 h 918344"/>
              <a:gd name="connsiteX55" fmla="*/ 4689051 w 9517857"/>
              <a:gd name="connsiteY55" fmla="*/ 250956 h 918344"/>
              <a:gd name="connsiteX56" fmla="*/ 4719994 w 9517857"/>
              <a:gd name="connsiteY56" fmla="*/ 245295 h 918344"/>
              <a:gd name="connsiteX57" fmla="*/ 4752894 w 9517857"/>
              <a:gd name="connsiteY57" fmla="*/ 239863 h 918344"/>
              <a:gd name="connsiteX58" fmla="*/ 4769329 w 9517857"/>
              <a:gd name="connsiteY58" fmla="*/ 233573 h 918344"/>
              <a:gd name="connsiteX59" fmla="*/ 4775634 w 9517857"/>
              <a:gd name="connsiteY59" fmla="*/ 234051 h 918344"/>
              <a:gd name="connsiteX60" fmla="*/ 4790452 w 9517857"/>
              <a:gd name="connsiteY60" fmla="*/ 233560 h 918344"/>
              <a:gd name="connsiteX61" fmla="*/ 4789062 w 9517857"/>
              <a:gd name="connsiteY61" fmla="*/ 241912 h 918344"/>
              <a:gd name="connsiteX62" fmla="*/ 4827826 w 9517857"/>
              <a:gd name="connsiteY62" fmla="*/ 246965 h 918344"/>
              <a:gd name="connsiteX63" fmla="*/ 4892569 w 9517857"/>
              <a:gd name="connsiteY63" fmla="*/ 249921 h 918344"/>
              <a:gd name="connsiteX64" fmla="*/ 4896611 w 9517857"/>
              <a:gd name="connsiteY64" fmla="*/ 240436 h 918344"/>
              <a:gd name="connsiteX65" fmla="*/ 4917286 w 9517857"/>
              <a:gd name="connsiteY65" fmla="*/ 243647 h 918344"/>
              <a:gd name="connsiteX66" fmla="*/ 5060397 w 9517857"/>
              <a:gd name="connsiteY66" fmla="*/ 263676 h 918344"/>
              <a:gd name="connsiteX67" fmla="*/ 5244719 w 9517857"/>
              <a:gd name="connsiteY67" fmla="*/ 245243 h 918344"/>
              <a:gd name="connsiteX68" fmla="*/ 5358056 w 9517857"/>
              <a:gd name="connsiteY68" fmla="*/ 247236 h 918344"/>
              <a:gd name="connsiteX69" fmla="*/ 5426496 w 9517857"/>
              <a:gd name="connsiteY69" fmla="*/ 235130 h 918344"/>
              <a:gd name="connsiteX70" fmla="*/ 5497161 w 9517857"/>
              <a:gd name="connsiteY70" fmla="*/ 228796 h 918344"/>
              <a:gd name="connsiteX71" fmla="*/ 5923732 w 9517857"/>
              <a:gd name="connsiteY71" fmla="*/ 187376 h 918344"/>
              <a:gd name="connsiteX72" fmla="*/ 6194152 w 9517857"/>
              <a:gd name="connsiteY72" fmla="*/ 151760 h 918344"/>
              <a:gd name="connsiteX73" fmla="*/ 6281379 w 9517857"/>
              <a:gd name="connsiteY73" fmla="*/ 181614 h 918344"/>
              <a:gd name="connsiteX74" fmla="*/ 6374947 w 9517857"/>
              <a:gd name="connsiteY74" fmla="*/ 179787 h 918344"/>
              <a:gd name="connsiteX75" fmla="*/ 6448518 w 9517857"/>
              <a:gd name="connsiteY75" fmla="*/ 164366 h 918344"/>
              <a:gd name="connsiteX76" fmla="*/ 6544700 w 9517857"/>
              <a:gd name="connsiteY76" fmla="*/ 167149 h 918344"/>
              <a:gd name="connsiteX77" fmla="*/ 6648353 w 9517857"/>
              <a:gd name="connsiteY77" fmla="*/ 172238 h 918344"/>
              <a:gd name="connsiteX78" fmla="*/ 6736227 w 9517857"/>
              <a:gd name="connsiteY78" fmla="*/ 173204 h 918344"/>
              <a:gd name="connsiteX79" fmla="*/ 6977218 w 9517857"/>
              <a:gd name="connsiteY79" fmla="*/ 184277 h 918344"/>
              <a:gd name="connsiteX80" fmla="*/ 7065221 w 9517857"/>
              <a:gd name="connsiteY80" fmla="*/ 227519 h 918344"/>
              <a:gd name="connsiteX81" fmla="*/ 7366801 w 9517857"/>
              <a:gd name="connsiteY81" fmla="*/ 258938 h 918344"/>
              <a:gd name="connsiteX82" fmla="*/ 7433745 w 9517857"/>
              <a:gd name="connsiteY82" fmla="*/ 246959 h 918344"/>
              <a:gd name="connsiteX83" fmla="*/ 7644411 w 9517857"/>
              <a:gd name="connsiteY83" fmla="*/ 258974 h 918344"/>
              <a:gd name="connsiteX84" fmla="*/ 7825110 w 9517857"/>
              <a:gd name="connsiteY84" fmla="*/ 229097 h 918344"/>
              <a:gd name="connsiteX85" fmla="*/ 8106016 w 9517857"/>
              <a:gd name="connsiteY85" fmla="*/ 231005 h 918344"/>
              <a:gd name="connsiteX86" fmla="*/ 8256033 w 9517857"/>
              <a:gd name="connsiteY86" fmla="*/ 193701 h 918344"/>
              <a:gd name="connsiteX87" fmla="*/ 8551625 w 9517857"/>
              <a:gd name="connsiteY87" fmla="*/ 161505 h 918344"/>
              <a:gd name="connsiteX88" fmla="*/ 8791116 w 9517857"/>
              <a:gd name="connsiteY88" fmla="*/ 143137 h 918344"/>
              <a:gd name="connsiteX89" fmla="*/ 9010380 w 9517857"/>
              <a:gd name="connsiteY89" fmla="*/ 91879 h 918344"/>
              <a:gd name="connsiteX90" fmla="*/ 9110856 w 9517857"/>
              <a:gd name="connsiteY90" fmla="*/ 70985 h 918344"/>
              <a:gd name="connsiteX91" fmla="*/ 9268817 w 9517857"/>
              <a:gd name="connsiteY91" fmla="*/ 53070 h 918344"/>
              <a:gd name="connsiteX92" fmla="*/ 9316667 w 9517857"/>
              <a:gd name="connsiteY92" fmla="*/ 45035 h 918344"/>
              <a:gd name="connsiteX93" fmla="*/ 9428209 w 9517857"/>
              <a:gd name="connsiteY93" fmla="*/ 29911 h 918344"/>
              <a:gd name="connsiteX0" fmla="*/ 4686423 w 9517857"/>
              <a:gd name="connsiteY0" fmla="*/ 247907 h 918344"/>
              <a:gd name="connsiteX1" fmla="*/ 4689051 w 9517857"/>
              <a:gd name="connsiteY1" fmla="*/ 250956 h 918344"/>
              <a:gd name="connsiteX2" fmla="*/ 4687244 w 9517857"/>
              <a:gd name="connsiteY2" fmla="*/ 251286 h 918344"/>
              <a:gd name="connsiteX3" fmla="*/ 4686423 w 9517857"/>
              <a:gd name="connsiteY3" fmla="*/ 247907 h 918344"/>
              <a:gd name="connsiteX4" fmla="*/ 4685225 w 9517857"/>
              <a:gd name="connsiteY4" fmla="*/ 246518 h 918344"/>
              <a:gd name="connsiteX5" fmla="*/ 4686133 w 9517857"/>
              <a:gd name="connsiteY5" fmla="*/ 246715 h 918344"/>
              <a:gd name="connsiteX6" fmla="*/ 4686423 w 9517857"/>
              <a:gd name="connsiteY6" fmla="*/ 247907 h 918344"/>
              <a:gd name="connsiteX7" fmla="*/ 4685225 w 9517857"/>
              <a:gd name="connsiteY7" fmla="*/ 246518 h 918344"/>
              <a:gd name="connsiteX8" fmla="*/ 9428209 w 9517857"/>
              <a:gd name="connsiteY8" fmla="*/ 29911 h 918344"/>
              <a:gd name="connsiteX9" fmla="*/ 9517857 w 9517857"/>
              <a:gd name="connsiteY9" fmla="*/ 0 h 918344"/>
              <a:gd name="connsiteX10" fmla="*/ 9517857 w 9517857"/>
              <a:gd name="connsiteY10" fmla="*/ 918344 h 918344"/>
              <a:gd name="connsiteX11" fmla="*/ 14604 w 9517857"/>
              <a:gd name="connsiteY11" fmla="*/ 918344 h 918344"/>
              <a:gd name="connsiteX12" fmla="*/ 12841 w 9517857"/>
              <a:gd name="connsiteY12" fmla="*/ 917751 h 918344"/>
              <a:gd name="connsiteX13" fmla="*/ 93 w 9517857"/>
              <a:gd name="connsiteY13" fmla="*/ 912459 h 918344"/>
              <a:gd name="connsiteX14" fmla="*/ 58674 w 9517857"/>
              <a:gd name="connsiteY14" fmla="*/ 890310 h 918344"/>
              <a:gd name="connsiteX15" fmla="*/ 275005 w 9517857"/>
              <a:gd name="connsiteY15" fmla="*/ 807217 h 918344"/>
              <a:gd name="connsiteX16" fmla="*/ 587824 w 9517857"/>
              <a:gd name="connsiteY16" fmla="*/ 798183 h 918344"/>
              <a:gd name="connsiteX17" fmla="*/ 651826 w 9517857"/>
              <a:gd name="connsiteY17" fmla="*/ 738326 h 918344"/>
              <a:gd name="connsiteX18" fmla="*/ 727985 w 9517857"/>
              <a:gd name="connsiteY18" fmla="*/ 719814 h 918344"/>
              <a:gd name="connsiteX19" fmla="*/ 778982 w 9517857"/>
              <a:gd name="connsiteY19" fmla="*/ 710130 h 918344"/>
              <a:gd name="connsiteX20" fmla="*/ 849944 w 9517857"/>
              <a:gd name="connsiteY20" fmla="*/ 717975 h 918344"/>
              <a:gd name="connsiteX21" fmla="*/ 921659 w 9517857"/>
              <a:gd name="connsiteY21" fmla="*/ 712683 h 918344"/>
              <a:gd name="connsiteX22" fmla="*/ 930946 w 9517857"/>
              <a:gd name="connsiteY22" fmla="*/ 734034 h 918344"/>
              <a:gd name="connsiteX23" fmla="*/ 986250 w 9517857"/>
              <a:gd name="connsiteY23" fmla="*/ 713518 h 918344"/>
              <a:gd name="connsiteX24" fmla="*/ 1013752 w 9517857"/>
              <a:gd name="connsiteY24" fmla="*/ 713349 h 918344"/>
              <a:gd name="connsiteX25" fmla="*/ 1023734 w 9517857"/>
              <a:gd name="connsiteY25" fmla="*/ 718559 h 918344"/>
              <a:gd name="connsiteX26" fmla="*/ 1063207 w 9517857"/>
              <a:gd name="connsiteY26" fmla="*/ 715639 h 918344"/>
              <a:gd name="connsiteX27" fmla="*/ 1081980 w 9517857"/>
              <a:gd name="connsiteY27" fmla="*/ 738443 h 918344"/>
              <a:gd name="connsiteX28" fmla="*/ 1218120 w 9517857"/>
              <a:gd name="connsiteY28" fmla="*/ 713268 h 918344"/>
              <a:gd name="connsiteX29" fmla="*/ 1397459 w 9517857"/>
              <a:gd name="connsiteY29" fmla="*/ 691178 h 918344"/>
              <a:gd name="connsiteX30" fmla="*/ 1580688 w 9517857"/>
              <a:gd name="connsiteY30" fmla="*/ 693685 h 918344"/>
              <a:gd name="connsiteX31" fmla="*/ 1772334 w 9517857"/>
              <a:gd name="connsiteY31" fmla="*/ 710628 h 918344"/>
              <a:gd name="connsiteX32" fmla="*/ 2002561 w 9517857"/>
              <a:gd name="connsiteY32" fmla="*/ 659905 h 918344"/>
              <a:gd name="connsiteX33" fmla="*/ 2135144 w 9517857"/>
              <a:gd name="connsiteY33" fmla="*/ 636489 h 918344"/>
              <a:gd name="connsiteX34" fmla="*/ 2448505 w 9517857"/>
              <a:gd name="connsiteY34" fmla="*/ 578838 h 918344"/>
              <a:gd name="connsiteX35" fmla="*/ 2658055 w 9517857"/>
              <a:gd name="connsiteY35" fmla="*/ 578715 h 918344"/>
              <a:gd name="connsiteX36" fmla="*/ 2693698 w 9517857"/>
              <a:gd name="connsiteY36" fmla="*/ 560017 h 918344"/>
              <a:gd name="connsiteX37" fmla="*/ 2699673 w 9517857"/>
              <a:gd name="connsiteY37" fmla="*/ 556388 h 918344"/>
              <a:gd name="connsiteX38" fmla="*/ 2727306 w 9517857"/>
              <a:gd name="connsiteY38" fmla="*/ 550686 h 918344"/>
              <a:gd name="connsiteX39" fmla="*/ 2730451 w 9517857"/>
              <a:gd name="connsiteY39" fmla="*/ 538046 h 918344"/>
              <a:gd name="connsiteX40" fmla="*/ 2768713 w 9517857"/>
              <a:gd name="connsiteY40" fmla="*/ 521563 h 918344"/>
              <a:gd name="connsiteX41" fmla="*/ 2820868 w 9517857"/>
              <a:gd name="connsiteY41" fmla="*/ 514148 h 918344"/>
              <a:gd name="connsiteX42" fmla="*/ 3073635 w 9517857"/>
              <a:gd name="connsiteY42" fmla="*/ 491282 h 918344"/>
              <a:gd name="connsiteX43" fmla="*/ 3222071 w 9517857"/>
              <a:gd name="connsiteY43" fmla="*/ 470547 h 918344"/>
              <a:gd name="connsiteX44" fmla="*/ 3274069 w 9517857"/>
              <a:gd name="connsiteY44" fmla="*/ 451593 h 918344"/>
              <a:gd name="connsiteX45" fmla="*/ 3349632 w 9517857"/>
              <a:gd name="connsiteY45" fmla="*/ 432571 h 918344"/>
              <a:gd name="connsiteX46" fmla="*/ 3479593 w 9517857"/>
              <a:gd name="connsiteY46" fmla="*/ 390425 h 918344"/>
              <a:gd name="connsiteX47" fmla="*/ 3750023 w 9517857"/>
              <a:gd name="connsiteY47" fmla="*/ 370666 h 918344"/>
              <a:gd name="connsiteX48" fmla="*/ 3844133 w 9517857"/>
              <a:gd name="connsiteY48" fmla="*/ 360636 h 918344"/>
              <a:gd name="connsiteX49" fmla="*/ 4037701 w 9517857"/>
              <a:gd name="connsiteY49" fmla="*/ 350573 h 918344"/>
              <a:gd name="connsiteX50" fmla="*/ 4266740 w 9517857"/>
              <a:gd name="connsiteY50" fmla="*/ 361442 h 918344"/>
              <a:gd name="connsiteX51" fmla="*/ 4430770 w 9517857"/>
              <a:gd name="connsiteY51" fmla="*/ 342631 h 918344"/>
              <a:gd name="connsiteX52" fmla="*/ 4512664 w 9517857"/>
              <a:gd name="connsiteY52" fmla="*/ 319936 h 918344"/>
              <a:gd name="connsiteX53" fmla="*/ 4616423 w 9517857"/>
              <a:gd name="connsiteY53" fmla="*/ 290902 h 918344"/>
              <a:gd name="connsiteX54" fmla="*/ 4691675 w 9517857"/>
              <a:gd name="connsiteY54" fmla="*/ 253999 h 918344"/>
              <a:gd name="connsiteX55" fmla="*/ 4689051 w 9517857"/>
              <a:gd name="connsiteY55" fmla="*/ 250956 h 918344"/>
              <a:gd name="connsiteX56" fmla="*/ 4719994 w 9517857"/>
              <a:gd name="connsiteY56" fmla="*/ 245295 h 918344"/>
              <a:gd name="connsiteX57" fmla="*/ 4752894 w 9517857"/>
              <a:gd name="connsiteY57" fmla="*/ 239863 h 918344"/>
              <a:gd name="connsiteX58" fmla="*/ 4769329 w 9517857"/>
              <a:gd name="connsiteY58" fmla="*/ 233573 h 918344"/>
              <a:gd name="connsiteX59" fmla="*/ 4775634 w 9517857"/>
              <a:gd name="connsiteY59" fmla="*/ 234051 h 918344"/>
              <a:gd name="connsiteX60" fmla="*/ 4790452 w 9517857"/>
              <a:gd name="connsiteY60" fmla="*/ 233560 h 918344"/>
              <a:gd name="connsiteX61" fmla="*/ 4789062 w 9517857"/>
              <a:gd name="connsiteY61" fmla="*/ 241912 h 918344"/>
              <a:gd name="connsiteX62" fmla="*/ 4827826 w 9517857"/>
              <a:gd name="connsiteY62" fmla="*/ 246965 h 918344"/>
              <a:gd name="connsiteX63" fmla="*/ 4892569 w 9517857"/>
              <a:gd name="connsiteY63" fmla="*/ 249921 h 918344"/>
              <a:gd name="connsiteX64" fmla="*/ 4896611 w 9517857"/>
              <a:gd name="connsiteY64" fmla="*/ 240436 h 918344"/>
              <a:gd name="connsiteX65" fmla="*/ 4917286 w 9517857"/>
              <a:gd name="connsiteY65" fmla="*/ 243647 h 918344"/>
              <a:gd name="connsiteX66" fmla="*/ 5060397 w 9517857"/>
              <a:gd name="connsiteY66" fmla="*/ 263676 h 918344"/>
              <a:gd name="connsiteX67" fmla="*/ 5244719 w 9517857"/>
              <a:gd name="connsiteY67" fmla="*/ 245243 h 918344"/>
              <a:gd name="connsiteX68" fmla="*/ 5358056 w 9517857"/>
              <a:gd name="connsiteY68" fmla="*/ 247236 h 918344"/>
              <a:gd name="connsiteX69" fmla="*/ 5426496 w 9517857"/>
              <a:gd name="connsiteY69" fmla="*/ 235130 h 918344"/>
              <a:gd name="connsiteX70" fmla="*/ 5497161 w 9517857"/>
              <a:gd name="connsiteY70" fmla="*/ 228796 h 918344"/>
              <a:gd name="connsiteX71" fmla="*/ 5923732 w 9517857"/>
              <a:gd name="connsiteY71" fmla="*/ 187376 h 918344"/>
              <a:gd name="connsiteX72" fmla="*/ 6194152 w 9517857"/>
              <a:gd name="connsiteY72" fmla="*/ 151760 h 918344"/>
              <a:gd name="connsiteX73" fmla="*/ 6281379 w 9517857"/>
              <a:gd name="connsiteY73" fmla="*/ 181614 h 918344"/>
              <a:gd name="connsiteX74" fmla="*/ 6374947 w 9517857"/>
              <a:gd name="connsiteY74" fmla="*/ 179787 h 918344"/>
              <a:gd name="connsiteX75" fmla="*/ 6448518 w 9517857"/>
              <a:gd name="connsiteY75" fmla="*/ 164366 h 918344"/>
              <a:gd name="connsiteX76" fmla="*/ 6544700 w 9517857"/>
              <a:gd name="connsiteY76" fmla="*/ 167149 h 918344"/>
              <a:gd name="connsiteX77" fmla="*/ 6648353 w 9517857"/>
              <a:gd name="connsiteY77" fmla="*/ 172238 h 918344"/>
              <a:gd name="connsiteX78" fmla="*/ 6736227 w 9517857"/>
              <a:gd name="connsiteY78" fmla="*/ 173204 h 918344"/>
              <a:gd name="connsiteX79" fmla="*/ 6977218 w 9517857"/>
              <a:gd name="connsiteY79" fmla="*/ 184277 h 918344"/>
              <a:gd name="connsiteX80" fmla="*/ 7065221 w 9517857"/>
              <a:gd name="connsiteY80" fmla="*/ 227519 h 918344"/>
              <a:gd name="connsiteX81" fmla="*/ 7366801 w 9517857"/>
              <a:gd name="connsiteY81" fmla="*/ 258938 h 918344"/>
              <a:gd name="connsiteX82" fmla="*/ 7433745 w 9517857"/>
              <a:gd name="connsiteY82" fmla="*/ 246959 h 918344"/>
              <a:gd name="connsiteX83" fmla="*/ 7644411 w 9517857"/>
              <a:gd name="connsiteY83" fmla="*/ 258974 h 918344"/>
              <a:gd name="connsiteX84" fmla="*/ 7825110 w 9517857"/>
              <a:gd name="connsiteY84" fmla="*/ 229097 h 918344"/>
              <a:gd name="connsiteX85" fmla="*/ 8106016 w 9517857"/>
              <a:gd name="connsiteY85" fmla="*/ 231005 h 918344"/>
              <a:gd name="connsiteX86" fmla="*/ 8256033 w 9517857"/>
              <a:gd name="connsiteY86" fmla="*/ 193701 h 918344"/>
              <a:gd name="connsiteX87" fmla="*/ 8551625 w 9517857"/>
              <a:gd name="connsiteY87" fmla="*/ 161505 h 918344"/>
              <a:gd name="connsiteX88" fmla="*/ 8791116 w 9517857"/>
              <a:gd name="connsiteY88" fmla="*/ 143137 h 918344"/>
              <a:gd name="connsiteX89" fmla="*/ 9010380 w 9517857"/>
              <a:gd name="connsiteY89" fmla="*/ 91879 h 918344"/>
              <a:gd name="connsiteX90" fmla="*/ 9110856 w 9517857"/>
              <a:gd name="connsiteY90" fmla="*/ 70985 h 918344"/>
              <a:gd name="connsiteX91" fmla="*/ 9268817 w 9517857"/>
              <a:gd name="connsiteY91" fmla="*/ 53070 h 918344"/>
              <a:gd name="connsiteX92" fmla="*/ 9316667 w 9517857"/>
              <a:gd name="connsiteY92" fmla="*/ 45035 h 918344"/>
              <a:gd name="connsiteX93" fmla="*/ 9428209 w 9517857"/>
              <a:gd name="connsiteY93" fmla="*/ 29911 h 918344"/>
              <a:gd name="connsiteX0" fmla="*/ 4686423 w 9517857"/>
              <a:gd name="connsiteY0" fmla="*/ 247907 h 918344"/>
              <a:gd name="connsiteX1" fmla="*/ 4689051 w 9517857"/>
              <a:gd name="connsiteY1" fmla="*/ 250956 h 918344"/>
              <a:gd name="connsiteX2" fmla="*/ 4687244 w 9517857"/>
              <a:gd name="connsiteY2" fmla="*/ 251286 h 918344"/>
              <a:gd name="connsiteX3" fmla="*/ 4686423 w 9517857"/>
              <a:gd name="connsiteY3" fmla="*/ 247907 h 918344"/>
              <a:gd name="connsiteX4" fmla="*/ 4685225 w 9517857"/>
              <a:gd name="connsiteY4" fmla="*/ 246518 h 918344"/>
              <a:gd name="connsiteX5" fmla="*/ 4686133 w 9517857"/>
              <a:gd name="connsiteY5" fmla="*/ 246715 h 918344"/>
              <a:gd name="connsiteX6" fmla="*/ 4686423 w 9517857"/>
              <a:gd name="connsiteY6" fmla="*/ 247907 h 918344"/>
              <a:gd name="connsiteX7" fmla="*/ 4685225 w 9517857"/>
              <a:gd name="connsiteY7" fmla="*/ 246518 h 918344"/>
              <a:gd name="connsiteX8" fmla="*/ 9428209 w 9517857"/>
              <a:gd name="connsiteY8" fmla="*/ 29911 h 918344"/>
              <a:gd name="connsiteX9" fmla="*/ 9517857 w 9517857"/>
              <a:gd name="connsiteY9" fmla="*/ 0 h 918344"/>
              <a:gd name="connsiteX10" fmla="*/ 9517857 w 9517857"/>
              <a:gd name="connsiteY10" fmla="*/ 918344 h 918344"/>
              <a:gd name="connsiteX11" fmla="*/ 14604 w 9517857"/>
              <a:gd name="connsiteY11" fmla="*/ 918344 h 918344"/>
              <a:gd name="connsiteX12" fmla="*/ 12841 w 9517857"/>
              <a:gd name="connsiteY12" fmla="*/ 917751 h 918344"/>
              <a:gd name="connsiteX13" fmla="*/ 93 w 9517857"/>
              <a:gd name="connsiteY13" fmla="*/ 912459 h 918344"/>
              <a:gd name="connsiteX14" fmla="*/ 58674 w 9517857"/>
              <a:gd name="connsiteY14" fmla="*/ 890310 h 918344"/>
              <a:gd name="connsiteX15" fmla="*/ 275005 w 9517857"/>
              <a:gd name="connsiteY15" fmla="*/ 807217 h 918344"/>
              <a:gd name="connsiteX16" fmla="*/ 587824 w 9517857"/>
              <a:gd name="connsiteY16" fmla="*/ 798183 h 918344"/>
              <a:gd name="connsiteX17" fmla="*/ 651826 w 9517857"/>
              <a:gd name="connsiteY17" fmla="*/ 738326 h 918344"/>
              <a:gd name="connsiteX18" fmla="*/ 727985 w 9517857"/>
              <a:gd name="connsiteY18" fmla="*/ 719814 h 918344"/>
              <a:gd name="connsiteX19" fmla="*/ 778982 w 9517857"/>
              <a:gd name="connsiteY19" fmla="*/ 710130 h 918344"/>
              <a:gd name="connsiteX20" fmla="*/ 849944 w 9517857"/>
              <a:gd name="connsiteY20" fmla="*/ 717975 h 918344"/>
              <a:gd name="connsiteX21" fmla="*/ 921659 w 9517857"/>
              <a:gd name="connsiteY21" fmla="*/ 712683 h 918344"/>
              <a:gd name="connsiteX22" fmla="*/ 930946 w 9517857"/>
              <a:gd name="connsiteY22" fmla="*/ 734034 h 918344"/>
              <a:gd name="connsiteX23" fmla="*/ 986250 w 9517857"/>
              <a:gd name="connsiteY23" fmla="*/ 713518 h 918344"/>
              <a:gd name="connsiteX24" fmla="*/ 1013752 w 9517857"/>
              <a:gd name="connsiteY24" fmla="*/ 713349 h 918344"/>
              <a:gd name="connsiteX25" fmla="*/ 1023734 w 9517857"/>
              <a:gd name="connsiteY25" fmla="*/ 718559 h 918344"/>
              <a:gd name="connsiteX26" fmla="*/ 1063207 w 9517857"/>
              <a:gd name="connsiteY26" fmla="*/ 715639 h 918344"/>
              <a:gd name="connsiteX27" fmla="*/ 1081980 w 9517857"/>
              <a:gd name="connsiteY27" fmla="*/ 738443 h 918344"/>
              <a:gd name="connsiteX28" fmla="*/ 1218120 w 9517857"/>
              <a:gd name="connsiteY28" fmla="*/ 713268 h 918344"/>
              <a:gd name="connsiteX29" fmla="*/ 1397459 w 9517857"/>
              <a:gd name="connsiteY29" fmla="*/ 691178 h 918344"/>
              <a:gd name="connsiteX30" fmla="*/ 1580688 w 9517857"/>
              <a:gd name="connsiteY30" fmla="*/ 693685 h 918344"/>
              <a:gd name="connsiteX31" fmla="*/ 1772334 w 9517857"/>
              <a:gd name="connsiteY31" fmla="*/ 710628 h 918344"/>
              <a:gd name="connsiteX32" fmla="*/ 2002561 w 9517857"/>
              <a:gd name="connsiteY32" fmla="*/ 659905 h 918344"/>
              <a:gd name="connsiteX33" fmla="*/ 2135144 w 9517857"/>
              <a:gd name="connsiteY33" fmla="*/ 636489 h 918344"/>
              <a:gd name="connsiteX34" fmla="*/ 2448505 w 9517857"/>
              <a:gd name="connsiteY34" fmla="*/ 578838 h 918344"/>
              <a:gd name="connsiteX35" fmla="*/ 2658055 w 9517857"/>
              <a:gd name="connsiteY35" fmla="*/ 578715 h 918344"/>
              <a:gd name="connsiteX36" fmla="*/ 2693698 w 9517857"/>
              <a:gd name="connsiteY36" fmla="*/ 560017 h 918344"/>
              <a:gd name="connsiteX37" fmla="*/ 2699673 w 9517857"/>
              <a:gd name="connsiteY37" fmla="*/ 556388 h 918344"/>
              <a:gd name="connsiteX38" fmla="*/ 2727306 w 9517857"/>
              <a:gd name="connsiteY38" fmla="*/ 550686 h 918344"/>
              <a:gd name="connsiteX39" fmla="*/ 2730451 w 9517857"/>
              <a:gd name="connsiteY39" fmla="*/ 538046 h 918344"/>
              <a:gd name="connsiteX40" fmla="*/ 2768713 w 9517857"/>
              <a:gd name="connsiteY40" fmla="*/ 521563 h 918344"/>
              <a:gd name="connsiteX41" fmla="*/ 2820868 w 9517857"/>
              <a:gd name="connsiteY41" fmla="*/ 514148 h 918344"/>
              <a:gd name="connsiteX42" fmla="*/ 3073635 w 9517857"/>
              <a:gd name="connsiteY42" fmla="*/ 491282 h 918344"/>
              <a:gd name="connsiteX43" fmla="*/ 3222071 w 9517857"/>
              <a:gd name="connsiteY43" fmla="*/ 470547 h 918344"/>
              <a:gd name="connsiteX44" fmla="*/ 3274069 w 9517857"/>
              <a:gd name="connsiteY44" fmla="*/ 451593 h 918344"/>
              <a:gd name="connsiteX45" fmla="*/ 3349632 w 9517857"/>
              <a:gd name="connsiteY45" fmla="*/ 432571 h 918344"/>
              <a:gd name="connsiteX46" fmla="*/ 3479593 w 9517857"/>
              <a:gd name="connsiteY46" fmla="*/ 390425 h 918344"/>
              <a:gd name="connsiteX47" fmla="*/ 3750023 w 9517857"/>
              <a:gd name="connsiteY47" fmla="*/ 370666 h 918344"/>
              <a:gd name="connsiteX48" fmla="*/ 3844133 w 9517857"/>
              <a:gd name="connsiteY48" fmla="*/ 360636 h 918344"/>
              <a:gd name="connsiteX49" fmla="*/ 4037701 w 9517857"/>
              <a:gd name="connsiteY49" fmla="*/ 350573 h 918344"/>
              <a:gd name="connsiteX50" fmla="*/ 4266740 w 9517857"/>
              <a:gd name="connsiteY50" fmla="*/ 361442 h 918344"/>
              <a:gd name="connsiteX51" fmla="*/ 4430770 w 9517857"/>
              <a:gd name="connsiteY51" fmla="*/ 342631 h 918344"/>
              <a:gd name="connsiteX52" fmla="*/ 4512664 w 9517857"/>
              <a:gd name="connsiteY52" fmla="*/ 319936 h 918344"/>
              <a:gd name="connsiteX53" fmla="*/ 4616423 w 9517857"/>
              <a:gd name="connsiteY53" fmla="*/ 290902 h 918344"/>
              <a:gd name="connsiteX54" fmla="*/ 4691675 w 9517857"/>
              <a:gd name="connsiteY54" fmla="*/ 253999 h 918344"/>
              <a:gd name="connsiteX55" fmla="*/ 4689051 w 9517857"/>
              <a:gd name="connsiteY55" fmla="*/ 250956 h 918344"/>
              <a:gd name="connsiteX56" fmla="*/ 4719994 w 9517857"/>
              <a:gd name="connsiteY56" fmla="*/ 245295 h 918344"/>
              <a:gd name="connsiteX57" fmla="*/ 4752894 w 9517857"/>
              <a:gd name="connsiteY57" fmla="*/ 239863 h 918344"/>
              <a:gd name="connsiteX58" fmla="*/ 4769329 w 9517857"/>
              <a:gd name="connsiteY58" fmla="*/ 233573 h 918344"/>
              <a:gd name="connsiteX59" fmla="*/ 4775634 w 9517857"/>
              <a:gd name="connsiteY59" fmla="*/ 234051 h 918344"/>
              <a:gd name="connsiteX60" fmla="*/ 4790452 w 9517857"/>
              <a:gd name="connsiteY60" fmla="*/ 233560 h 918344"/>
              <a:gd name="connsiteX61" fmla="*/ 4789062 w 9517857"/>
              <a:gd name="connsiteY61" fmla="*/ 241912 h 918344"/>
              <a:gd name="connsiteX62" fmla="*/ 4827826 w 9517857"/>
              <a:gd name="connsiteY62" fmla="*/ 246965 h 918344"/>
              <a:gd name="connsiteX63" fmla="*/ 4892569 w 9517857"/>
              <a:gd name="connsiteY63" fmla="*/ 249921 h 918344"/>
              <a:gd name="connsiteX64" fmla="*/ 4896611 w 9517857"/>
              <a:gd name="connsiteY64" fmla="*/ 240436 h 918344"/>
              <a:gd name="connsiteX65" fmla="*/ 4917286 w 9517857"/>
              <a:gd name="connsiteY65" fmla="*/ 243647 h 918344"/>
              <a:gd name="connsiteX66" fmla="*/ 5060397 w 9517857"/>
              <a:gd name="connsiteY66" fmla="*/ 263676 h 918344"/>
              <a:gd name="connsiteX67" fmla="*/ 5244719 w 9517857"/>
              <a:gd name="connsiteY67" fmla="*/ 245243 h 918344"/>
              <a:gd name="connsiteX68" fmla="*/ 5358056 w 9517857"/>
              <a:gd name="connsiteY68" fmla="*/ 247236 h 918344"/>
              <a:gd name="connsiteX69" fmla="*/ 5426496 w 9517857"/>
              <a:gd name="connsiteY69" fmla="*/ 235130 h 918344"/>
              <a:gd name="connsiteX70" fmla="*/ 5497161 w 9517857"/>
              <a:gd name="connsiteY70" fmla="*/ 228796 h 918344"/>
              <a:gd name="connsiteX71" fmla="*/ 5923732 w 9517857"/>
              <a:gd name="connsiteY71" fmla="*/ 187376 h 918344"/>
              <a:gd name="connsiteX72" fmla="*/ 6194152 w 9517857"/>
              <a:gd name="connsiteY72" fmla="*/ 151760 h 918344"/>
              <a:gd name="connsiteX73" fmla="*/ 6281379 w 9517857"/>
              <a:gd name="connsiteY73" fmla="*/ 181614 h 918344"/>
              <a:gd name="connsiteX74" fmla="*/ 6374947 w 9517857"/>
              <a:gd name="connsiteY74" fmla="*/ 179787 h 918344"/>
              <a:gd name="connsiteX75" fmla="*/ 6448518 w 9517857"/>
              <a:gd name="connsiteY75" fmla="*/ 164366 h 918344"/>
              <a:gd name="connsiteX76" fmla="*/ 6544700 w 9517857"/>
              <a:gd name="connsiteY76" fmla="*/ 167149 h 918344"/>
              <a:gd name="connsiteX77" fmla="*/ 6648353 w 9517857"/>
              <a:gd name="connsiteY77" fmla="*/ 172238 h 918344"/>
              <a:gd name="connsiteX78" fmla="*/ 6736227 w 9517857"/>
              <a:gd name="connsiteY78" fmla="*/ 173204 h 918344"/>
              <a:gd name="connsiteX79" fmla="*/ 6977218 w 9517857"/>
              <a:gd name="connsiteY79" fmla="*/ 184277 h 918344"/>
              <a:gd name="connsiteX80" fmla="*/ 7065221 w 9517857"/>
              <a:gd name="connsiteY80" fmla="*/ 227519 h 918344"/>
              <a:gd name="connsiteX81" fmla="*/ 7366801 w 9517857"/>
              <a:gd name="connsiteY81" fmla="*/ 258938 h 918344"/>
              <a:gd name="connsiteX82" fmla="*/ 7433745 w 9517857"/>
              <a:gd name="connsiteY82" fmla="*/ 246959 h 918344"/>
              <a:gd name="connsiteX83" fmla="*/ 7644411 w 9517857"/>
              <a:gd name="connsiteY83" fmla="*/ 258974 h 918344"/>
              <a:gd name="connsiteX84" fmla="*/ 7825110 w 9517857"/>
              <a:gd name="connsiteY84" fmla="*/ 229097 h 918344"/>
              <a:gd name="connsiteX85" fmla="*/ 8106016 w 9517857"/>
              <a:gd name="connsiteY85" fmla="*/ 231005 h 918344"/>
              <a:gd name="connsiteX86" fmla="*/ 8256033 w 9517857"/>
              <a:gd name="connsiteY86" fmla="*/ 193701 h 918344"/>
              <a:gd name="connsiteX87" fmla="*/ 8551625 w 9517857"/>
              <a:gd name="connsiteY87" fmla="*/ 161505 h 918344"/>
              <a:gd name="connsiteX88" fmla="*/ 8791116 w 9517857"/>
              <a:gd name="connsiteY88" fmla="*/ 143137 h 918344"/>
              <a:gd name="connsiteX89" fmla="*/ 9002103 w 9517857"/>
              <a:gd name="connsiteY89" fmla="*/ 85529 h 918344"/>
              <a:gd name="connsiteX90" fmla="*/ 9110856 w 9517857"/>
              <a:gd name="connsiteY90" fmla="*/ 70985 h 918344"/>
              <a:gd name="connsiteX91" fmla="*/ 9268817 w 9517857"/>
              <a:gd name="connsiteY91" fmla="*/ 53070 h 918344"/>
              <a:gd name="connsiteX92" fmla="*/ 9316667 w 9517857"/>
              <a:gd name="connsiteY92" fmla="*/ 45035 h 918344"/>
              <a:gd name="connsiteX93" fmla="*/ 9428209 w 9517857"/>
              <a:gd name="connsiteY93" fmla="*/ 29911 h 918344"/>
              <a:gd name="connsiteX0" fmla="*/ 4686423 w 9517857"/>
              <a:gd name="connsiteY0" fmla="*/ 247907 h 918344"/>
              <a:gd name="connsiteX1" fmla="*/ 4689051 w 9517857"/>
              <a:gd name="connsiteY1" fmla="*/ 250956 h 918344"/>
              <a:gd name="connsiteX2" fmla="*/ 4687244 w 9517857"/>
              <a:gd name="connsiteY2" fmla="*/ 251286 h 918344"/>
              <a:gd name="connsiteX3" fmla="*/ 4686423 w 9517857"/>
              <a:gd name="connsiteY3" fmla="*/ 247907 h 918344"/>
              <a:gd name="connsiteX4" fmla="*/ 4685225 w 9517857"/>
              <a:gd name="connsiteY4" fmla="*/ 246518 h 918344"/>
              <a:gd name="connsiteX5" fmla="*/ 4686133 w 9517857"/>
              <a:gd name="connsiteY5" fmla="*/ 246715 h 918344"/>
              <a:gd name="connsiteX6" fmla="*/ 4686423 w 9517857"/>
              <a:gd name="connsiteY6" fmla="*/ 247907 h 918344"/>
              <a:gd name="connsiteX7" fmla="*/ 4685225 w 9517857"/>
              <a:gd name="connsiteY7" fmla="*/ 246518 h 918344"/>
              <a:gd name="connsiteX8" fmla="*/ 9428209 w 9517857"/>
              <a:gd name="connsiteY8" fmla="*/ 29911 h 918344"/>
              <a:gd name="connsiteX9" fmla="*/ 9517857 w 9517857"/>
              <a:gd name="connsiteY9" fmla="*/ 0 h 918344"/>
              <a:gd name="connsiteX10" fmla="*/ 9517857 w 9517857"/>
              <a:gd name="connsiteY10" fmla="*/ 918344 h 918344"/>
              <a:gd name="connsiteX11" fmla="*/ 14604 w 9517857"/>
              <a:gd name="connsiteY11" fmla="*/ 918344 h 918344"/>
              <a:gd name="connsiteX12" fmla="*/ 12841 w 9517857"/>
              <a:gd name="connsiteY12" fmla="*/ 917751 h 918344"/>
              <a:gd name="connsiteX13" fmla="*/ 93 w 9517857"/>
              <a:gd name="connsiteY13" fmla="*/ 912459 h 918344"/>
              <a:gd name="connsiteX14" fmla="*/ 58674 w 9517857"/>
              <a:gd name="connsiteY14" fmla="*/ 890310 h 918344"/>
              <a:gd name="connsiteX15" fmla="*/ 275005 w 9517857"/>
              <a:gd name="connsiteY15" fmla="*/ 807217 h 918344"/>
              <a:gd name="connsiteX16" fmla="*/ 587824 w 9517857"/>
              <a:gd name="connsiteY16" fmla="*/ 798183 h 918344"/>
              <a:gd name="connsiteX17" fmla="*/ 651826 w 9517857"/>
              <a:gd name="connsiteY17" fmla="*/ 738326 h 918344"/>
              <a:gd name="connsiteX18" fmla="*/ 727985 w 9517857"/>
              <a:gd name="connsiteY18" fmla="*/ 719814 h 918344"/>
              <a:gd name="connsiteX19" fmla="*/ 778982 w 9517857"/>
              <a:gd name="connsiteY19" fmla="*/ 710130 h 918344"/>
              <a:gd name="connsiteX20" fmla="*/ 849944 w 9517857"/>
              <a:gd name="connsiteY20" fmla="*/ 717975 h 918344"/>
              <a:gd name="connsiteX21" fmla="*/ 921659 w 9517857"/>
              <a:gd name="connsiteY21" fmla="*/ 712683 h 918344"/>
              <a:gd name="connsiteX22" fmla="*/ 930946 w 9517857"/>
              <a:gd name="connsiteY22" fmla="*/ 734034 h 918344"/>
              <a:gd name="connsiteX23" fmla="*/ 986250 w 9517857"/>
              <a:gd name="connsiteY23" fmla="*/ 713518 h 918344"/>
              <a:gd name="connsiteX24" fmla="*/ 1013752 w 9517857"/>
              <a:gd name="connsiteY24" fmla="*/ 713349 h 918344"/>
              <a:gd name="connsiteX25" fmla="*/ 1023734 w 9517857"/>
              <a:gd name="connsiteY25" fmla="*/ 718559 h 918344"/>
              <a:gd name="connsiteX26" fmla="*/ 1063207 w 9517857"/>
              <a:gd name="connsiteY26" fmla="*/ 715639 h 918344"/>
              <a:gd name="connsiteX27" fmla="*/ 1081980 w 9517857"/>
              <a:gd name="connsiteY27" fmla="*/ 738443 h 918344"/>
              <a:gd name="connsiteX28" fmla="*/ 1218120 w 9517857"/>
              <a:gd name="connsiteY28" fmla="*/ 713268 h 918344"/>
              <a:gd name="connsiteX29" fmla="*/ 1397459 w 9517857"/>
              <a:gd name="connsiteY29" fmla="*/ 691178 h 918344"/>
              <a:gd name="connsiteX30" fmla="*/ 1580688 w 9517857"/>
              <a:gd name="connsiteY30" fmla="*/ 693685 h 918344"/>
              <a:gd name="connsiteX31" fmla="*/ 1772334 w 9517857"/>
              <a:gd name="connsiteY31" fmla="*/ 710628 h 918344"/>
              <a:gd name="connsiteX32" fmla="*/ 2002561 w 9517857"/>
              <a:gd name="connsiteY32" fmla="*/ 659905 h 918344"/>
              <a:gd name="connsiteX33" fmla="*/ 2135144 w 9517857"/>
              <a:gd name="connsiteY33" fmla="*/ 636489 h 918344"/>
              <a:gd name="connsiteX34" fmla="*/ 2448505 w 9517857"/>
              <a:gd name="connsiteY34" fmla="*/ 578838 h 918344"/>
              <a:gd name="connsiteX35" fmla="*/ 2658055 w 9517857"/>
              <a:gd name="connsiteY35" fmla="*/ 578715 h 918344"/>
              <a:gd name="connsiteX36" fmla="*/ 2693698 w 9517857"/>
              <a:gd name="connsiteY36" fmla="*/ 560017 h 918344"/>
              <a:gd name="connsiteX37" fmla="*/ 2699673 w 9517857"/>
              <a:gd name="connsiteY37" fmla="*/ 556388 h 918344"/>
              <a:gd name="connsiteX38" fmla="*/ 2727306 w 9517857"/>
              <a:gd name="connsiteY38" fmla="*/ 550686 h 918344"/>
              <a:gd name="connsiteX39" fmla="*/ 2730451 w 9517857"/>
              <a:gd name="connsiteY39" fmla="*/ 538046 h 918344"/>
              <a:gd name="connsiteX40" fmla="*/ 2768713 w 9517857"/>
              <a:gd name="connsiteY40" fmla="*/ 521563 h 918344"/>
              <a:gd name="connsiteX41" fmla="*/ 2820868 w 9517857"/>
              <a:gd name="connsiteY41" fmla="*/ 514148 h 918344"/>
              <a:gd name="connsiteX42" fmla="*/ 3073635 w 9517857"/>
              <a:gd name="connsiteY42" fmla="*/ 491282 h 918344"/>
              <a:gd name="connsiteX43" fmla="*/ 3222071 w 9517857"/>
              <a:gd name="connsiteY43" fmla="*/ 470547 h 918344"/>
              <a:gd name="connsiteX44" fmla="*/ 3274069 w 9517857"/>
              <a:gd name="connsiteY44" fmla="*/ 451593 h 918344"/>
              <a:gd name="connsiteX45" fmla="*/ 3349632 w 9517857"/>
              <a:gd name="connsiteY45" fmla="*/ 432571 h 918344"/>
              <a:gd name="connsiteX46" fmla="*/ 3479593 w 9517857"/>
              <a:gd name="connsiteY46" fmla="*/ 390425 h 918344"/>
              <a:gd name="connsiteX47" fmla="*/ 3750023 w 9517857"/>
              <a:gd name="connsiteY47" fmla="*/ 370666 h 918344"/>
              <a:gd name="connsiteX48" fmla="*/ 3844133 w 9517857"/>
              <a:gd name="connsiteY48" fmla="*/ 360636 h 918344"/>
              <a:gd name="connsiteX49" fmla="*/ 4037701 w 9517857"/>
              <a:gd name="connsiteY49" fmla="*/ 350573 h 918344"/>
              <a:gd name="connsiteX50" fmla="*/ 4266740 w 9517857"/>
              <a:gd name="connsiteY50" fmla="*/ 361442 h 918344"/>
              <a:gd name="connsiteX51" fmla="*/ 4430770 w 9517857"/>
              <a:gd name="connsiteY51" fmla="*/ 342631 h 918344"/>
              <a:gd name="connsiteX52" fmla="*/ 4512664 w 9517857"/>
              <a:gd name="connsiteY52" fmla="*/ 319936 h 918344"/>
              <a:gd name="connsiteX53" fmla="*/ 4616423 w 9517857"/>
              <a:gd name="connsiteY53" fmla="*/ 290902 h 918344"/>
              <a:gd name="connsiteX54" fmla="*/ 4691675 w 9517857"/>
              <a:gd name="connsiteY54" fmla="*/ 253999 h 918344"/>
              <a:gd name="connsiteX55" fmla="*/ 4689051 w 9517857"/>
              <a:gd name="connsiteY55" fmla="*/ 250956 h 918344"/>
              <a:gd name="connsiteX56" fmla="*/ 4719994 w 9517857"/>
              <a:gd name="connsiteY56" fmla="*/ 245295 h 918344"/>
              <a:gd name="connsiteX57" fmla="*/ 4752894 w 9517857"/>
              <a:gd name="connsiteY57" fmla="*/ 239863 h 918344"/>
              <a:gd name="connsiteX58" fmla="*/ 4769329 w 9517857"/>
              <a:gd name="connsiteY58" fmla="*/ 233573 h 918344"/>
              <a:gd name="connsiteX59" fmla="*/ 4775634 w 9517857"/>
              <a:gd name="connsiteY59" fmla="*/ 234051 h 918344"/>
              <a:gd name="connsiteX60" fmla="*/ 4790452 w 9517857"/>
              <a:gd name="connsiteY60" fmla="*/ 233560 h 918344"/>
              <a:gd name="connsiteX61" fmla="*/ 4789062 w 9517857"/>
              <a:gd name="connsiteY61" fmla="*/ 241912 h 918344"/>
              <a:gd name="connsiteX62" fmla="*/ 4827826 w 9517857"/>
              <a:gd name="connsiteY62" fmla="*/ 246965 h 918344"/>
              <a:gd name="connsiteX63" fmla="*/ 4892569 w 9517857"/>
              <a:gd name="connsiteY63" fmla="*/ 249921 h 918344"/>
              <a:gd name="connsiteX64" fmla="*/ 4896611 w 9517857"/>
              <a:gd name="connsiteY64" fmla="*/ 240436 h 918344"/>
              <a:gd name="connsiteX65" fmla="*/ 4917286 w 9517857"/>
              <a:gd name="connsiteY65" fmla="*/ 243647 h 918344"/>
              <a:gd name="connsiteX66" fmla="*/ 5060397 w 9517857"/>
              <a:gd name="connsiteY66" fmla="*/ 263676 h 918344"/>
              <a:gd name="connsiteX67" fmla="*/ 5244719 w 9517857"/>
              <a:gd name="connsiteY67" fmla="*/ 245243 h 918344"/>
              <a:gd name="connsiteX68" fmla="*/ 5358056 w 9517857"/>
              <a:gd name="connsiteY68" fmla="*/ 247236 h 918344"/>
              <a:gd name="connsiteX69" fmla="*/ 5426496 w 9517857"/>
              <a:gd name="connsiteY69" fmla="*/ 235130 h 918344"/>
              <a:gd name="connsiteX70" fmla="*/ 5497161 w 9517857"/>
              <a:gd name="connsiteY70" fmla="*/ 228796 h 918344"/>
              <a:gd name="connsiteX71" fmla="*/ 5923732 w 9517857"/>
              <a:gd name="connsiteY71" fmla="*/ 187376 h 918344"/>
              <a:gd name="connsiteX72" fmla="*/ 6194152 w 9517857"/>
              <a:gd name="connsiteY72" fmla="*/ 151760 h 918344"/>
              <a:gd name="connsiteX73" fmla="*/ 6281379 w 9517857"/>
              <a:gd name="connsiteY73" fmla="*/ 181614 h 918344"/>
              <a:gd name="connsiteX74" fmla="*/ 6374947 w 9517857"/>
              <a:gd name="connsiteY74" fmla="*/ 179787 h 918344"/>
              <a:gd name="connsiteX75" fmla="*/ 6448518 w 9517857"/>
              <a:gd name="connsiteY75" fmla="*/ 164366 h 918344"/>
              <a:gd name="connsiteX76" fmla="*/ 6544700 w 9517857"/>
              <a:gd name="connsiteY76" fmla="*/ 167149 h 918344"/>
              <a:gd name="connsiteX77" fmla="*/ 6648353 w 9517857"/>
              <a:gd name="connsiteY77" fmla="*/ 172238 h 918344"/>
              <a:gd name="connsiteX78" fmla="*/ 6736227 w 9517857"/>
              <a:gd name="connsiteY78" fmla="*/ 173204 h 918344"/>
              <a:gd name="connsiteX79" fmla="*/ 6977218 w 9517857"/>
              <a:gd name="connsiteY79" fmla="*/ 184277 h 918344"/>
              <a:gd name="connsiteX80" fmla="*/ 7065221 w 9517857"/>
              <a:gd name="connsiteY80" fmla="*/ 227519 h 918344"/>
              <a:gd name="connsiteX81" fmla="*/ 7366801 w 9517857"/>
              <a:gd name="connsiteY81" fmla="*/ 258938 h 918344"/>
              <a:gd name="connsiteX82" fmla="*/ 7433745 w 9517857"/>
              <a:gd name="connsiteY82" fmla="*/ 246959 h 918344"/>
              <a:gd name="connsiteX83" fmla="*/ 7644411 w 9517857"/>
              <a:gd name="connsiteY83" fmla="*/ 258974 h 918344"/>
              <a:gd name="connsiteX84" fmla="*/ 7825110 w 9517857"/>
              <a:gd name="connsiteY84" fmla="*/ 229097 h 918344"/>
              <a:gd name="connsiteX85" fmla="*/ 8106016 w 9517857"/>
              <a:gd name="connsiteY85" fmla="*/ 231005 h 918344"/>
              <a:gd name="connsiteX86" fmla="*/ 8256033 w 9517857"/>
              <a:gd name="connsiteY86" fmla="*/ 193701 h 918344"/>
              <a:gd name="connsiteX87" fmla="*/ 8551625 w 9517857"/>
              <a:gd name="connsiteY87" fmla="*/ 161505 h 918344"/>
              <a:gd name="connsiteX88" fmla="*/ 8683515 w 9517857"/>
              <a:gd name="connsiteY88" fmla="*/ 143137 h 918344"/>
              <a:gd name="connsiteX89" fmla="*/ 9002103 w 9517857"/>
              <a:gd name="connsiteY89" fmla="*/ 85529 h 918344"/>
              <a:gd name="connsiteX90" fmla="*/ 9110856 w 9517857"/>
              <a:gd name="connsiteY90" fmla="*/ 70985 h 918344"/>
              <a:gd name="connsiteX91" fmla="*/ 9268817 w 9517857"/>
              <a:gd name="connsiteY91" fmla="*/ 53070 h 918344"/>
              <a:gd name="connsiteX92" fmla="*/ 9316667 w 9517857"/>
              <a:gd name="connsiteY92" fmla="*/ 45035 h 918344"/>
              <a:gd name="connsiteX93" fmla="*/ 9428209 w 9517857"/>
              <a:gd name="connsiteY93" fmla="*/ 29911 h 918344"/>
              <a:gd name="connsiteX0" fmla="*/ 4686423 w 9517857"/>
              <a:gd name="connsiteY0" fmla="*/ 247907 h 918344"/>
              <a:gd name="connsiteX1" fmla="*/ 4689051 w 9517857"/>
              <a:gd name="connsiteY1" fmla="*/ 250956 h 918344"/>
              <a:gd name="connsiteX2" fmla="*/ 4687244 w 9517857"/>
              <a:gd name="connsiteY2" fmla="*/ 251286 h 918344"/>
              <a:gd name="connsiteX3" fmla="*/ 4686423 w 9517857"/>
              <a:gd name="connsiteY3" fmla="*/ 247907 h 918344"/>
              <a:gd name="connsiteX4" fmla="*/ 4685225 w 9517857"/>
              <a:gd name="connsiteY4" fmla="*/ 246518 h 918344"/>
              <a:gd name="connsiteX5" fmla="*/ 4686133 w 9517857"/>
              <a:gd name="connsiteY5" fmla="*/ 246715 h 918344"/>
              <a:gd name="connsiteX6" fmla="*/ 4686423 w 9517857"/>
              <a:gd name="connsiteY6" fmla="*/ 247907 h 918344"/>
              <a:gd name="connsiteX7" fmla="*/ 4685225 w 9517857"/>
              <a:gd name="connsiteY7" fmla="*/ 246518 h 918344"/>
              <a:gd name="connsiteX8" fmla="*/ 9428209 w 9517857"/>
              <a:gd name="connsiteY8" fmla="*/ 29911 h 918344"/>
              <a:gd name="connsiteX9" fmla="*/ 9517857 w 9517857"/>
              <a:gd name="connsiteY9" fmla="*/ 0 h 918344"/>
              <a:gd name="connsiteX10" fmla="*/ 9517857 w 9517857"/>
              <a:gd name="connsiteY10" fmla="*/ 918344 h 918344"/>
              <a:gd name="connsiteX11" fmla="*/ 14604 w 9517857"/>
              <a:gd name="connsiteY11" fmla="*/ 918344 h 918344"/>
              <a:gd name="connsiteX12" fmla="*/ 12841 w 9517857"/>
              <a:gd name="connsiteY12" fmla="*/ 917751 h 918344"/>
              <a:gd name="connsiteX13" fmla="*/ 93 w 9517857"/>
              <a:gd name="connsiteY13" fmla="*/ 912459 h 918344"/>
              <a:gd name="connsiteX14" fmla="*/ 58674 w 9517857"/>
              <a:gd name="connsiteY14" fmla="*/ 890310 h 918344"/>
              <a:gd name="connsiteX15" fmla="*/ 275005 w 9517857"/>
              <a:gd name="connsiteY15" fmla="*/ 807217 h 918344"/>
              <a:gd name="connsiteX16" fmla="*/ 587824 w 9517857"/>
              <a:gd name="connsiteY16" fmla="*/ 798183 h 918344"/>
              <a:gd name="connsiteX17" fmla="*/ 651826 w 9517857"/>
              <a:gd name="connsiteY17" fmla="*/ 738326 h 918344"/>
              <a:gd name="connsiteX18" fmla="*/ 727985 w 9517857"/>
              <a:gd name="connsiteY18" fmla="*/ 719814 h 918344"/>
              <a:gd name="connsiteX19" fmla="*/ 778982 w 9517857"/>
              <a:gd name="connsiteY19" fmla="*/ 710130 h 918344"/>
              <a:gd name="connsiteX20" fmla="*/ 849944 w 9517857"/>
              <a:gd name="connsiteY20" fmla="*/ 717975 h 918344"/>
              <a:gd name="connsiteX21" fmla="*/ 921659 w 9517857"/>
              <a:gd name="connsiteY21" fmla="*/ 712683 h 918344"/>
              <a:gd name="connsiteX22" fmla="*/ 930946 w 9517857"/>
              <a:gd name="connsiteY22" fmla="*/ 734034 h 918344"/>
              <a:gd name="connsiteX23" fmla="*/ 986250 w 9517857"/>
              <a:gd name="connsiteY23" fmla="*/ 713518 h 918344"/>
              <a:gd name="connsiteX24" fmla="*/ 1013752 w 9517857"/>
              <a:gd name="connsiteY24" fmla="*/ 713349 h 918344"/>
              <a:gd name="connsiteX25" fmla="*/ 1023734 w 9517857"/>
              <a:gd name="connsiteY25" fmla="*/ 718559 h 918344"/>
              <a:gd name="connsiteX26" fmla="*/ 1063207 w 9517857"/>
              <a:gd name="connsiteY26" fmla="*/ 715639 h 918344"/>
              <a:gd name="connsiteX27" fmla="*/ 1081980 w 9517857"/>
              <a:gd name="connsiteY27" fmla="*/ 738443 h 918344"/>
              <a:gd name="connsiteX28" fmla="*/ 1218120 w 9517857"/>
              <a:gd name="connsiteY28" fmla="*/ 713268 h 918344"/>
              <a:gd name="connsiteX29" fmla="*/ 1397459 w 9517857"/>
              <a:gd name="connsiteY29" fmla="*/ 691178 h 918344"/>
              <a:gd name="connsiteX30" fmla="*/ 1580688 w 9517857"/>
              <a:gd name="connsiteY30" fmla="*/ 693685 h 918344"/>
              <a:gd name="connsiteX31" fmla="*/ 1772334 w 9517857"/>
              <a:gd name="connsiteY31" fmla="*/ 710628 h 918344"/>
              <a:gd name="connsiteX32" fmla="*/ 2002561 w 9517857"/>
              <a:gd name="connsiteY32" fmla="*/ 659905 h 918344"/>
              <a:gd name="connsiteX33" fmla="*/ 2135144 w 9517857"/>
              <a:gd name="connsiteY33" fmla="*/ 636489 h 918344"/>
              <a:gd name="connsiteX34" fmla="*/ 2448505 w 9517857"/>
              <a:gd name="connsiteY34" fmla="*/ 578838 h 918344"/>
              <a:gd name="connsiteX35" fmla="*/ 2658055 w 9517857"/>
              <a:gd name="connsiteY35" fmla="*/ 578715 h 918344"/>
              <a:gd name="connsiteX36" fmla="*/ 2693698 w 9517857"/>
              <a:gd name="connsiteY36" fmla="*/ 560017 h 918344"/>
              <a:gd name="connsiteX37" fmla="*/ 2699673 w 9517857"/>
              <a:gd name="connsiteY37" fmla="*/ 556388 h 918344"/>
              <a:gd name="connsiteX38" fmla="*/ 2727306 w 9517857"/>
              <a:gd name="connsiteY38" fmla="*/ 550686 h 918344"/>
              <a:gd name="connsiteX39" fmla="*/ 2730451 w 9517857"/>
              <a:gd name="connsiteY39" fmla="*/ 538046 h 918344"/>
              <a:gd name="connsiteX40" fmla="*/ 2768713 w 9517857"/>
              <a:gd name="connsiteY40" fmla="*/ 521563 h 918344"/>
              <a:gd name="connsiteX41" fmla="*/ 2820868 w 9517857"/>
              <a:gd name="connsiteY41" fmla="*/ 514148 h 918344"/>
              <a:gd name="connsiteX42" fmla="*/ 3073635 w 9517857"/>
              <a:gd name="connsiteY42" fmla="*/ 491282 h 918344"/>
              <a:gd name="connsiteX43" fmla="*/ 3222071 w 9517857"/>
              <a:gd name="connsiteY43" fmla="*/ 470547 h 918344"/>
              <a:gd name="connsiteX44" fmla="*/ 3274069 w 9517857"/>
              <a:gd name="connsiteY44" fmla="*/ 451593 h 918344"/>
              <a:gd name="connsiteX45" fmla="*/ 3349632 w 9517857"/>
              <a:gd name="connsiteY45" fmla="*/ 432571 h 918344"/>
              <a:gd name="connsiteX46" fmla="*/ 3479593 w 9517857"/>
              <a:gd name="connsiteY46" fmla="*/ 390425 h 918344"/>
              <a:gd name="connsiteX47" fmla="*/ 3750023 w 9517857"/>
              <a:gd name="connsiteY47" fmla="*/ 370666 h 918344"/>
              <a:gd name="connsiteX48" fmla="*/ 3844133 w 9517857"/>
              <a:gd name="connsiteY48" fmla="*/ 360636 h 918344"/>
              <a:gd name="connsiteX49" fmla="*/ 4037701 w 9517857"/>
              <a:gd name="connsiteY49" fmla="*/ 350573 h 918344"/>
              <a:gd name="connsiteX50" fmla="*/ 4266740 w 9517857"/>
              <a:gd name="connsiteY50" fmla="*/ 361442 h 918344"/>
              <a:gd name="connsiteX51" fmla="*/ 4430770 w 9517857"/>
              <a:gd name="connsiteY51" fmla="*/ 342631 h 918344"/>
              <a:gd name="connsiteX52" fmla="*/ 4512664 w 9517857"/>
              <a:gd name="connsiteY52" fmla="*/ 319936 h 918344"/>
              <a:gd name="connsiteX53" fmla="*/ 4616423 w 9517857"/>
              <a:gd name="connsiteY53" fmla="*/ 290902 h 918344"/>
              <a:gd name="connsiteX54" fmla="*/ 4691675 w 9517857"/>
              <a:gd name="connsiteY54" fmla="*/ 253999 h 918344"/>
              <a:gd name="connsiteX55" fmla="*/ 4689051 w 9517857"/>
              <a:gd name="connsiteY55" fmla="*/ 250956 h 918344"/>
              <a:gd name="connsiteX56" fmla="*/ 4719994 w 9517857"/>
              <a:gd name="connsiteY56" fmla="*/ 245295 h 918344"/>
              <a:gd name="connsiteX57" fmla="*/ 4752894 w 9517857"/>
              <a:gd name="connsiteY57" fmla="*/ 239863 h 918344"/>
              <a:gd name="connsiteX58" fmla="*/ 4769329 w 9517857"/>
              <a:gd name="connsiteY58" fmla="*/ 233573 h 918344"/>
              <a:gd name="connsiteX59" fmla="*/ 4775634 w 9517857"/>
              <a:gd name="connsiteY59" fmla="*/ 234051 h 918344"/>
              <a:gd name="connsiteX60" fmla="*/ 4790452 w 9517857"/>
              <a:gd name="connsiteY60" fmla="*/ 233560 h 918344"/>
              <a:gd name="connsiteX61" fmla="*/ 4789062 w 9517857"/>
              <a:gd name="connsiteY61" fmla="*/ 241912 h 918344"/>
              <a:gd name="connsiteX62" fmla="*/ 4827826 w 9517857"/>
              <a:gd name="connsiteY62" fmla="*/ 246965 h 918344"/>
              <a:gd name="connsiteX63" fmla="*/ 4892569 w 9517857"/>
              <a:gd name="connsiteY63" fmla="*/ 249921 h 918344"/>
              <a:gd name="connsiteX64" fmla="*/ 4896611 w 9517857"/>
              <a:gd name="connsiteY64" fmla="*/ 240436 h 918344"/>
              <a:gd name="connsiteX65" fmla="*/ 4917286 w 9517857"/>
              <a:gd name="connsiteY65" fmla="*/ 243647 h 918344"/>
              <a:gd name="connsiteX66" fmla="*/ 5060397 w 9517857"/>
              <a:gd name="connsiteY66" fmla="*/ 263676 h 918344"/>
              <a:gd name="connsiteX67" fmla="*/ 5244719 w 9517857"/>
              <a:gd name="connsiteY67" fmla="*/ 245243 h 918344"/>
              <a:gd name="connsiteX68" fmla="*/ 5358056 w 9517857"/>
              <a:gd name="connsiteY68" fmla="*/ 247236 h 918344"/>
              <a:gd name="connsiteX69" fmla="*/ 5426496 w 9517857"/>
              <a:gd name="connsiteY69" fmla="*/ 235130 h 918344"/>
              <a:gd name="connsiteX70" fmla="*/ 5497161 w 9517857"/>
              <a:gd name="connsiteY70" fmla="*/ 228796 h 918344"/>
              <a:gd name="connsiteX71" fmla="*/ 5923732 w 9517857"/>
              <a:gd name="connsiteY71" fmla="*/ 187376 h 918344"/>
              <a:gd name="connsiteX72" fmla="*/ 6194152 w 9517857"/>
              <a:gd name="connsiteY72" fmla="*/ 151760 h 918344"/>
              <a:gd name="connsiteX73" fmla="*/ 6281379 w 9517857"/>
              <a:gd name="connsiteY73" fmla="*/ 181614 h 918344"/>
              <a:gd name="connsiteX74" fmla="*/ 6374947 w 9517857"/>
              <a:gd name="connsiteY74" fmla="*/ 179787 h 918344"/>
              <a:gd name="connsiteX75" fmla="*/ 6448518 w 9517857"/>
              <a:gd name="connsiteY75" fmla="*/ 164366 h 918344"/>
              <a:gd name="connsiteX76" fmla="*/ 6544700 w 9517857"/>
              <a:gd name="connsiteY76" fmla="*/ 167149 h 918344"/>
              <a:gd name="connsiteX77" fmla="*/ 6648353 w 9517857"/>
              <a:gd name="connsiteY77" fmla="*/ 172238 h 918344"/>
              <a:gd name="connsiteX78" fmla="*/ 6736227 w 9517857"/>
              <a:gd name="connsiteY78" fmla="*/ 173204 h 918344"/>
              <a:gd name="connsiteX79" fmla="*/ 6977218 w 9517857"/>
              <a:gd name="connsiteY79" fmla="*/ 184277 h 918344"/>
              <a:gd name="connsiteX80" fmla="*/ 7065221 w 9517857"/>
              <a:gd name="connsiteY80" fmla="*/ 227519 h 918344"/>
              <a:gd name="connsiteX81" fmla="*/ 7366801 w 9517857"/>
              <a:gd name="connsiteY81" fmla="*/ 258938 h 918344"/>
              <a:gd name="connsiteX82" fmla="*/ 7433745 w 9517857"/>
              <a:gd name="connsiteY82" fmla="*/ 246959 h 918344"/>
              <a:gd name="connsiteX83" fmla="*/ 7644411 w 9517857"/>
              <a:gd name="connsiteY83" fmla="*/ 258974 h 918344"/>
              <a:gd name="connsiteX84" fmla="*/ 7825110 w 9517857"/>
              <a:gd name="connsiteY84" fmla="*/ 229097 h 918344"/>
              <a:gd name="connsiteX85" fmla="*/ 8163955 w 9517857"/>
              <a:gd name="connsiteY85" fmla="*/ 205605 h 918344"/>
              <a:gd name="connsiteX86" fmla="*/ 8256033 w 9517857"/>
              <a:gd name="connsiteY86" fmla="*/ 193701 h 918344"/>
              <a:gd name="connsiteX87" fmla="*/ 8551625 w 9517857"/>
              <a:gd name="connsiteY87" fmla="*/ 161505 h 918344"/>
              <a:gd name="connsiteX88" fmla="*/ 8683515 w 9517857"/>
              <a:gd name="connsiteY88" fmla="*/ 143137 h 918344"/>
              <a:gd name="connsiteX89" fmla="*/ 9002103 w 9517857"/>
              <a:gd name="connsiteY89" fmla="*/ 85529 h 918344"/>
              <a:gd name="connsiteX90" fmla="*/ 9110856 w 9517857"/>
              <a:gd name="connsiteY90" fmla="*/ 70985 h 918344"/>
              <a:gd name="connsiteX91" fmla="*/ 9268817 w 9517857"/>
              <a:gd name="connsiteY91" fmla="*/ 53070 h 918344"/>
              <a:gd name="connsiteX92" fmla="*/ 9316667 w 9517857"/>
              <a:gd name="connsiteY92" fmla="*/ 45035 h 918344"/>
              <a:gd name="connsiteX93" fmla="*/ 9428209 w 9517857"/>
              <a:gd name="connsiteY93" fmla="*/ 29911 h 91834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Lst>
            <a:rect l="l" t="t" r="r" b="b"/>
            <a:pathLst>
              <a:path w="9517857" h="918344">
                <a:moveTo>
                  <a:pt x="4686423" y="247907"/>
                </a:moveTo>
                <a:lnTo>
                  <a:pt x="4689051" y="250956"/>
                </a:lnTo>
                <a:lnTo>
                  <a:pt x="4687244" y="251286"/>
                </a:lnTo>
                <a:lnTo>
                  <a:pt x="4686423" y="247907"/>
                </a:lnTo>
                <a:close/>
                <a:moveTo>
                  <a:pt x="4685225" y="246518"/>
                </a:moveTo>
                <a:cubicBezTo>
                  <a:pt x="4688837" y="243186"/>
                  <a:pt x="4687468" y="244586"/>
                  <a:pt x="4686133" y="246715"/>
                </a:cubicBezTo>
                <a:cubicBezTo>
                  <a:pt x="4686230" y="247112"/>
                  <a:pt x="4686326" y="247510"/>
                  <a:pt x="4686423" y="247907"/>
                </a:cubicBezTo>
                <a:lnTo>
                  <a:pt x="4685225" y="246518"/>
                </a:lnTo>
                <a:close/>
                <a:moveTo>
                  <a:pt x="9428209" y="29911"/>
                </a:moveTo>
                <a:lnTo>
                  <a:pt x="9517857" y="0"/>
                </a:lnTo>
                <a:lnTo>
                  <a:pt x="9517857" y="918344"/>
                </a:lnTo>
                <a:lnTo>
                  <a:pt x="14604" y="918344"/>
                </a:lnTo>
                <a:lnTo>
                  <a:pt x="12841" y="917751"/>
                </a:lnTo>
                <a:cubicBezTo>
                  <a:pt x="4532" y="914852"/>
                  <a:pt x="-773" y="912795"/>
                  <a:pt x="93" y="912459"/>
                </a:cubicBezTo>
                <a:cubicBezTo>
                  <a:pt x="172" y="912286"/>
                  <a:pt x="58594" y="890483"/>
                  <a:pt x="58674" y="890310"/>
                </a:cubicBezTo>
                <a:cubicBezTo>
                  <a:pt x="127436" y="929602"/>
                  <a:pt x="206243" y="828214"/>
                  <a:pt x="275005" y="807217"/>
                </a:cubicBezTo>
                <a:cubicBezTo>
                  <a:pt x="303983" y="806075"/>
                  <a:pt x="504960" y="777363"/>
                  <a:pt x="587824" y="798183"/>
                </a:cubicBezTo>
                <a:cubicBezTo>
                  <a:pt x="598733" y="769336"/>
                  <a:pt x="682904" y="785912"/>
                  <a:pt x="651826" y="738326"/>
                </a:cubicBezTo>
                <a:cubicBezTo>
                  <a:pt x="688440" y="737850"/>
                  <a:pt x="753255" y="750384"/>
                  <a:pt x="727985" y="719814"/>
                </a:cubicBezTo>
                <a:cubicBezTo>
                  <a:pt x="739648" y="718737"/>
                  <a:pt x="775717" y="715075"/>
                  <a:pt x="778982" y="710130"/>
                </a:cubicBezTo>
                <a:cubicBezTo>
                  <a:pt x="779189" y="709395"/>
                  <a:pt x="849736" y="718709"/>
                  <a:pt x="849944" y="717975"/>
                </a:cubicBezTo>
                <a:lnTo>
                  <a:pt x="921659" y="712683"/>
                </a:lnTo>
                <a:lnTo>
                  <a:pt x="930946" y="734034"/>
                </a:lnTo>
                <a:lnTo>
                  <a:pt x="986250" y="713518"/>
                </a:lnTo>
                <a:lnTo>
                  <a:pt x="1013752" y="713349"/>
                </a:lnTo>
                <a:lnTo>
                  <a:pt x="1023734" y="718559"/>
                </a:lnTo>
                <a:cubicBezTo>
                  <a:pt x="1033291" y="721264"/>
                  <a:pt x="1045398" y="721382"/>
                  <a:pt x="1063207" y="715639"/>
                </a:cubicBezTo>
                <a:lnTo>
                  <a:pt x="1081980" y="738443"/>
                </a:lnTo>
                <a:lnTo>
                  <a:pt x="1218120" y="713268"/>
                </a:lnTo>
                <a:cubicBezTo>
                  <a:pt x="1230137" y="716150"/>
                  <a:pt x="1387179" y="685167"/>
                  <a:pt x="1397459" y="691178"/>
                </a:cubicBezTo>
                <a:cubicBezTo>
                  <a:pt x="1490025" y="704972"/>
                  <a:pt x="1465878" y="715592"/>
                  <a:pt x="1580688" y="693685"/>
                </a:cubicBezTo>
                <a:cubicBezTo>
                  <a:pt x="1607067" y="704367"/>
                  <a:pt x="1719477" y="658227"/>
                  <a:pt x="1772334" y="710628"/>
                </a:cubicBezTo>
                <a:cubicBezTo>
                  <a:pt x="1745536" y="644812"/>
                  <a:pt x="1976078" y="716424"/>
                  <a:pt x="2002561" y="659905"/>
                </a:cubicBezTo>
                <a:cubicBezTo>
                  <a:pt x="2045346" y="660345"/>
                  <a:pt x="2166676" y="654379"/>
                  <a:pt x="2135144" y="636489"/>
                </a:cubicBezTo>
                <a:cubicBezTo>
                  <a:pt x="2226022" y="620861"/>
                  <a:pt x="2361353" y="588467"/>
                  <a:pt x="2448505" y="578838"/>
                </a:cubicBezTo>
                <a:cubicBezTo>
                  <a:pt x="2446114" y="626857"/>
                  <a:pt x="2632278" y="528268"/>
                  <a:pt x="2658055" y="578715"/>
                </a:cubicBezTo>
                <a:cubicBezTo>
                  <a:pt x="2670795" y="573569"/>
                  <a:pt x="2682322" y="566993"/>
                  <a:pt x="2693698" y="560017"/>
                </a:cubicBezTo>
                <a:lnTo>
                  <a:pt x="2699673" y="556388"/>
                </a:lnTo>
                <a:lnTo>
                  <a:pt x="2727306" y="550686"/>
                </a:lnTo>
                <a:lnTo>
                  <a:pt x="2730451" y="538046"/>
                </a:lnTo>
                <a:lnTo>
                  <a:pt x="2768713" y="521563"/>
                </a:lnTo>
                <a:cubicBezTo>
                  <a:pt x="2783756" y="517092"/>
                  <a:pt x="2800788" y="514279"/>
                  <a:pt x="2820868" y="514148"/>
                </a:cubicBezTo>
                <a:cubicBezTo>
                  <a:pt x="2894791" y="532873"/>
                  <a:pt x="2981506" y="465495"/>
                  <a:pt x="3073635" y="491282"/>
                </a:cubicBezTo>
                <a:cubicBezTo>
                  <a:pt x="3106872" y="496612"/>
                  <a:pt x="3205785" y="487706"/>
                  <a:pt x="3222071" y="470547"/>
                </a:cubicBezTo>
                <a:cubicBezTo>
                  <a:pt x="3242193" y="465502"/>
                  <a:pt x="3267163" y="469124"/>
                  <a:pt x="3274069" y="451593"/>
                </a:cubicBezTo>
                <a:cubicBezTo>
                  <a:pt x="3286659" y="430153"/>
                  <a:pt x="3363648" y="455559"/>
                  <a:pt x="3349632" y="432571"/>
                </a:cubicBezTo>
                <a:lnTo>
                  <a:pt x="3479593" y="390425"/>
                </a:lnTo>
                <a:cubicBezTo>
                  <a:pt x="3546325" y="380108"/>
                  <a:pt x="3689266" y="375631"/>
                  <a:pt x="3750023" y="370666"/>
                </a:cubicBezTo>
                <a:cubicBezTo>
                  <a:pt x="3810780" y="365701"/>
                  <a:pt x="3796187" y="363985"/>
                  <a:pt x="3844133" y="360636"/>
                </a:cubicBezTo>
                <a:cubicBezTo>
                  <a:pt x="3892079" y="357287"/>
                  <a:pt x="4007004" y="338828"/>
                  <a:pt x="4037701" y="350573"/>
                </a:cubicBezTo>
                <a:cubicBezTo>
                  <a:pt x="4133026" y="338752"/>
                  <a:pt x="4159924" y="363178"/>
                  <a:pt x="4266740" y="361442"/>
                </a:cubicBezTo>
                <a:cubicBezTo>
                  <a:pt x="4385770" y="354362"/>
                  <a:pt x="4314535" y="340131"/>
                  <a:pt x="4430770" y="342631"/>
                </a:cubicBezTo>
                <a:cubicBezTo>
                  <a:pt x="4439969" y="322582"/>
                  <a:pt x="4478290" y="314633"/>
                  <a:pt x="4512664" y="319936"/>
                </a:cubicBezTo>
                <a:cubicBezTo>
                  <a:pt x="4570011" y="315126"/>
                  <a:pt x="4549085" y="269587"/>
                  <a:pt x="4616423" y="290902"/>
                </a:cubicBezTo>
                <a:cubicBezTo>
                  <a:pt x="4599641" y="270265"/>
                  <a:pt x="4692085" y="269204"/>
                  <a:pt x="4691675" y="253999"/>
                </a:cubicBezTo>
                <a:lnTo>
                  <a:pt x="4689051" y="250956"/>
                </a:lnTo>
                <a:lnTo>
                  <a:pt x="4719994" y="245295"/>
                </a:lnTo>
                <a:cubicBezTo>
                  <a:pt x="4732635" y="242763"/>
                  <a:pt x="4745300" y="240323"/>
                  <a:pt x="4752894" y="239863"/>
                </a:cubicBezTo>
                <a:lnTo>
                  <a:pt x="4769329" y="233573"/>
                </a:lnTo>
                <a:lnTo>
                  <a:pt x="4775634" y="234051"/>
                </a:lnTo>
                <a:lnTo>
                  <a:pt x="4790452" y="233560"/>
                </a:lnTo>
                <a:lnTo>
                  <a:pt x="4789062" y="241912"/>
                </a:lnTo>
                <a:cubicBezTo>
                  <a:pt x="4786342" y="249920"/>
                  <a:pt x="4804560" y="248619"/>
                  <a:pt x="4827826" y="246965"/>
                </a:cubicBezTo>
                <a:cubicBezTo>
                  <a:pt x="4875782" y="239557"/>
                  <a:pt x="4874112" y="283401"/>
                  <a:pt x="4892569" y="249921"/>
                </a:cubicBezTo>
                <a:lnTo>
                  <a:pt x="4896611" y="240436"/>
                </a:lnTo>
                <a:lnTo>
                  <a:pt x="4917286" y="243647"/>
                </a:lnTo>
                <a:cubicBezTo>
                  <a:pt x="4944584" y="247520"/>
                  <a:pt x="5004445" y="259177"/>
                  <a:pt x="5060397" y="263676"/>
                </a:cubicBezTo>
                <a:cubicBezTo>
                  <a:pt x="5093356" y="238577"/>
                  <a:pt x="5149615" y="249939"/>
                  <a:pt x="5244719" y="245243"/>
                </a:cubicBezTo>
                <a:cubicBezTo>
                  <a:pt x="5280563" y="216460"/>
                  <a:pt x="5287005" y="287909"/>
                  <a:pt x="5358056" y="247236"/>
                </a:cubicBezTo>
                <a:cubicBezTo>
                  <a:pt x="5361752" y="250245"/>
                  <a:pt x="5403312" y="238203"/>
                  <a:pt x="5426496" y="235130"/>
                </a:cubicBezTo>
                <a:cubicBezTo>
                  <a:pt x="5449679" y="232057"/>
                  <a:pt x="5473549" y="245599"/>
                  <a:pt x="5497161" y="228796"/>
                </a:cubicBezTo>
                <a:cubicBezTo>
                  <a:pt x="5639351" y="214989"/>
                  <a:pt x="5707050" y="169433"/>
                  <a:pt x="5923732" y="187376"/>
                </a:cubicBezTo>
                <a:cubicBezTo>
                  <a:pt x="5980821" y="181528"/>
                  <a:pt x="6140195" y="184371"/>
                  <a:pt x="6194152" y="151760"/>
                </a:cubicBezTo>
                <a:cubicBezTo>
                  <a:pt x="6187280" y="177771"/>
                  <a:pt x="6304222" y="153398"/>
                  <a:pt x="6281379" y="181614"/>
                </a:cubicBezTo>
                <a:cubicBezTo>
                  <a:pt x="6321899" y="201807"/>
                  <a:pt x="6335111" y="162578"/>
                  <a:pt x="6374947" y="179787"/>
                </a:cubicBezTo>
                <a:cubicBezTo>
                  <a:pt x="6417404" y="181324"/>
                  <a:pt x="6402484" y="169682"/>
                  <a:pt x="6448518" y="164366"/>
                </a:cubicBezTo>
                <a:cubicBezTo>
                  <a:pt x="6504958" y="162476"/>
                  <a:pt x="6493438" y="111191"/>
                  <a:pt x="6544700" y="167149"/>
                </a:cubicBezTo>
                <a:cubicBezTo>
                  <a:pt x="6601507" y="148685"/>
                  <a:pt x="6566269" y="164374"/>
                  <a:pt x="6648353" y="172238"/>
                </a:cubicBezTo>
                <a:cubicBezTo>
                  <a:pt x="6680008" y="155211"/>
                  <a:pt x="6707960" y="160661"/>
                  <a:pt x="6736227" y="173204"/>
                </a:cubicBezTo>
                <a:cubicBezTo>
                  <a:pt x="6813963" y="164272"/>
                  <a:pt x="6888143" y="181284"/>
                  <a:pt x="6977218" y="184277"/>
                </a:cubicBezTo>
                <a:cubicBezTo>
                  <a:pt x="7040424" y="188306"/>
                  <a:pt x="7000291" y="215076"/>
                  <a:pt x="7065221" y="227519"/>
                </a:cubicBezTo>
                <a:cubicBezTo>
                  <a:pt x="7130151" y="239962"/>
                  <a:pt x="7277790" y="252523"/>
                  <a:pt x="7366801" y="258938"/>
                </a:cubicBezTo>
                <a:cubicBezTo>
                  <a:pt x="7377311" y="252420"/>
                  <a:pt x="7435314" y="238566"/>
                  <a:pt x="7433745" y="246959"/>
                </a:cubicBezTo>
                <a:cubicBezTo>
                  <a:pt x="7446076" y="243878"/>
                  <a:pt x="7639946" y="245807"/>
                  <a:pt x="7644411" y="258974"/>
                </a:cubicBezTo>
                <a:cubicBezTo>
                  <a:pt x="7708015" y="258000"/>
                  <a:pt x="7770249" y="247712"/>
                  <a:pt x="7825110" y="229097"/>
                </a:cubicBezTo>
                <a:cubicBezTo>
                  <a:pt x="7908941" y="220202"/>
                  <a:pt x="8092134" y="211504"/>
                  <a:pt x="8163955" y="205605"/>
                </a:cubicBezTo>
                <a:cubicBezTo>
                  <a:pt x="8183007" y="196598"/>
                  <a:pt x="8225048" y="207087"/>
                  <a:pt x="8256033" y="193701"/>
                </a:cubicBezTo>
                <a:cubicBezTo>
                  <a:pt x="8334440" y="185293"/>
                  <a:pt x="8474968" y="164062"/>
                  <a:pt x="8551625" y="161505"/>
                </a:cubicBezTo>
                <a:cubicBezTo>
                  <a:pt x="8649083" y="153078"/>
                  <a:pt x="8607056" y="154741"/>
                  <a:pt x="8683515" y="143137"/>
                </a:cubicBezTo>
                <a:cubicBezTo>
                  <a:pt x="8746256" y="121084"/>
                  <a:pt x="8897706" y="99547"/>
                  <a:pt x="9002103" y="85529"/>
                </a:cubicBezTo>
                <a:cubicBezTo>
                  <a:pt x="9018826" y="50490"/>
                  <a:pt x="9112524" y="108345"/>
                  <a:pt x="9110856" y="70985"/>
                </a:cubicBezTo>
                <a:cubicBezTo>
                  <a:pt x="9148189" y="94238"/>
                  <a:pt x="9209809" y="53273"/>
                  <a:pt x="9268817" y="53070"/>
                </a:cubicBezTo>
                <a:cubicBezTo>
                  <a:pt x="9279135" y="35985"/>
                  <a:pt x="9292736" y="36508"/>
                  <a:pt x="9316667" y="45035"/>
                </a:cubicBezTo>
                <a:cubicBezTo>
                  <a:pt x="9352186" y="45850"/>
                  <a:pt x="9390008" y="39787"/>
                  <a:pt x="9428209" y="29911"/>
                </a:cubicBezTo>
                <a:close/>
              </a:path>
            </a:pathLst>
          </a:custGeom>
          <a:solidFill>
            <a:srgbClr val="82766A">
              <a:alpha val="15000"/>
            </a:srgbClr>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692214673"/>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84697CDA-BDB7-4883-B48B-1D4EDB2F0E9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11" name="Rectangle 10">
            <a:extLst>
              <a:ext uri="{FF2B5EF4-FFF2-40B4-BE49-F238E27FC236}">
                <a16:creationId xmlns:a16="http://schemas.microsoft.com/office/drawing/2014/main" id="{11026190-6B62-46DB-B5FF-9E0FF9BDCDC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rgbClr val="82766A">
              <a:alpha val="15000"/>
            </a:srgbClr>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13" name="Freeform: Shape 12">
            <a:extLst>
              <a:ext uri="{FF2B5EF4-FFF2-40B4-BE49-F238E27FC236}">
                <a16:creationId xmlns:a16="http://schemas.microsoft.com/office/drawing/2014/main" id="{66DA0389-D66E-4727-8EFB-E60E6C412FC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264693" y="870265"/>
            <a:ext cx="9662615" cy="1603018"/>
          </a:xfrm>
          <a:custGeom>
            <a:avLst/>
            <a:gdLst>
              <a:gd name="connsiteX0" fmla="*/ 0 w 9662615"/>
              <a:gd name="connsiteY0" fmla="*/ 0 h 1583140"/>
              <a:gd name="connsiteX1" fmla="*/ 9662615 w 9662615"/>
              <a:gd name="connsiteY1" fmla="*/ 0 h 1583140"/>
              <a:gd name="connsiteX2" fmla="*/ 9662615 w 9662615"/>
              <a:gd name="connsiteY2" fmla="*/ 1280346 h 1583140"/>
              <a:gd name="connsiteX3" fmla="*/ 9658420 w 9662615"/>
              <a:gd name="connsiteY3" fmla="*/ 1280106 h 1583140"/>
              <a:gd name="connsiteX4" fmla="*/ 9469546 w 9662615"/>
              <a:gd name="connsiteY4" fmla="*/ 1289837 h 1583140"/>
              <a:gd name="connsiteX5" fmla="*/ 9385895 w 9662615"/>
              <a:gd name="connsiteY5" fmla="*/ 1269203 h 1583140"/>
              <a:gd name="connsiteX6" fmla="*/ 9144767 w 9662615"/>
              <a:gd name="connsiteY6" fmla="*/ 1264120 h 1583140"/>
              <a:gd name="connsiteX7" fmla="*/ 8837252 w 9662615"/>
              <a:gd name="connsiteY7" fmla="*/ 1350515 h 1583140"/>
              <a:gd name="connsiteX8" fmla="*/ 8705466 w 9662615"/>
              <a:gd name="connsiteY8" fmla="*/ 1342419 h 1583140"/>
              <a:gd name="connsiteX9" fmla="*/ 8652221 w 9662615"/>
              <a:gd name="connsiteY9" fmla="*/ 1326906 h 1583140"/>
              <a:gd name="connsiteX10" fmla="*/ 8632312 w 9662615"/>
              <a:gd name="connsiteY10" fmla="*/ 1326025 h 1583140"/>
              <a:gd name="connsiteX11" fmla="*/ 8591582 w 9662615"/>
              <a:gd name="connsiteY11" fmla="*/ 1341666 h 1583140"/>
              <a:gd name="connsiteX12" fmla="*/ 8537336 w 9662615"/>
              <a:gd name="connsiteY12" fmla="*/ 1341684 h 1583140"/>
              <a:gd name="connsiteX13" fmla="*/ 8472508 w 9662615"/>
              <a:gd name="connsiteY13" fmla="*/ 1363109 h 1583140"/>
              <a:gd name="connsiteX14" fmla="*/ 8258477 w 9662615"/>
              <a:gd name="connsiteY14" fmla="*/ 1370666 h 1583140"/>
              <a:gd name="connsiteX15" fmla="*/ 8197961 w 9662615"/>
              <a:gd name="connsiteY15" fmla="*/ 1392804 h 1583140"/>
              <a:gd name="connsiteX16" fmla="*/ 8171196 w 9662615"/>
              <a:gd name="connsiteY16" fmla="*/ 1397216 h 1583140"/>
              <a:gd name="connsiteX17" fmla="*/ 8127667 w 9662615"/>
              <a:gd name="connsiteY17" fmla="*/ 1418254 h 1583140"/>
              <a:gd name="connsiteX18" fmla="*/ 7974579 w 9662615"/>
              <a:gd name="connsiteY18" fmla="*/ 1383439 h 1583140"/>
              <a:gd name="connsiteX19" fmla="*/ 7768351 w 9662615"/>
              <a:gd name="connsiteY19" fmla="*/ 1395051 h 1583140"/>
              <a:gd name="connsiteX20" fmla="*/ 7577675 w 9662615"/>
              <a:gd name="connsiteY20" fmla="*/ 1370461 h 1583140"/>
              <a:gd name="connsiteX21" fmla="*/ 7466069 w 9662615"/>
              <a:gd name="connsiteY21" fmla="*/ 1377654 h 1583140"/>
              <a:gd name="connsiteX22" fmla="*/ 7435155 w 9662615"/>
              <a:gd name="connsiteY22" fmla="*/ 1397159 h 1583140"/>
              <a:gd name="connsiteX23" fmla="*/ 7151610 w 9662615"/>
              <a:gd name="connsiteY23" fmla="*/ 1397856 h 1583140"/>
              <a:gd name="connsiteX24" fmla="*/ 7082147 w 9662615"/>
              <a:gd name="connsiteY24" fmla="*/ 1406113 h 1583140"/>
              <a:gd name="connsiteX25" fmla="*/ 7014958 w 9662615"/>
              <a:gd name="connsiteY25" fmla="*/ 1396883 h 1583140"/>
              <a:gd name="connsiteX26" fmla="*/ 6907567 w 9662615"/>
              <a:gd name="connsiteY26" fmla="*/ 1419149 h 1583140"/>
              <a:gd name="connsiteX27" fmla="*/ 6748428 w 9662615"/>
              <a:gd name="connsiteY27" fmla="*/ 1420308 h 1583140"/>
              <a:gd name="connsiteX28" fmla="*/ 6654257 w 9662615"/>
              <a:gd name="connsiteY28" fmla="*/ 1424143 h 1583140"/>
              <a:gd name="connsiteX29" fmla="*/ 6620123 w 9662615"/>
              <a:gd name="connsiteY29" fmla="*/ 1430535 h 1583140"/>
              <a:gd name="connsiteX30" fmla="*/ 6571355 w 9662615"/>
              <a:gd name="connsiteY30" fmla="*/ 1436144 h 1583140"/>
              <a:gd name="connsiteX31" fmla="*/ 6486557 w 9662615"/>
              <a:gd name="connsiteY31" fmla="*/ 1449861 h 1583140"/>
              <a:gd name="connsiteX32" fmla="*/ 6370419 w 9662615"/>
              <a:gd name="connsiteY32" fmla="*/ 1461649 h 1583140"/>
              <a:gd name="connsiteX33" fmla="*/ 6278839 w 9662615"/>
              <a:gd name="connsiteY33" fmla="*/ 1449160 h 1583140"/>
              <a:gd name="connsiteX34" fmla="*/ 6272455 w 9662615"/>
              <a:gd name="connsiteY34" fmla="*/ 1453191 h 1583140"/>
              <a:gd name="connsiteX35" fmla="*/ 6212659 w 9662615"/>
              <a:gd name="connsiteY35" fmla="*/ 1454850 h 1583140"/>
              <a:gd name="connsiteX36" fmla="*/ 5995105 w 9662615"/>
              <a:gd name="connsiteY36" fmla="*/ 1435236 h 1583140"/>
              <a:gd name="connsiteX37" fmla="*/ 5878477 w 9662615"/>
              <a:gd name="connsiteY37" fmla="*/ 1439180 h 1583140"/>
              <a:gd name="connsiteX38" fmla="*/ 5838387 w 9662615"/>
              <a:gd name="connsiteY38" fmla="*/ 1444679 h 1583140"/>
              <a:gd name="connsiteX39" fmla="*/ 5771136 w 9662615"/>
              <a:gd name="connsiteY39" fmla="*/ 1453639 h 1583140"/>
              <a:gd name="connsiteX40" fmla="*/ 5724081 w 9662615"/>
              <a:gd name="connsiteY40" fmla="*/ 1470431 h 1583140"/>
              <a:gd name="connsiteX41" fmla="*/ 5666577 w 9662615"/>
              <a:gd name="connsiteY41" fmla="*/ 1473921 h 1583140"/>
              <a:gd name="connsiteX42" fmla="*/ 5649068 w 9662615"/>
              <a:gd name="connsiteY42" fmla="*/ 1461676 h 1583140"/>
              <a:gd name="connsiteX43" fmla="*/ 5588902 w 9662615"/>
              <a:gd name="connsiteY43" fmla="*/ 1469647 h 1583140"/>
              <a:gd name="connsiteX44" fmla="*/ 5498090 w 9662615"/>
              <a:gd name="connsiteY44" fmla="*/ 1483173 h 1583140"/>
              <a:gd name="connsiteX45" fmla="*/ 5444641 w 9662615"/>
              <a:gd name="connsiteY45" fmla="*/ 1487602 h 1583140"/>
              <a:gd name="connsiteX46" fmla="*/ 5299812 w 9662615"/>
              <a:gd name="connsiteY46" fmla="*/ 1503362 h 1583140"/>
              <a:gd name="connsiteX47" fmla="*/ 5155638 w 9662615"/>
              <a:gd name="connsiteY47" fmla="*/ 1521938 h 1583140"/>
              <a:gd name="connsiteX48" fmla="*/ 5090342 w 9662615"/>
              <a:gd name="connsiteY48" fmla="*/ 1546680 h 1583140"/>
              <a:gd name="connsiteX49" fmla="*/ 5082104 w 9662615"/>
              <a:gd name="connsiteY49" fmla="*/ 1547781 h 1583140"/>
              <a:gd name="connsiteX50" fmla="*/ 5059484 w 9662615"/>
              <a:gd name="connsiteY50" fmla="*/ 1546802 h 1583140"/>
              <a:gd name="connsiteX51" fmla="*/ 5050958 w 9662615"/>
              <a:gd name="connsiteY51" fmla="*/ 1545776 h 1583140"/>
              <a:gd name="connsiteX52" fmla="*/ 5038524 w 9662615"/>
              <a:gd name="connsiteY52" fmla="*/ 1545675 h 1583140"/>
              <a:gd name="connsiteX53" fmla="*/ 5038223 w 9662615"/>
              <a:gd name="connsiteY53" fmla="*/ 1545881 h 1583140"/>
              <a:gd name="connsiteX54" fmla="*/ 5026564 w 9662615"/>
              <a:gd name="connsiteY54" fmla="*/ 1545376 h 1583140"/>
              <a:gd name="connsiteX55" fmla="*/ 4969433 w 9662615"/>
              <a:gd name="connsiteY55" fmla="*/ 1540263 h 1583140"/>
              <a:gd name="connsiteX56" fmla="*/ 4894799 w 9662615"/>
              <a:gd name="connsiteY56" fmla="*/ 1559476 h 1583140"/>
              <a:gd name="connsiteX57" fmla="*/ 4863775 w 9662615"/>
              <a:gd name="connsiteY57" fmla="*/ 1562633 h 1583140"/>
              <a:gd name="connsiteX58" fmla="*/ 4847242 w 9662615"/>
              <a:gd name="connsiteY58" fmla="*/ 1565435 h 1583140"/>
              <a:gd name="connsiteX59" fmla="*/ 4846237 w 9662615"/>
              <a:gd name="connsiteY59" fmla="*/ 1566331 h 1583140"/>
              <a:gd name="connsiteX60" fmla="*/ 4791466 w 9662615"/>
              <a:gd name="connsiteY60" fmla="*/ 1561324 h 1583140"/>
              <a:gd name="connsiteX61" fmla="*/ 4784247 w 9662615"/>
              <a:gd name="connsiteY61" fmla="*/ 1562342 h 1583140"/>
              <a:gd name="connsiteX62" fmla="*/ 4748477 w 9662615"/>
              <a:gd name="connsiteY62" fmla="*/ 1556925 h 1583140"/>
              <a:gd name="connsiteX63" fmla="*/ 4730033 w 9662615"/>
              <a:gd name="connsiteY63" fmla="*/ 1555274 h 1583140"/>
              <a:gd name="connsiteX64" fmla="*/ 4724747 w 9662615"/>
              <a:gd name="connsiteY64" fmla="*/ 1552439 h 1583140"/>
              <a:gd name="connsiteX65" fmla="*/ 4697562 w 9662615"/>
              <a:gd name="connsiteY65" fmla="*/ 1551206 h 1583140"/>
              <a:gd name="connsiteX66" fmla="*/ 4694469 w 9662615"/>
              <a:gd name="connsiteY66" fmla="*/ 1551958 h 1583140"/>
              <a:gd name="connsiteX67" fmla="*/ 4671940 w 9662615"/>
              <a:gd name="connsiteY67" fmla="*/ 1547617 h 1583140"/>
              <a:gd name="connsiteX68" fmla="*/ 4652930 w 9662615"/>
              <a:gd name="connsiteY68" fmla="*/ 1539961 h 1583140"/>
              <a:gd name="connsiteX69" fmla="*/ 4422155 w 9662615"/>
              <a:gd name="connsiteY69" fmla="*/ 1542059 h 1583140"/>
              <a:gd name="connsiteX70" fmla="*/ 4221826 w 9662615"/>
              <a:gd name="connsiteY70" fmla="*/ 1508923 h 1583140"/>
              <a:gd name="connsiteX71" fmla="*/ 4096601 w 9662615"/>
              <a:gd name="connsiteY71" fmla="*/ 1510961 h 1583140"/>
              <a:gd name="connsiteX72" fmla="*/ 4055448 w 9662615"/>
              <a:gd name="connsiteY72" fmla="*/ 1528913 h 1583140"/>
              <a:gd name="connsiteX73" fmla="*/ 3743791 w 9662615"/>
              <a:gd name="connsiteY73" fmla="*/ 1516637 h 1583140"/>
              <a:gd name="connsiteX74" fmla="*/ 3664453 w 9662615"/>
              <a:gd name="connsiteY74" fmla="*/ 1521660 h 1583140"/>
              <a:gd name="connsiteX75" fmla="*/ 3594070 w 9662615"/>
              <a:gd name="connsiteY75" fmla="*/ 1509422 h 1583140"/>
              <a:gd name="connsiteX76" fmla="*/ 3565233 w 9662615"/>
              <a:gd name="connsiteY76" fmla="*/ 1515122 h 1583140"/>
              <a:gd name="connsiteX77" fmla="*/ 3560267 w 9662615"/>
              <a:gd name="connsiteY77" fmla="*/ 1516288 h 1583140"/>
              <a:gd name="connsiteX78" fmla="*/ 3540258 w 9662615"/>
              <a:gd name="connsiteY78" fmla="*/ 1516976 h 1583140"/>
              <a:gd name="connsiteX79" fmla="*/ 3534780 w 9662615"/>
              <a:gd name="connsiteY79" fmla="*/ 1522141 h 1583140"/>
              <a:gd name="connsiteX80" fmla="*/ 3504783 w 9662615"/>
              <a:gd name="connsiteY80" fmla="*/ 1526739 h 1583140"/>
              <a:gd name="connsiteX81" fmla="*/ 3467911 w 9662615"/>
              <a:gd name="connsiteY81" fmla="*/ 1526618 h 1583140"/>
              <a:gd name="connsiteX82" fmla="*/ 3292707 w 9662615"/>
              <a:gd name="connsiteY82" fmla="*/ 1520490 h 1583140"/>
              <a:gd name="connsiteX83" fmla="*/ 3187872 w 9662615"/>
              <a:gd name="connsiteY83" fmla="*/ 1519991 h 1583140"/>
              <a:gd name="connsiteX84" fmla="*/ 3148026 w 9662615"/>
              <a:gd name="connsiteY84" fmla="*/ 1524777 h 1583140"/>
              <a:gd name="connsiteX85" fmla="*/ 3092394 w 9662615"/>
              <a:gd name="connsiteY85" fmla="*/ 1528115 h 1583140"/>
              <a:gd name="connsiteX86" fmla="*/ 2994200 w 9662615"/>
              <a:gd name="connsiteY86" fmla="*/ 1537857 h 1583140"/>
              <a:gd name="connsiteX87" fmla="*/ 2862301 w 9662615"/>
              <a:gd name="connsiteY87" fmla="*/ 1544250 h 1583140"/>
              <a:gd name="connsiteX88" fmla="*/ 2766335 w 9662615"/>
              <a:gd name="connsiteY88" fmla="*/ 1527662 h 1583140"/>
              <a:gd name="connsiteX89" fmla="*/ 2757836 w 9662615"/>
              <a:gd name="connsiteY89" fmla="*/ 1531371 h 1583140"/>
              <a:gd name="connsiteX90" fmla="*/ 2691555 w 9662615"/>
              <a:gd name="connsiteY90" fmla="*/ 1530283 h 1583140"/>
              <a:gd name="connsiteX91" fmla="*/ 2459871 w 9662615"/>
              <a:gd name="connsiteY91" fmla="*/ 1500859 h 1583140"/>
              <a:gd name="connsiteX92" fmla="*/ 2330328 w 9662615"/>
              <a:gd name="connsiteY92" fmla="*/ 1499441 h 1583140"/>
              <a:gd name="connsiteX93" fmla="*/ 2284269 w 9662615"/>
              <a:gd name="connsiteY93" fmla="*/ 1503068 h 1583140"/>
              <a:gd name="connsiteX94" fmla="*/ 2207104 w 9662615"/>
              <a:gd name="connsiteY94" fmla="*/ 1508888 h 1583140"/>
              <a:gd name="connsiteX95" fmla="*/ 2149226 w 9662615"/>
              <a:gd name="connsiteY95" fmla="*/ 1523409 h 1583140"/>
              <a:gd name="connsiteX96" fmla="*/ 2084783 w 9662615"/>
              <a:gd name="connsiteY96" fmla="*/ 1524245 h 1583140"/>
              <a:gd name="connsiteX97" fmla="*/ 2070075 w 9662615"/>
              <a:gd name="connsiteY97" fmla="*/ 1511285 h 1583140"/>
              <a:gd name="connsiteX98" fmla="*/ 2001057 w 9662615"/>
              <a:gd name="connsiteY98" fmla="*/ 1516449 h 1583140"/>
              <a:gd name="connsiteX99" fmla="*/ 1896330 w 9662615"/>
              <a:gd name="connsiteY99" fmla="*/ 1525725 h 1583140"/>
              <a:gd name="connsiteX100" fmla="*/ 1835994 w 9662615"/>
              <a:gd name="connsiteY100" fmla="*/ 1527678 h 1583140"/>
              <a:gd name="connsiteX101" fmla="*/ 1671119 w 9662615"/>
              <a:gd name="connsiteY101" fmla="*/ 1536701 h 1583140"/>
              <a:gd name="connsiteX102" fmla="*/ 1505921 w 9662615"/>
              <a:gd name="connsiteY102" fmla="*/ 1548552 h 1583140"/>
              <a:gd name="connsiteX103" fmla="*/ 1407755 w 9662615"/>
              <a:gd name="connsiteY103" fmla="*/ 1571444 h 1583140"/>
              <a:gd name="connsiteX104" fmla="*/ 1271994 w 9662615"/>
              <a:gd name="connsiteY104" fmla="*/ 1579471 h 1583140"/>
              <a:gd name="connsiteX105" fmla="*/ 1249226 w 9662615"/>
              <a:gd name="connsiteY105" fmla="*/ 1583140 h 1583140"/>
              <a:gd name="connsiteX106" fmla="*/ 1217719 w 9662615"/>
              <a:gd name="connsiteY106" fmla="*/ 1580863 h 1583140"/>
              <a:gd name="connsiteX107" fmla="*/ 1091432 w 9662615"/>
              <a:gd name="connsiteY107" fmla="*/ 1571003 h 1583140"/>
              <a:gd name="connsiteX108" fmla="*/ 992039 w 9662615"/>
              <a:gd name="connsiteY108" fmla="*/ 1556662 h 1583140"/>
              <a:gd name="connsiteX109" fmla="*/ 868264 w 9662615"/>
              <a:gd name="connsiteY109" fmla="*/ 1566392 h 1583140"/>
              <a:gd name="connsiteX110" fmla="*/ 792765 w 9662615"/>
              <a:gd name="connsiteY110" fmla="*/ 1563102 h 1583140"/>
              <a:gd name="connsiteX111" fmla="*/ 669055 w 9662615"/>
              <a:gd name="connsiteY111" fmla="*/ 1543638 h 1583140"/>
              <a:gd name="connsiteX112" fmla="*/ 506152 w 9662615"/>
              <a:gd name="connsiteY112" fmla="*/ 1549124 h 1583140"/>
              <a:gd name="connsiteX113" fmla="*/ 472797 w 9662615"/>
              <a:gd name="connsiteY113" fmla="*/ 1568904 h 1583140"/>
              <a:gd name="connsiteX114" fmla="*/ 427864 w 9662615"/>
              <a:gd name="connsiteY114" fmla="*/ 1580848 h 1583140"/>
              <a:gd name="connsiteX115" fmla="*/ 408381 w 9662615"/>
              <a:gd name="connsiteY115" fmla="*/ 1552940 h 1583140"/>
              <a:gd name="connsiteX116" fmla="*/ 267163 w 9662615"/>
              <a:gd name="connsiteY116" fmla="*/ 1531913 h 1583140"/>
              <a:gd name="connsiteX117" fmla="*/ 196644 w 9662615"/>
              <a:gd name="connsiteY117" fmla="*/ 1524565 h 1583140"/>
              <a:gd name="connsiteX118" fmla="*/ 86819 w 9662615"/>
              <a:gd name="connsiteY118" fmla="*/ 1519517 h 1583140"/>
              <a:gd name="connsiteX119" fmla="*/ 53369 w 9662615"/>
              <a:gd name="connsiteY119" fmla="*/ 1516853 h 1583140"/>
              <a:gd name="connsiteX120" fmla="*/ 2359 w 9662615"/>
              <a:gd name="connsiteY120" fmla="*/ 1515247 h 1583140"/>
              <a:gd name="connsiteX121" fmla="*/ 0 w 9662615"/>
              <a:gd name="connsiteY121" fmla="*/ 1514932 h 1583140"/>
              <a:gd name="connsiteX0" fmla="*/ 0 w 9662615"/>
              <a:gd name="connsiteY0" fmla="*/ 0 h 1583140"/>
              <a:gd name="connsiteX1" fmla="*/ 9662615 w 9662615"/>
              <a:gd name="connsiteY1" fmla="*/ 0 h 1583140"/>
              <a:gd name="connsiteX2" fmla="*/ 9662615 w 9662615"/>
              <a:gd name="connsiteY2" fmla="*/ 1280346 h 1583140"/>
              <a:gd name="connsiteX3" fmla="*/ 9658420 w 9662615"/>
              <a:gd name="connsiteY3" fmla="*/ 1280106 h 1583140"/>
              <a:gd name="connsiteX4" fmla="*/ 9469546 w 9662615"/>
              <a:gd name="connsiteY4" fmla="*/ 1289837 h 1583140"/>
              <a:gd name="connsiteX5" fmla="*/ 9385895 w 9662615"/>
              <a:gd name="connsiteY5" fmla="*/ 1269203 h 1583140"/>
              <a:gd name="connsiteX6" fmla="*/ 9144767 w 9662615"/>
              <a:gd name="connsiteY6" fmla="*/ 1264120 h 1583140"/>
              <a:gd name="connsiteX7" fmla="*/ 8837252 w 9662615"/>
              <a:gd name="connsiteY7" fmla="*/ 1350515 h 1583140"/>
              <a:gd name="connsiteX8" fmla="*/ 8705466 w 9662615"/>
              <a:gd name="connsiteY8" fmla="*/ 1342419 h 1583140"/>
              <a:gd name="connsiteX9" fmla="*/ 8652221 w 9662615"/>
              <a:gd name="connsiteY9" fmla="*/ 1326906 h 1583140"/>
              <a:gd name="connsiteX10" fmla="*/ 8632312 w 9662615"/>
              <a:gd name="connsiteY10" fmla="*/ 1326025 h 1583140"/>
              <a:gd name="connsiteX11" fmla="*/ 8591582 w 9662615"/>
              <a:gd name="connsiteY11" fmla="*/ 1341666 h 1583140"/>
              <a:gd name="connsiteX12" fmla="*/ 8537336 w 9662615"/>
              <a:gd name="connsiteY12" fmla="*/ 1341684 h 1583140"/>
              <a:gd name="connsiteX13" fmla="*/ 8472508 w 9662615"/>
              <a:gd name="connsiteY13" fmla="*/ 1363109 h 1583140"/>
              <a:gd name="connsiteX14" fmla="*/ 8258477 w 9662615"/>
              <a:gd name="connsiteY14" fmla="*/ 1370666 h 1583140"/>
              <a:gd name="connsiteX15" fmla="*/ 8197961 w 9662615"/>
              <a:gd name="connsiteY15" fmla="*/ 1392804 h 1583140"/>
              <a:gd name="connsiteX16" fmla="*/ 8171196 w 9662615"/>
              <a:gd name="connsiteY16" fmla="*/ 1397216 h 1583140"/>
              <a:gd name="connsiteX17" fmla="*/ 8127667 w 9662615"/>
              <a:gd name="connsiteY17" fmla="*/ 1418254 h 1583140"/>
              <a:gd name="connsiteX18" fmla="*/ 7974579 w 9662615"/>
              <a:gd name="connsiteY18" fmla="*/ 1383439 h 1583140"/>
              <a:gd name="connsiteX19" fmla="*/ 7768351 w 9662615"/>
              <a:gd name="connsiteY19" fmla="*/ 1395051 h 1583140"/>
              <a:gd name="connsiteX20" fmla="*/ 7577675 w 9662615"/>
              <a:gd name="connsiteY20" fmla="*/ 1370461 h 1583140"/>
              <a:gd name="connsiteX21" fmla="*/ 7466069 w 9662615"/>
              <a:gd name="connsiteY21" fmla="*/ 1377654 h 1583140"/>
              <a:gd name="connsiteX22" fmla="*/ 7435155 w 9662615"/>
              <a:gd name="connsiteY22" fmla="*/ 1397159 h 1583140"/>
              <a:gd name="connsiteX23" fmla="*/ 7151610 w 9662615"/>
              <a:gd name="connsiteY23" fmla="*/ 1397856 h 1583140"/>
              <a:gd name="connsiteX24" fmla="*/ 7082147 w 9662615"/>
              <a:gd name="connsiteY24" fmla="*/ 1406113 h 1583140"/>
              <a:gd name="connsiteX25" fmla="*/ 7014958 w 9662615"/>
              <a:gd name="connsiteY25" fmla="*/ 1396883 h 1583140"/>
              <a:gd name="connsiteX26" fmla="*/ 6907567 w 9662615"/>
              <a:gd name="connsiteY26" fmla="*/ 1419149 h 1583140"/>
              <a:gd name="connsiteX27" fmla="*/ 6748428 w 9662615"/>
              <a:gd name="connsiteY27" fmla="*/ 1420308 h 1583140"/>
              <a:gd name="connsiteX28" fmla="*/ 6654257 w 9662615"/>
              <a:gd name="connsiteY28" fmla="*/ 1424143 h 1583140"/>
              <a:gd name="connsiteX29" fmla="*/ 6620123 w 9662615"/>
              <a:gd name="connsiteY29" fmla="*/ 1430535 h 1583140"/>
              <a:gd name="connsiteX30" fmla="*/ 6571355 w 9662615"/>
              <a:gd name="connsiteY30" fmla="*/ 1436144 h 1583140"/>
              <a:gd name="connsiteX31" fmla="*/ 6486557 w 9662615"/>
              <a:gd name="connsiteY31" fmla="*/ 1449861 h 1583140"/>
              <a:gd name="connsiteX32" fmla="*/ 6370419 w 9662615"/>
              <a:gd name="connsiteY32" fmla="*/ 1461649 h 1583140"/>
              <a:gd name="connsiteX33" fmla="*/ 6278839 w 9662615"/>
              <a:gd name="connsiteY33" fmla="*/ 1449160 h 1583140"/>
              <a:gd name="connsiteX34" fmla="*/ 6272455 w 9662615"/>
              <a:gd name="connsiteY34" fmla="*/ 1453191 h 1583140"/>
              <a:gd name="connsiteX35" fmla="*/ 6212659 w 9662615"/>
              <a:gd name="connsiteY35" fmla="*/ 1454850 h 1583140"/>
              <a:gd name="connsiteX36" fmla="*/ 5995105 w 9662615"/>
              <a:gd name="connsiteY36" fmla="*/ 1435236 h 1583140"/>
              <a:gd name="connsiteX37" fmla="*/ 5878477 w 9662615"/>
              <a:gd name="connsiteY37" fmla="*/ 1439180 h 1583140"/>
              <a:gd name="connsiteX38" fmla="*/ 5838387 w 9662615"/>
              <a:gd name="connsiteY38" fmla="*/ 1444679 h 1583140"/>
              <a:gd name="connsiteX39" fmla="*/ 5771136 w 9662615"/>
              <a:gd name="connsiteY39" fmla="*/ 1453639 h 1583140"/>
              <a:gd name="connsiteX40" fmla="*/ 5724081 w 9662615"/>
              <a:gd name="connsiteY40" fmla="*/ 1470431 h 1583140"/>
              <a:gd name="connsiteX41" fmla="*/ 5666577 w 9662615"/>
              <a:gd name="connsiteY41" fmla="*/ 1473921 h 1583140"/>
              <a:gd name="connsiteX42" fmla="*/ 5649068 w 9662615"/>
              <a:gd name="connsiteY42" fmla="*/ 1461676 h 1583140"/>
              <a:gd name="connsiteX43" fmla="*/ 5588902 w 9662615"/>
              <a:gd name="connsiteY43" fmla="*/ 1469647 h 1583140"/>
              <a:gd name="connsiteX44" fmla="*/ 5498090 w 9662615"/>
              <a:gd name="connsiteY44" fmla="*/ 1483173 h 1583140"/>
              <a:gd name="connsiteX45" fmla="*/ 5444641 w 9662615"/>
              <a:gd name="connsiteY45" fmla="*/ 1487602 h 1583140"/>
              <a:gd name="connsiteX46" fmla="*/ 5299812 w 9662615"/>
              <a:gd name="connsiteY46" fmla="*/ 1503362 h 1583140"/>
              <a:gd name="connsiteX47" fmla="*/ 5155638 w 9662615"/>
              <a:gd name="connsiteY47" fmla="*/ 1521938 h 1583140"/>
              <a:gd name="connsiteX48" fmla="*/ 5090342 w 9662615"/>
              <a:gd name="connsiteY48" fmla="*/ 1546680 h 1583140"/>
              <a:gd name="connsiteX49" fmla="*/ 5082104 w 9662615"/>
              <a:gd name="connsiteY49" fmla="*/ 1547781 h 1583140"/>
              <a:gd name="connsiteX50" fmla="*/ 5059484 w 9662615"/>
              <a:gd name="connsiteY50" fmla="*/ 1546802 h 1583140"/>
              <a:gd name="connsiteX51" fmla="*/ 5050958 w 9662615"/>
              <a:gd name="connsiteY51" fmla="*/ 1545776 h 1583140"/>
              <a:gd name="connsiteX52" fmla="*/ 5038524 w 9662615"/>
              <a:gd name="connsiteY52" fmla="*/ 1545675 h 1583140"/>
              <a:gd name="connsiteX53" fmla="*/ 5038223 w 9662615"/>
              <a:gd name="connsiteY53" fmla="*/ 1545881 h 1583140"/>
              <a:gd name="connsiteX54" fmla="*/ 5026564 w 9662615"/>
              <a:gd name="connsiteY54" fmla="*/ 1545376 h 1583140"/>
              <a:gd name="connsiteX55" fmla="*/ 4969433 w 9662615"/>
              <a:gd name="connsiteY55" fmla="*/ 1540263 h 1583140"/>
              <a:gd name="connsiteX56" fmla="*/ 4894799 w 9662615"/>
              <a:gd name="connsiteY56" fmla="*/ 1559476 h 1583140"/>
              <a:gd name="connsiteX57" fmla="*/ 4863775 w 9662615"/>
              <a:gd name="connsiteY57" fmla="*/ 1562633 h 1583140"/>
              <a:gd name="connsiteX58" fmla="*/ 4847242 w 9662615"/>
              <a:gd name="connsiteY58" fmla="*/ 1565435 h 1583140"/>
              <a:gd name="connsiteX59" fmla="*/ 4846237 w 9662615"/>
              <a:gd name="connsiteY59" fmla="*/ 1566331 h 1583140"/>
              <a:gd name="connsiteX60" fmla="*/ 4791466 w 9662615"/>
              <a:gd name="connsiteY60" fmla="*/ 1561324 h 1583140"/>
              <a:gd name="connsiteX61" fmla="*/ 4784247 w 9662615"/>
              <a:gd name="connsiteY61" fmla="*/ 1562342 h 1583140"/>
              <a:gd name="connsiteX62" fmla="*/ 4748477 w 9662615"/>
              <a:gd name="connsiteY62" fmla="*/ 1556925 h 1583140"/>
              <a:gd name="connsiteX63" fmla="*/ 4730033 w 9662615"/>
              <a:gd name="connsiteY63" fmla="*/ 1555274 h 1583140"/>
              <a:gd name="connsiteX64" fmla="*/ 4724747 w 9662615"/>
              <a:gd name="connsiteY64" fmla="*/ 1552439 h 1583140"/>
              <a:gd name="connsiteX65" fmla="*/ 4697562 w 9662615"/>
              <a:gd name="connsiteY65" fmla="*/ 1551206 h 1583140"/>
              <a:gd name="connsiteX66" fmla="*/ 4694469 w 9662615"/>
              <a:gd name="connsiteY66" fmla="*/ 1551958 h 1583140"/>
              <a:gd name="connsiteX67" fmla="*/ 4671940 w 9662615"/>
              <a:gd name="connsiteY67" fmla="*/ 1547617 h 1583140"/>
              <a:gd name="connsiteX68" fmla="*/ 4652930 w 9662615"/>
              <a:gd name="connsiteY68" fmla="*/ 1539961 h 1583140"/>
              <a:gd name="connsiteX69" fmla="*/ 4422155 w 9662615"/>
              <a:gd name="connsiteY69" fmla="*/ 1542059 h 1583140"/>
              <a:gd name="connsiteX70" fmla="*/ 4221826 w 9662615"/>
              <a:gd name="connsiteY70" fmla="*/ 1508923 h 1583140"/>
              <a:gd name="connsiteX71" fmla="*/ 4096601 w 9662615"/>
              <a:gd name="connsiteY71" fmla="*/ 1510961 h 1583140"/>
              <a:gd name="connsiteX72" fmla="*/ 3986537 w 9662615"/>
              <a:gd name="connsiteY72" fmla="*/ 1523612 h 1583140"/>
              <a:gd name="connsiteX73" fmla="*/ 3743791 w 9662615"/>
              <a:gd name="connsiteY73" fmla="*/ 1516637 h 1583140"/>
              <a:gd name="connsiteX74" fmla="*/ 3664453 w 9662615"/>
              <a:gd name="connsiteY74" fmla="*/ 1521660 h 1583140"/>
              <a:gd name="connsiteX75" fmla="*/ 3594070 w 9662615"/>
              <a:gd name="connsiteY75" fmla="*/ 1509422 h 1583140"/>
              <a:gd name="connsiteX76" fmla="*/ 3565233 w 9662615"/>
              <a:gd name="connsiteY76" fmla="*/ 1515122 h 1583140"/>
              <a:gd name="connsiteX77" fmla="*/ 3560267 w 9662615"/>
              <a:gd name="connsiteY77" fmla="*/ 1516288 h 1583140"/>
              <a:gd name="connsiteX78" fmla="*/ 3540258 w 9662615"/>
              <a:gd name="connsiteY78" fmla="*/ 1516976 h 1583140"/>
              <a:gd name="connsiteX79" fmla="*/ 3534780 w 9662615"/>
              <a:gd name="connsiteY79" fmla="*/ 1522141 h 1583140"/>
              <a:gd name="connsiteX80" fmla="*/ 3504783 w 9662615"/>
              <a:gd name="connsiteY80" fmla="*/ 1526739 h 1583140"/>
              <a:gd name="connsiteX81" fmla="*/ 3467911 w 9662615"/>
              <a:gd name="connsiteY81" fmla="*/ 1526618 h 1583140"/>
              <a:gd name="connsiteX82" fmla="*/ 3292707 w 9662615"/>
              <a:gd name="connsiteY82" fmla="*/ 1520490 h 1583140"/>
              <a:gd name="connsiteX83" fmla="*/ 3187872 w 9662615"/>
              <a:gd name="connsiteY83" fmla="*/ 1519991 h 1583140"/>
              <a:gd name="connsiteX84" fmla="*/ 3148026 w 9662615"/>
              <a:gd name="connsiteY84" fmla="*/ 1524777 h 1583140"/>
              <a:gd name="connsiteX85" fmla="*/ 3092394 w 9662615"/>
              <a:gd name="connsiteY85" fmla="*/ 1528115 h 1583140"/>
              <a:gd name="connsiteX86" fmla="*/ 2994200 w 9662615"/>
              <a:gd name="connsiteY86" fmla="*/ 1537857 h 1583140"/>
              <a:gd name="connsiteX87" fmla="*/ 2862301 w 9662615"/>
              <a:gd name="connsiteY87" fmla="*/ 1544250 h 1583140"/>
              <a:gd name="connsiteX88" fmla="*/ 2766335 w 9662615"/>
              <a:gd name="connsiteY88" fmla="*/ 1527662 h 1583140"/>
              <a:gd name="connsiteX89" fmla="*/ 2757836 w 9662615"/>
              <a:gd name="connsiteY89" fmla="*/ 1531371 h 1583140"/>
              <a:gd name="connsiteX90" fmla="*/ 2691555 w 9662615"/>
              <a:gd name="connsiteY90" fmla="*/ 1530283 h 1583140"/>
              <a:gd name="connsiteX91" fmla="*/ 2459871 w 9662615"/>
              <a:gd name="connsiteY91" fmla="*/ 1500859 h 1583140"/>
              <a:gd name="connsiteX92" fmla="*/ 2330328 w 9662615"/>
              <a:gd name="connsiteY92" fmla="*/ 1499441 h 1583140"/>
              <a:gd name="connsiteX93" fmla="*/ 2284269 w 9662615"/>
              <a:gd name="connsiteY93" fmla="*/ 1503068 h 1583140"/>
              <a:gd name="connsiteX94" fmla="*/ 2207104 w 9662615"/>
              <a:gd name="connsiteY94" fmla="*/ 1508888 h 1583140"/>
              <a:gd name="connsiteX95" fmla="*/ 2149226 w 9662615"/>
              <a:gd name="connsiteY95" fmla="*/ 1523409 h 1583140"/>
              <a:gd name="connsiteX96" fmla="*/ 2084783 w 9662615"/>
              <a:gd name="connsiteY96" fmla="*/ 1524245 h 1583140"/>
              <a:gd name="connsiteX97" fmla="*/ 2070075 w 9662615"/>
              <a:gd name="connsiteY97" fmla="*/ 1511285 h 1583140"/>
              <a:gd name="connsiteX98" fmla="*/ 2001057 w 9662615"/>
              <a:gd name="connsiteY98" fmla="*/ 1516449 h 1583140"/>
              <a:gd name="connsiteX99" fmla="*/ 1896330 w 9662615"/>
              <a:gd name="connsiteY99" fmla="*/ 1525725 h 1583140"/>
              <a:gd name="connsiteX100" fmla="*/ 1835994 w 9662615"/>
              <a:gd name="connsiteY100" fmla="*/ 1527678 h 1583140"/>
              <a:gd name="connsiteX101" fmla="*/ 1671119 w 9662615"/>
              <a:gd name="connsiteY101" fmla="*/ 1536701 h 1583140"/>
              <a:gd name="connsiteX102" fmla="*/ 1505921 w 9662615"/>
              <a:gd name="connsiteY102" fmla="*/ 1548552 h 1583140"/>
              <a:gd name="connsiteX103" fmla="*/ 1407755 w 9662615"/>
              <a:gd name="connsiteY103" fmla="*/ 1571444 h 1583140"/>
              <a:gd name="connsiteX104" fmla="*/ 1271994 w 9662615"/>
              <a:gd name="connsiteY104" fmla="*/ 1579471 h 1583140"/>
              <a:gd name="connsiteX105" fmla="*/ 1249226 w 9662615"/>
              <a:gd name="connsiteY105" fmla="*/ 1583140 h 1583140"/>
              <a:gd name="connsiteX106" fmla="*/ 1217719 w 9662615"/>
              <a:gd name="connsiteY106" fmla="*/ 1580863 h 1583140"/>
              <a:gd name="connsiteX107" fmla="*/ 1091432 w 9662615"/>
              <a:gd name="connsiteY107" fmla="*/ 1571003 h 1583140"/>
              <a:gd name="connsiteX108" fmla="*/ 992039 w 9662615"/>
              <a:gd name="connsiteY108" fmla="*/ 1556662 h 1583140"/>
              <a:gd name="connsiteX109" fmla="*/ 868264 w 9662615"/>
              <a:gd name="connsiteY109" fmla="*/ 1566392 h 1583140"/>
              <a:gd name="connsiteX110" fmla="*/ 792765 w 9662615"/>
              <a:gd name="connsiteY110" fmla="*/ 1563102 h 1583140"/>
              <a:gd name="connsiteX111" fmla="*/ 669055 w 9662615"/>
              <a:gd name="connsiteY111" fmla="*/ 1543638 h 1583140"/>
              <a:gd name="connsiteX112" fmla="*/ 506152 w 9662615"/>
              <a:gd name="connsiteY112" fmla="*/ 1549124 h 1583140"/>
              <a:gd name="connsiteX113" fmla="*/ 472797 w 9662615"/>
              <a:gd name="connsiteY113" fmla="*/ 1568904 h 1583140"/>
              <a:gd name="connsiteX114" fmla="*/ 427864 w 9662615"/>
              <a:gd name="connsiteY114" fmla="*/ 1580848 h 1583140"/>
              <a:gd name="connsiteX115" fmla="*/ 408381 w 9662615"/>
              <a:gd name="connsiteY115" fmla="*/ 1552940 h 1583140"/>
              <a:gd name="connsiteX116" fmla="*/ 267163 w 9662615"/>
              <a:gd name="connsiteY116" fmla="*/ 1531913 h 1583140"/>
              <a:gd name="connsiteX117" fmla="*/ 196644 w 9662615"/>
              <a:gd name="connsiteY117" fmla="*/ 1524565 h 1583140"/>
              <a:gd name="connsiteX118" fmla="*/ 86819 w 9662615"/>
              <a:gd name="connsiteY118" fmla="*/ 1519517 h 1583140"/>
              <a:gd name="connsiteX119" fmla="*/ 53369 w 9662615"/>
              <a:gd name="connsiteY119" fmla="*/ 1516853 h 1583140"/>
              <a:gd name="connsiteX120" fmla="*/ 2359 w 9662615"/>
              <a:gd name="connsiteY120" fmla="*/ 1515247 h 1583140"/>
              <a:gd name="connsiteX121" fmla="*/ 0 w 9662615"/>
              <a:gd name="connsiteY121" fmla="*/ 1514932 h 1583140"/>
              <a:gd name="connsiteX122" fmla="*/ 0 w 9662615"/>
              <a:gd name="connsiteY122" fmla="*/ 0 h 1583140"/>
              <a:gd name="connsiteX0" fmla="*/ 0 w 9662615"/>
              <a:gd name="connsiteY0" fmla="*/ 0 h 1583140"/>
              <a:gd name="connsiteX1" fmla="*/ 9662615 w 9662615"/>
              <a:gd name="connsiteY1" fmla="*/ 0 h 1583140"/>
              <a:gd name="connsiteX2" fmla="*/ 9662615 w 9662615"/>
              <a:gd name="connsiteY2" fmla="*/ 1280346 h 1583140"/>
              <a:gd name="connsiteX3" fmla="*/ 9658420 w 9662615"/>
              <a:gd name="connsiteY3" fmla="*/ 1280106 h 1583140"/>
              <a:gd name="connsiteX4" fmla="*/ 9469546 w 9662615"/>
              <a:gd name="connsiteY4" fmla="*/ 1289837 h 1583140"/>
              <a:gd name="connsiteX5" fmla="*/ 9385895 w 9662615"/>
              <a:gd name="connsiteY5" fmla="*/ 1269203 h 1583140"/>
              <a:gd name="connsiteX6" fmla="*/ 9144767 w 9662615"/>
              <a:gd name="connsiteY6" fmla="*/ 1264120 h 1583140"/>
              <a:gd name="connsiteX7" fmla="*/ 8837252 w 9662615"/>
              <a:gd name="connsiteY7" fmla="*/ 1350515 h 1583140"/>
              <a:gd name="connsiteX8" fmla="*/ 8705466 w 9662615"/>
              <a:gd name="connsiteY8" fmla="*/ 1342419 h 1583140"/>
              <a:gd name="connsiteX9" fmla="*/ 8652221 w 9662615"/>
              <a:gd name="connsiteY9" fmla="*/ 1326906 h 1583140"/>
              <a:gd name="connsiteX10" fmla="*/ 8632312 w 9662615"/>
              <a:gd name="connsiteY10" fmla="*/ 1326025 h 1583140"/>
              <a:gd name="connsiteX11" fmla="*/ 8591582 w 9662615"/>
              <a:gd name="connsiteY11" fmla="*/ 1341666 h 1583140"/>
              <a:gd name="connsiteX12" fmla="*/ 8537336 w 9662615"/>
              <a:gd name="connsiteY12" fmla="*/ 1341684 h 1583140"/>
              <a:gd name="connsiteX13" fmla="*/ 8472508 w 9662615"/>
              <a:gd name="connsiteY13" fmla="*/ 1363109 h 1583140"/>
              <a:gd name="connsiteX14" fmla="*/ 8258477 w 9662615"/>
              <a:gd name="connsiteY14" fmla="*/ 1370666 h 1583140"/>
              <a:gd name="connsiteX15" fmla="*/ 8197961 w 9662615"/>
              <a:gd name="connsiteY15" fmla="*/ 1392804 h 1583140"/>
              <a:gd name="connsiteX16" fmla="*/ 8171196 w 9662615"/>
              <a:gd name="connsiteY16" fmla="*/ 1397216 h 1583140"/>
              <a:gd name="connsiteX17" fmla="*/ 8127667 w 9662615"/>
              <a:gd name="connsiteY17" fmla="*/ 1418254 h 1583140"/>
              <a:gd name="connsiteX18" fmla="*/ 7974579 w 9662615"/>
              <a:gd name="connsiteY18" fmla="*/ 1383439 h 1583140"/>
              <a:gd name="connsiteX19" fmla="*/ 7768351 w 9662615"/>
              <a:gd name="connsiteY19" fmla="*/ 1395051 h 1583140"/>
              <a:gd name="connsiteX20" fmla="*/ 7577675 w 9662615"/>
              <a:gd name="connsiteY20" fmla="*/ 1370461 h 1583140"/>
              <a:gd name="connsiteX21" fmla="*/ 7466069 w 9662615"/>
              <a:gd name="connsiteY21" fmla="*/ 1377654 h 1583140"/>
              <a:gd name="connsiteX22" fmla="*/ 7435155 w 9662615"/>
              <a:gd name="connsiteY22" fmla="*/ 1397159 h 1583140"/>
              <a:gd name="connsiteX23" fmla="*/ 7151610 w 9662615"/>
              <a:gd name="connsiteY23" fmla="*/ 1397856 h 1583140"/>
              <a:gd name="connsiteX24" fmla="*/ 7082147 w 9662615"/>
              <a:gd name="connsiteY24" fmla="*/ 1406113 h 1583140"/>
              <a:gd name="connsiteX25" fmla="*/ 7014958 w 9662615"/>
              <a:gd name="connsiteY25" fmla="*/ 1396883 h 1583140"/>
              <a:gd name="connsiteX26" fmla="*/ 6907567 w 9662615"/>
              <a:gd name="connsiteY26" fmla="*/ 1419149 h 1583140"/>
              <a:gd name="connsiteX27" fmla="*/ 6748428 w 9662615"/>
              <a:gd name="connsiteY27" fmla="*/ 1420308 h 1583140"/>
              <a:gd name="connsiteX28" fmla="*/ 6654257 w 9662615"/>
              <a:gd name="connsiteY28" fmla="*/ 1424143 h 1583140"/>
              <a:gd name="connsiteX29" fmla="*/ 6620123 w 9662615"/>
              <a:gd name="connsiteY29" fmla="*/ 1430535 h 1583140"/>
              <a:gd name="connsiteX30" fmla="*/ 6571355 w 9662615"/>
              <a:gd name="connsiteY30" fmla="*/ 1436144 h 1583140"/>
              <a:gd name="connsiteX31" fmla="*/ 6486557 w 9662615"/>
              <a:gd name="connsiteY31" fmla="*/ 1449861 h 1583140"/>
              <a:gd name="connsiteX32" fmla="*/ 6370419 w 9662615"/>
              <a:gd name="connsiteY32" fmla="*/ 1461649 h 1583140"/>
              <a:gd name="connsiteX33" fmla="*/ 6278839 w 9662615"/>
              <a:gd name="connsiteY33" fmla="*/ 1449160 h 1583140"/>
              <a:gd name="connsiteX34" fmla="*/ 6272455 w 9662615"/>
              <a:gd name="connsiteY34" fmla="*/ 1453191 h 1583140"/>
              <a:gd name="connsiteX35" fmla="*/ 6212659 w 9662615"/>
              <a:gd name="connsiteY35" fmla="*/ 1454850 h 1583140"/>
              <a:gd name="connsiteX36" fmla="*/ 5995105 w 9662615"/>
              <a:gd name="connsiteY36" fmla="*/ 1435236 h 1583140"/>
              <a:gd name="connsiteX37" fmla="*/ 5878477 w 9662615"/>
              <a:gd name="connsiteY37" fmla="*/ 1439180 h 1583140"/>
              <a:gd name="connsiteX38" fmla="*/ 5838387 w 9662615"/>
              <a:gd name="connsiteY38" fmla="*/ 1444679 h 1583140"/>
              <a:gd name="connsiteX39" fmla="*/ 5771136 w 9662615"/>
              <a:gd name="connsiteY39" fmla="*/ 1453639 h 1583140"/>
              <a:gd name="connsiteX40" fmla="*/ 5724081 w 9662615"/>
              <a:gd name="connsiteY40" fmla="*/ 1470431 h 1583140"/>
              <a:gd name="connsiteX41" fmla="*/ 5666577 w 9662615"/>
              <a:gd name="connsiteY41" fmla="*/ 1473921 h 1583140"/>
              <a:gd name="connsiteX42" fmla="*/ 5649068 w 9662615"/>
              <a:gd name="connsiteY42" fmla="*/ 1461676 h 1583140"/>
              <a:gd name="connsiteX43" fmla="*/ 5588902 w 9662615"/>
              <a:gd name="connsiteY43" fmla="*/ 1469647 h 1583140"/>
              <a:gd name="connsiteX44" fmla="*/ 5498090 w 9662615"/>
              <a:gd name="connsiteY44" fmla="*/ 1483173 h 1583140"/>
              <a:gd name="connsiteX45" fmla="*/ 5444641 w 9662615"/>
              <a:gd name="connsiteY45" fmla="*/ 1487602 h 1583140"/>
              <a:gd name="connsiteX46" fmla="*/ 5299812 w 9662615"/>
              <a:gd name="connsiteY46" fmla="*/ 1503362 h 1583140"/>
              <a:gd name="connsiteX47" fmla="*/ 5155638 w 9662615"/>
              <a:gd name="connsiteY47" fmla="*/ 1521938 h 1583140"/>
              <a:gd name="connsiteX48" fmla="*/ 5090342 w 9662615"/>
              <a:gd name="connsiteY48" fmla="*/ 1546680 h 1583140"/>
              <a:gd name="connsiteX49" fmla="*/ 5082104 w 9662615"/>
              <a:gd name="connsiteY49" fmla="*/ 1547781 h 1583140"/>
              <a:gd name="connsiteX50" fmla="*/ 5059484 w 9662615"/>
              <a:gd name="connsiteY50" fmla="*/ 1546802 h 1583140"/>
              <a:gd name="connsiteX51" fmla="*/ 5050958 w 9662615"/>
              <a:gd name="connsiteY51" fmla="*/ 1545776 h 1583140"/>
              <a:gd name="connsiteX52" fmla="*/ 5038524 w 9662615"/>
              <a:gd name="connsiteY52" fmla="*/ 1545675 h 1583140"/>
              <a:gd name="connsiteX53" fmla="*/ 5038223 w 9662615"/>
              <a:gd name="connsiteY53" fmla="*/ 1545881 h 1583140"/>
              <a:gd name="connsiteX54" fmla="*/ 5026564 w 9662615"/>
              <a:gd name="connsiteY54" fmla="*/ 1545376 h 1583140"/>
              <a:gd name="connsiteX55" fmla="*/ 4969433 w 9662615"/>
              <a:gd name="connsiteY55" fmla="*/ 1540263 h 1583140"/>
              <a:gd name="connsiteX56" fmla="*/ 4894799 w 9662615"/>
              <a:gd name="connsiteY56" fmla="*/ 1559476 h 1583140"/>
              <a:gd name="connsiteX57" fmla="*/ 4863775 w 9662615"/>
              <a:gd name="connsiteY57" fmla="*/ 1562633 h 1583140"/>
              <a:gd name="connsiteX58" fmla="*/ 4847242 w 9662615"/>
              <a:gd name="connsiteY58" fmla="*/ 1565435 h 1583140"/>
              <a:gd name="connsiteX59" fmla="*/ 4846237 w 9662615"/>
              <a:gd name="connsiteY59" fmla="*/ 1566331 h 1583140"/>
              <a:gd name="connsiteX60" fmla="*/ 4791466 w 9662615"/>
              <a:gd name="connsiteY60" fmla="*/ 1561324 h 1583140"/>
              <a:gd name="connsiteX61" fmla="*/ 4784247 w 9662615"/>
              <a:gd name="connsiteY61" fmla="*/ 1562342 h 1583140"/>
              <a:gd name="connsiteX62" fmla="*/ 4748477 w 9662615"/>
              <a:gd name="connsiteY62" fmla="*/ 1556925 h 1583140"/>
              <a:gd name="connsiteX63" fmla="*/ 4730033 w 9662615"/>
              <a:gd name="connsiteY63" fmla="*/ 1555274 h 1583140"/>
              <a:gd name="connsiteX64" fmla="*/ 4724747 w 9662615"/>
              <a:gd name="connsiteY64" fmla="*/ 1552439 h 1583140"/>
              <a:gd name="connsiteX65" fmla="*/ 4697562 w 9662615"/>
              <a:gd name="connsiteY65" fmla="*/ 1551206 h 1583140"/>
              <a:gd name="connsiteX66" fmla="*/ 4694469 w 9662615"/>
              <a:gd name="connsiteY66" fmla="*/ 1551958 h 1583140"/>
              <a:gd name="connsiteX67" fmla="*/ 4671940 w 9662615"/>
              <a:gd name="connsiteY67" fmla="*/ 1547617 h 1583140"/>
              <a:gd name="connsiteX68" fmla="*/ 4652930 w 9662615"/>
              <a:gd name="connsiteY68" fmla="*/ 1539961 h 1583140"/>
              <a:gd name="connsiteX69" fmla="*/ 4422155 w 9662615"/>
              <a:gd name="connsiteY69" fmla="*/ 1542059 h 1583140"/>
              <a:gd name="connsiteX70" fmla="*/ 4221826 w 9662615"/>
              <a:gd name="connsiteY70" fmla="*/ 1508923 h 1583140"/>
              <a:gd name="connsiteX71" fmla="*/ 4096601 w 9662615"/>
              <a:gd name="connsiteY71" fmla="*/ 1510961 h 1583140"/>
              <a:gd name="connsiteX72" fmla="*/ 3970635 w 9662615"/>
              <a:gd name="connsiteY72" fmla="*/ 1544815 h 1583140"/>
              <a:gd name="connsiteX73" fmla="*/ 3743791 w 9662615"/>
              <a:gd name="connsiteY73" fmla="*/ 1516637 h 1583140"/>
              <a:gd name="connsiteX74" fmla="*/ 3664453 w 9662615"/>
              <a:gd name="connsiteY74" fmla="*/ 1521660 h 1583140"/>
              <a:gd name="connsiteX75" fmla="*/ 3594070 w 9662615"/>
              <a:gd name="connsiteY75" fmla="*/ 1509422 h 1583140"/>
              <a:gd name="connsiteX76" fmla="*/ 3565233 w 9662615"/>
              <a:gd name="connsiteY76" fmla="*/ 1515122 h 1583140"/>
              <a:gd name="connsiteX77" fmla="*/ 3560267 w 9662615"/>
              <a:gd name="connsiteY77" fmla="*/ 1516288 h 1583140"/>
              <a:gd name="connsiteX78" fmla="*/ 3540258 w 9662615"/>
              <a:gd name="connsiteY78" fmla="*/ 1516976 h 1583140"/>
              <a:gd name="connsiteX79" fmla="*/ 3534780 w 9662615"/>
              <a:gd name="connsiteY79" fmla="*/ 1522141 h 1583140"/>
              <a:gd name="connsiteX80" fmla="*/ 3504783 w 9662615"/>
              <a:gd name="connsiteY80" fmla="*/ 1526739 h 1583140"/>
              <a:gd name="connsiteX81" fmla="*/ 3467911 w 9662615"/>
              <a:gd name="connsiteY81" fmla="*/ 1526618 h 1583140"/>
              <a:gd name="connsiteX82" fmla="*/ 3292707 w 9662615"/>
              <a:gd name="connsiteY82" fmla="*/ 1520490 h 1583140"/>
              <a:gd name="connsiteX83" fmla="*/ 3187872 w 9662615"/>
              <a:gd name="connsiteY83" fmla="*/ 1519991 h 1583140"/>
              <a:gd name="connsiteX84" fmla="*/ 3148026 w 9662615"/>
              <a:gd name="connsiteY84" fmla="*/ 1524777 h 1583140"/>
              <a:gd name="connsiteX85" fmla="*/ 3092394 w 9662615"/>
              <a:gd name="connsiteY85" fmla="*/ 1528115 h 1583140"/>
              <a:gd name="connsiteX86" fmla="*/ 2994200 w 9662615"/>
              <a:gd name="connsiteY86" fmla="*/ 1537857 h 1583140"/>
              <a:gd name="connsiteX87" fmla="*/ 2862301 w 9662615"/>
              <a:gd name="connsiteY87" fmla="*/ 1544250 h 1583140"/>
              <a:gd name="connsiteX88" fmla="*/ 2766335 w 9662615"/>
              <a:gd name="connsiteY88" fmla="*/ 1527662 h 1583140"/>
              <a:gd name="connsiteX89" fmla="*/ 2757836 w 9662615"/>
              <a:gd name="connsiteY89" fmla="*/ 1531371 h 1583140"/>
              <a:gd name="connsiteX90" fmla="*/ 2691555 w 9662615"/>
              <a:gd name="connsiteY90" fmla="*/ 1530283 h 1583140"/>
              <a:gd name="connsiteX91" fmla="*/ 2459871 w 9662615"/>
              <a:gd name="connsiteY91" fmla="*/ 1500859 h 1583140"/>
              <a:gd name="connsiteX92" fmla="*/ 2330328 w 9662615"/>
              <a:gd name="connsiteY92" fmla="*/ 1499441 h 1583140"/>
              <a:gd name="connsiteX93" fmla="*/ 2284269 w 9662615"/>
              <a:gd name="connsiteY93" fmla="*/ 1503068 h 1583140"/>
              <a:gd name="connsiteX94" fmla="*/ 2207104 w 9662615"/>
              <a:gd name="connsiteY94" fmla="*/ 1508888 h 1583140"/>
              <a:gd name="connsiteX95" fmla="*/ 2149226 w 9662615"/>
              <a:gd name="connsiteY95" fmla="*/ 1523409 h 1583140"/>
              <a:gd name="connsiteX96" fmla="*/ 2084783 w 9662615"/>
              <a:gd name="connsiteY96" fmla="*/ 1524245 h 1583140"/>
              <a:gd name="connsiteX97" fmla="*/ 2070075 w 9662615"/>
              <a:gd name="connsiteY97" fmla="*/ 1511285 h 1583140"/>
              <a:gd name="connsiteX98" fmla="*/ 2001057 w 9662615"/>
              <a:gd name="connsiteY98" fmla="*/ 1516449 h 1583140"/>
              <a:gd name="connsiteX99" fmla="*/ 1896330 w 9662615"/>
              <a:gd name="connsiteY99" fmla="*/ 1525725 h 1583140"/>
              <a:gd name="connsiteX100" fmla="*/ 1835994 w 9662615"/>
              <a:gd name="connsiteY100" fmla="*/ 1527678 h 1583140"/>
              <a:gd name="connsiteX101" fmla="*/ 1671119 w 9662615"/>
              <a:gd name="connsiteY101" fmla="*/ 1536701 h 1583140"/>
              <a:gd name="connsiteX102" fmla="*/ 1505921 w 9662615"/>
              <a:gd name="connsiteY102" fmla="*/ 1548552 h 1583140"/>
              <a:gd name="connsiteX103" fmla="*/ 1407755 w 9662615"/>
              <a:gd name="connsiteY103" fmla="*/ 1571444 h 1583140"/>
              <a:gd name="connsiteX104" fmla="*/ 1271994 w 9662615"/>
              <a:gd name="connsiteY104" fmla="*/ 1579471 h 1583140"/>
              <a:gd name="connsiteX105" fmla="*/ 1249226 w 9662615"/>
              <a:gd name="connsiteY105" fmla="*/ 1583140 h 1583140"/>
              <a:gd name="connsiteX106" fmla="*/ 1217719 w 9662615"/>
              <a:gd name="connsiteY106" fmla="*/ 1580863 h 1583140"/>
              <a:gd name="connsiteX107" fmla="*/ 1091432 w 9662615"/>
              <a:gd name="connsiteY107" fmla="*/ 1571003 h 1583140"/>
              <a:gd name="connsiteX108" fmla="*/ 992039 w 9662615"/>
              <a:gd name="connsiteY108" fmla="*/ 1556662 h 1583140"/>
              <a:gd name="connsiteX109" fmla="*/ 868264 w 9662615"/>
              <a:gd name="connsiteY109" fmla="*/ 1566392 h 1583140"/>
              <a:gd name="connsiteX110" fmla="*/ 792765 w 9662615"/>
              <a:gd name="connsiteY110" fmla="*/ 1563102 h 1583140"/>
              <a:gd name="connsiteX111" fmla="*/ 669055 w 9662615"/>
              <a:gd name="connsiteY111" fmla="*/ 1543638 h 1583140"/>
              <a:gd name="connsiteX112" fmla="*/ 506152 w 9662615"/>
              <a:gd name="connsiteY112" fmla="*/ 1549124 h 1583140"/>
              <a:gd name="connsiteX113" fmla="*/ 472797 w 9662615"/>
              <a:gd name="connsiteY113" fmla="*/ 1568904 h 1583140"/>
              <a:gd name="connsiteX114" fmla="*/ 427864 w 9662615"/>
              <a:gd name="connsiteY114" fmla="*/ 1580848 h 1583140"/>
              <a:gd name="connsiteX115" fmla="*/ 408381 w 9662615"/>
              <a:gd name="connsiteY115" fmla="*/ 1552940 h 1583140"/>
              <a:gd name="connsiteX116" fmla="*/ 267163 w 9662615"/>
              <a:gd name="connsiteY116" fmla="*/ 1531913 h 1583140"/>
              <a:gd name="connsiteX117" fmla="*/ 196644 w 9662615"/>
              <a:gd name="connsiteY117" fmla="*/ 1524565 h 1583140"/>
              <a:gd name="connsiteX118" fmla="*/ 86819 w 9662615"/>
              <a:gd name="connsiteY118" fmla="*/ 1519517 h 1583140"/>
              <a:gd name="connsiteX119" fmla="*/ 53369 w 9662615"/>
              <a:gd name="connsiteY119" fmla="*/ 1516853 h 1583140"/>
              <a:gd name="connsiteX120" fmla="*/ 2359 w 9662615"/>
              <a:gd name="connsiteY120" fmla="*/ 1515247 h 1583140"/>
              <a:gd name="connsiteX121" fmla="*/ 0 w 9662615"/>
              <a:gd name="connsiteY121" fmla="*/ 1514932 h 1583140"/>
              <a:gd name="connsiteX122" fmla="*/ 0 w 9662615"/>
              <a:gd name="connsiteY122" fmla="*/ 0 h 1583140"/>
              <a:gd name="connsiteX0" fmla="*/ 0 w 9662615"/>
              <a:gd name="connsiteY0" fmla="*/ 0 h 1583140"/>
              <a:gd name="connsiteX1" fmla="*/ 9662615 w 9662615"/>
              <a:gd name="connsiteY1" fmla="*/ 0 h 1583140"/>
              <a:gd name="connsiteX2" fmla="*/ 9662615 w 9662615"/>
              <a:gd name="connsiteY2" fmla="*/ 1280346 h 1583140"/>
              <a:gd name="connsiteX3" fmla="*/ 9658420 w 9662615"/>
              <a:gd name="connsiteY3" fmla="*/ 1280106 h 1583140"/>
              <a:gd name="connsiteX4" fmla="*/ 9469546 w 9662615"/>
              <a:gd name="connsiteY4" fmla="*/ 1289837 h 1583140"/>
              <a:gd name="connsiteX5" fmla="*/ 9385895 w 9662615"/>
              <a:gd name="connsiteY5" fmla="*/ 1269203 h 1583140"/>
              <a:gd name="connsiteX6" fmla="*/ 9144767 w 9662615"/>
              <a:gd name="connsiteY6" fmla="*/ 1264120 h 1583140"/>
              <a:gd name="connsiteX7" fmla="*/ 8837252 w 9662615"/>
              <a:gd name="connsiteY7" fmla="*/ 1350515 h 1583140"/>
              <a:gd name="connsiteX8" fmla="*/ 8705466 w 9662615"/>
              <a:gd name="connsiteY8" fmla="*/ 1342419 h 1583140"/>
              <a:gd name="connsiteX9" fmla="*/ 8652221 w 9662615"/>
              <a:gd name="connsiteY9" fmla="*/ 1326906 h 1583140"/>
              <a:gd name="connsiteX10" fmla="*/ 8632312 w 9662615"/>
              <a:gd name="connsiteY10" fmla="*/ 1326025 h 1583140"/>
              <a:gd name="connsiteX11" fmla="*/ 8591582 w 9662615"/>
              <a:gd name="connsiteY11" fmla="*/ 1341666 h 1583140"/>
              <a:gd name="connsiteX12" fmla="*/ 8537336 w 9662615"/>
              <a:gd name="connsiteY12" fmla="*/ 1341684 h 1583140"/>
              <a:gd name="connsiteX13" fmla="*/ 8472508 w 9662615"/>
              <a:gd name="connsiteY13" fmla="*/ 1363109 h 1583140"/>
              <a:gd name="connsiteX14" fmla="*/ 8258477 w 9662615"/>
              <a:gd name="connsiteY14" fmla="*/ 1370666 h 1583140"/>
              <a:gd name="connsiteX15" fmla="*/ 8197961 w 9662615"/>
              <a:gd name="connsiteY15" fmla="*/ 1392804 h 1583140"/>
              <a:gd name="connsiteX16" fmla="*/ 8171196 w 9662615"/>
              <a:gd name="connsiteY16" fmla="*/ 1397216 h 1583140"/>
              <a:gd name="connsiteX17" fmla="*/ 8127667 w 9662615"/>
              <a:gd name="connsiteY17" fmla="*/ 1418254 h 1583140"/>
              <a:gd name="connsiteX18" fmla="*/ 7974579 w 9662615"/>
              <a:gd name="connsiteY18" fmla="*/ 1383439 h 1583140"/>
              <a:gd name="connsiteX19" fmla="*/ 7768351 w 9662615"/>
              <a:gd name="connsiteY19" fmla="*/ 1395051 h 1583140"/>
              <a:gd name="connsiteX20" fmla="*/ 7577675 w 9662615"/>
              <a:gd name="connsiteY20" fmla="*/ 1370461 h 1583140"/>
              <a:gd name="connsiteX21" fmla="*/ 7466069 w 9662615"/>
              <a:gd name="connsiteY21" fmla="*/ 1377654 h 1583140"/>
              <a:gd name="connsiteX22" fmla="*/ 7435155 w 9662615"/>
              <a:gd name="connsiteY22" fmla="*/ 1397159 h 1583140"/>
              <a:gd name="connsiteX23" fmla="*/ 7151610 w 9662615"/>
              <a:gd name="connsiteY23" fmla="*/ 1397856 h 1583140"/>
              <a:gd name="connsiteX24" fmla="*/ 7082147 w 9662615"/>
              <a:gd name="connsiteY24" fmla="*/ 1406113 h 1583140"/>
              <a:gd name="connsiteX25" fmla="*/ 7014958 w 9662615"/>
              <a:gd name="connsiteY25" fmla="*/ 1396883 h 1583140"/>
              <a:gd name="connsiteX26" fmla="*/ 6907567 w 9662615"/>
              <a:gd name="connsiteY26" fmla="*/ 1419149 h 1583140"/>
              <a:gd name="connsiteX27" fmla="*/ 6748428 w 9662615"/>
              <a:gd name="connsiteY27" fmla="*/ 1420308 h 1583140"/>
              <a:gd name="connsiteX28" fmla="*/ 6654257 w 9662615"/>
              <a:gd name="connsiteY28" fmla="*/ 1424143 h 1583140"/>
              <a:gd name="connsiteX29" fmla="*/ 6620123 w 9662615"/>
              <a:gd name="connsiteY29" fmla="*/ 1430535 h 1583140"/>
              <a:gd name="connsiteX30" fmla="*/ 6571355 w 9662615"/>
              <a:gd name="connsiteY30" fmla="*/ 1436144 h 1583140"/>
              <a:gd name="connsiteX31" fmla="*/ 6486557 w 9662615"/>
              <a:gd name="connsiteY31" fmla="*/ 1449861 h 1583140"/>
              <a:gd name="connsiteX32" fmla="*/ 6370419 w 9662615"/>
              <a:gd name="connsiteY32" fmla="*/ 1461649 h 1583140"/>
              <a:gd name="connsiteX33" fmla="*/ 6278839 w 9662615"/>
              <a:gd name="connsiteY33" fmla="*/ 1449160 h 1583140"/>
              <a:gd name="connsiteX34" fmla="*/ 6272455 w 9662615"/>
              <a:gd name="connsiteY34" fmla="*/ 1453191 h 1583140"/>
              <a:gd name="connsiteX35" fmla="*/ 6212659 w 9662615"/>
              <a:gd name="connsiteY35" fmla="*/ 1454850 h 1583140"/>
              <a:gd name="connsiteX36" fmla="*/ 5995105 w 9662615"/>
              <a:gd name="connsiteY36" fmla="*/ 1435236 h 1583140"/>
              <a:gd name="connsiteX37" fmla="*/ 5878477 w 9662615"/>
              <a:gd name="connsiteY37" fmla="*/ 1439180 h 1583140"/>
              <a:gd name="connsiteX38" fmla="*/ 5838387 w 9662615"/>
              <a:gd name="connsiteY38" fmla="*/ 1444679 h 1583140"/>
              <a:gd name="connsiteX39" fmla="*/ 5771136 w 9662615"/>
              <a:gd name="connsiteY39" fmla="*/ 1453639 h 1583140"/>
              <a:gd name="connsiteX40" fmla="*/ 5724081 w 9662615"/>
              <a:gd name="connsiteY40" fmla="*/ 1470431 h 1583140"/>
              <a:gd name="connsiteX41" fmla="*/ 5666577 w 9662615"/>
              <a:gd name="connsiteY41" fmla="*/ 1473921 h 1583140"/>
              <a:gd name="connsiteX42" fmla="*/ 5649068 w 9662615"/>
              <a:gd name="connsiteY42" fmla="*/ 1461676 h 1583140"/>
              <a:gd name="connsiteX43" fmla="*/ 5588902 w 9662615"/>
              <a:gd name="connsiteY43" fmla="*/ 1469647 h 1583140"/>
              <a:gd name="connsiteX44" fmla="*/ 5498090 w 9662615"/>
              <a:gd name="connsiteY44" fmla="*/ 1483173 h 1583140"/>
              <a:gd name="connsiteX45" fmla="*/ 5444641 w 9662615"/>
              <a:gd name="connsiteY45" fmla="*/ 1487602 h 1583140"/>
              <a:gd name="connsiteX46" fmla="*/ 5299812 w 9662615"/>
              <a:gd name="connsiteY46" fmla="*/ 1503362 h 1583140"/>
              <a:gd name="connsiteX47" fmla="*/ 5155638 w 9662615"/>
              <a:gd name="connsiteY47" fmla="*/ 1521938 h 1583140"/>
              <a:gd name="connsiteX48" fmla="*/ 5090342 w 9662615"/>
              <a:gd name="connsiteY48" fmla="*/ 1546680 h 1583140"/>
              <a:gd name="connsiteX49" fmla="*/ 5082104 w 9662615"/>
              <a:gd name="connsiteY49" fmla="*/ 1547781 h 1583140"/>
              <a:gd name="connsiteX50" fmla="*/ 5059484 w 9662615"/>
              <a:gd name="connsiteY50" fmla="*/ 1546802 h 1583140"/>
              <a:gd name="connsiteX51" fmla="*/ 5050958 w 9662615"/>
              <a:gd name="connsiteY51" fmla="*/ 1545776 h 1583140"/>
              <a:gd name="connsiteX52" fmla="*/ 5038524 w 9662615"/>
              <a:gd name="connsiteY52" fmla="*/ 1545675 h 1583140"/>
              <a:gd name="connsiteX53" fmla="*/ 5038223 w 9662615"/>
              <a:gd name="connsiteY53" fmla="*/ 1545881 h 1583140"/>
              <a:gd name="connsiteX54" fmla="*/ 5026564 w 9662615"/>
              <a:gd name="connsiteY54" fmla="*/ 1545376 h 1583140"/>
              <a:gd name="connsiteX55" fmla="*/ 4969433 w 9662615"/>
              <a:gd name="connsiteY55" fmla="*/ 1540263 h 1583140"/>
              <a:gd name="connsiteX56" fmla="*/ 4894799 w 9662615"/>
              <a:gd name="connsiteY56" fmla="*/ 1559476 h 1583140"/>
              <a:gd name="connsiteX57" fmla="*/ 4863775 w 9662615"/>
              <a:gd name="connsiteY57" fmla="*/ 1562633 h 1583140"/>
              <a:gd name="connsiteX58" fmla="*/ 4847242 w 9662615"/>
              <a:gd name="connsiteY58" fmla="*/ 1565435 h 1583140"/>
              <a:gd name="connsiteX59" fmla="*/ 4846237 w 9662615"/>
              <a:gd name="connsiteY59" fmla="*/ 1566331 h 1583140"/>
              <a:gd name="connsiteX60" fmla="*/ 4791466 w 9662615"/>
              <a:gd name="connsiteY60" fmla="*/ 1561324 h 1583140"/>
              <a:gd name="connsiteX61" fmla="*/ 4784247 w 9662615"/>
              <a:gd name="connsiteY61" fmla="*/ 1562342 h 1583140"/>
              <a:gd name="connsiteX62" fmla="*/ 4748477 w 9662615"/>
              <a:gd name="connsiteY62" fmla="*/ 1556925 h 1583140"/>
              <a:gd name="connsiteX63" fmla="*/ 4730033 w 9662615"/>
              <a:gd name="connsiteY63" fmla="*/ 1555274 h 1583140"/>
              <a:gd name="connsiteX64" fmla="*/ 4724747 w 9662615"/>
              <a:gd name="connsiteY64" fmla="*/ 1552439 h 1583140"/>
              <a:gd name="connsiteX65" fmla="*/ 4697562 w 9662615"/>
              <a:gd name="connsiteY65" fmla="*/ 1551206 h 1583140"/>
              <a:gd name="connsiteX66" fmla="*/ 4694469 w 9662615"/>
              <a:gd name="connsiteY66" fmla="*/ 1551958 h 1583140"/>
              <a:gd name="connsiteX67" fmla="*/ 4671940 w 9662615"/>
              <a:gd name="connsiteY67" fmla="*/ 1547617 h 1583140"/>
              <a:gd name="connsiteX68" fmla="*/ 4652930 w 9662615"/>
              <a:gd name="connsiteY68" fmla="*/ 1539961 h 1583140"/>
              <a:gd name="connsiteX69" fmla="*/ 4422155 w 9662615"/>
              <a:gd name="connsiteY69" fmla="*/ 1542059 h 1583140"/>
              <a:gd name="connsiteX70" fmla="*/ 4221826 w 9662615"/>
              <a:gd name="connsiteY70" fmla="*/ 1508923 h 1583140"/>
              <a:gd name="connsiteX71" fmla="*/ 4096601 w 9662615"/>
              <a:gd name="connsiteY71" fmla="*/ 1510961 h 1583140"/>
              <a:gd name="connsiteX72" fmla="*/ 3970635 w 9662615"/>
              <a:gd name="connsiteY72" fmla="*/ 1544815 h 1583140"/>
              <a:gd name="connsiteX73" fmla="*/ 3743791 w 9662615"/>
              <a:gd name="connsiteY73" fmla="*/ 1516637 h 1583140"/>
              <a:gd name="connsiteX74" fmla="*/ 3664453 w 9662615"/>
              <a:gd name="connsiteY74" fmla="*/ 1521660 h 1583140"/>
              <a:gd name="connsiteX75" fmla="*/ 3594070 w 9662615"/>
              <a:gd name="connsiteY75" fmla="*/ 1509422 h 1583140"/>
              <a:gd name="connsiteX76" fmla="*/ 3565233 w 9662615"/>
              <a:gd name="connsiteY76" fmla="*/ 1515122 h 1583140"/>
              <a:gd name="connsiteX77" fmla="*/ 3560267 w 9662615"/>
              <a:gd name="connsiteY77" fmla="*/ 1516288 h 1583140"/>
              <a:gd name="connsiteX78" fmla="*/ 3540258 w 9662615"/>
              <a:gd name="connsiteY78" fmla="*/ 1516976 h 1583140"/>
              <a:gd name="connsiteX79" fmla="*/ 3534780 w 9662615"/>
              <a:gd name="connsiteY79" fmla="*/ 1522141 h 1583140"/>
              <a:gd name="connsiteX80" fmla="*/ 3504783 w 9662615"/>
              <a:gd name="connsiteY80" fmla="*/ 1526739 h 1583140"/>
              <a:gd name="connsiteX81" fmla="*/ 3467911 w 9662615"/>
              <a:gd name="connsiteY81" fmla="*/ 1526618 h 1583140"/>
              <a:gd name="connsiteX82" fmla="*/ 3292707 w 9662615"/>
              <a:gd name="connsiteY82" fmla="*/ 1520490 h 1583140"/>
              <a:gd name="connsiteX83" fmla="*/ 3187872 w 9662615"/>
              <a:gd name="connsiteY83" fmla="*/ 1519991 h 1583140"/>
              <a:gd name="connsiteX84" fmla="*/ 3148026 w 9662615"/>
              <a:gd name="connsiteY84" fmla="*/ 1524777 h 1583140"/>
              <a:gd name="connsiteX85" fmla="*/ 3092394 w 9662615"/>
              <a:gd name="connsiteY85" fmla="*/ 1528115 h 1583140"/>
              <a:gd name="connsiteX86" fmla="*/ 2994200 w 9662615"/>
              <a:gd name="connsiteY86" fmla="*/ 1537857 h 1583140"/>
              <a:gd name="connsiteX87" fmla="*/ 2862301 w 9662615"/>
              <a:gd name="connsiteY87" fmla="*/ 1544250 h 1583140"/>
              <a:gd name="connsiteX88" fmla="*/ 2766335 w 9662615"/>
              <a:gd name="connsiteY88" fmla="*/ 1527662 h 1583140"/>
              <a:gd name="connsiteX89" fmla="*/ 2757836 w 9662615"/>
              <a:gd name="connsiteY89" fmla="*/ 1531371 h 1583140"/>
              <a:gd name="connsiteX90" fmla="*/ 2691555 w 9662615"/>
              <a:gd name="connsiteY90" fmla="*/ 1530283 h 1583140"/>
              <a:gd name="connsiteX91" fmla="*/ 2459871 w 9662615"/>
              <a:gd name="connsiteY91" fmla="*/ 1500859 h 1583140"/>
              <a:gd name="connsiteX92" fmla="*/ 2330328 w 9662615"/>
              <a:gd name="connsiteY92" fmla="*/ 1499441 h 1583140"/>
              <a:gd name="connsiteX93" fmla="*/ 2284269 w 9662615"/>
              <a:gd name="connsiteY93" fmla="*/ 1503068 h 1583140"/>
              <a:gd name="connsiteX94" fmla="*/ 2207104 w 9662615"/>
              <a:gd name="connsiteY94" fmla="*/ 1508888 h 1583140"/>
              <a:gd name="connsiteX95" fmla="*/ 2149226 w 9662615"/>
              <a:gd name="connsiteY95" fmla="*/ 1523409 h 1583140"/>
              <a:gd name="connsiteX96" fmla="*/ 2084783 w 9662615"/>
              <a:gd name="connsiteY96" fmla="*/ 1524245 h 1583140"/>
              <a:gd name="connsiteX97" fmla="*/ 2070075 w 9662615"/>
              <a:gd name="connsiteY97" fmla="*/ 1511285 h 1583140"/>
              <a:gd name="connsiteX98" fmla="*/ 2001057 w 9662615"/>
              <a:gd name="connsiteY98" fmla="*/ 1516449 h 1583140"/>
              <a:gd name="connsiteX99" fmla="*/ 1896330 w 9662615"/>
              <a:gd name="connsiteY99" fmla="*/ 1525725 h 1583140"/>
              <a:gd name="connsiteX100" fmla="*/ 1835994 w 9662615"/>
              <a:gd name="connsiteY100" fmla="*/ 1527678 h 1583140"/>
              <a:gd name="connsiteX101" fmla="*/ 1671119 w 9662615"/>
              <a:gd name="connsiteY101" fmla="*/ 1536701 h 1583140"/>
              <a:gd name="connsiteX102" fmla="*/ 1505921 w 9662615"/>
              <a:gd name="connsiteY102" fmla="*/ 1548552 h 1583140"/>
              <a:gd name="connsiteX103" fmla="*/ 1407755 w 9662615"/>
              <a:gd name="connsiteY103" fmla="*/ 1571444 h 1583140"/>
              <a:gd name="connsiteX104" fmla="*/ 1271994 w 9662615"/>
              <a:gd name="connsiteY104" fmla="*/ 1579471 h 1583140"/>
              <a:gd name="connsiteX105" fmla="*/ 1249226 w 9662615"/>
              <a:gd name="connsiteY105" fmla="*/ 1583140 h 1583140"/>
              <a:gd name="connsiteX106" fmla="*/ 1217719 w 9662615"/>
              <a:gd name="connsiteY106" fmla="*/ 1580863 h 1583140"/>
              <a:gd name="connsiteX107" fmla="*/ 1091432 w 9662615"/>
              <a:gd name="connsiteY107" fmla="*/ 1571003 h 1583140"/>
              <a:gd name="connsiteX108" fmla="*/ 992039 w 9662615"/>
              <a:gd name="connsiteY108" fmla="*/ 1556662 h 1583140"/>
              <a:gd name="connsiteX109" fmla="*/ 868264 w 9662615"/>
              <a:gd name="connsiteY109" fmla="*/ 1566392 h 1583140"/>
              <a:gd name="connsiteX110" fmla="*/ 792765 w 9662615"/>
              <a:gd name="connsiteY110" fmla="*/ 1563102 h 1583140"/>
              <a:gd name="connsiteX111" fmla="*/ 669055 w 9662615"/>
              <a:gd name="connsiteY111" fmla="*/ 1543638 h 1583140"/>
              <a:gd name="connsiteX112" fmla="*/ 506152 w 9662615"/>
              <a:gd name="connsiteY112" fmla="*/ 1549124 h 1583140"/>
              <a:gd name="connsiteX113" fmla="*/ 472797 w 9662615"/>
              <a:gd name="connsiteY113" fmla="*/ 1568904 h 1583140"/>
              <a:gd name="connsiteX114" fmla="*/ 427864 w 9662615"/>
              <a:gd name="connsiteY114" fmla="*/ 1580848 h 1583140"/>
              <a:gd name="connsiteX115" fmla="*/ 408381 w 9662615"/>
              <a:gd name="connsiteY115" fmla="*/ 1552940 h 1583140"/>
              <a:gd name="connsiteX116" fmla="*/ 267163 w 9662615"/>
              <a:gd name="connsiteY116" fmla="*/ 1531913 h 1583140"/>
              <a:gd name="connsiteX117" fmla="*/ 196644 w 9662615"/>
              <a:gd name="connsiteY117" fmla="*/ 1524565 h 1583140"/>
              <a:gd name="connsiteX118" fmla="*/ 86819 w 9662615"/>
              <a:gd name="connsiteY118" fmla="*/ 1519517 h 1583140"/>
              <a:gd name="connsiteX119" fmla="*/ 53369 w 9662615"/>
              <a:gd name="connsiteY119" fmla="*/ 1516853 h 1583140"/>
              <a:gd name="connsiteX120" fmla="*/ 2359 w 9662615"/>
              <a:gd name="connsiteY120" fmla="*/ 1515247 h 1583140"/>
              <a:gd name="connsiteX121" fmla="*/ 0 w 9662615"/>
              <a:gd name="connsiteY121" fmla="*/ 1514932 h 1583140"/>
              <a:gd name="connsiteX122" fmla="*/ 0 w 9662615"/>
              <a:gd name="connsiteY122" fmla="*/ 0 h 1583140"/>
              <a:gd name="connsiteX0" fmla="*/ 0 w 9662615"/>
              <a:gd name="connsiteY0" fmla="*/ 0 h 1583140"/>
              <a:gd name="connsiteX1" fmla="*/ 9662615 w 9662615"/>
              <a:gd name="connsiteY1" fmla="*/ 0 h 1583140"/>
              <a:gd name="connsiteX2" fmla="*/ 9662615 w 9662615"/>
              <a:gd name="connsiteY2" fmla="*/ 1280346 h 1583140"/>
              <a:gd name="connsiteX3" fmla="*/ 9658420 w 9662615"/>
              <a:gd name="connsiteY3" fmla="*/ 1280106 h 1583140"/>
              <a:gd name="connsiteX4" fmla="*/ 9469546 w 9662615"/>
              <a:gd name="connsiteY4" fmla="*/ 1289837 h 1583140"/>
              <a:gd name="connsiteX5" fmla="*/ 9385895 w 9662615"/>
              <a:gd name="connsiteY5" fmla="*/ 1269203 h 1583140"/>
              <a:gd name="connsiteX6" fmla="*/ 9144767 w 9662615"/>
              <a:gd name="connsiteY6" fmla="*/ 1264120 h 1583140"/>
              <a:gd name="connsiteX7" fmla="*/ 8837252 w 9662615"/>
              <a:gd name="connsiteY7" fmla="*/ 1350515 h 1583140"/>
              <a:gd name="connsiteX8" fmla="*/ 8705466 w 9662615"/>
              <a:gd name="connsiteY8" fmla="*/ 1342419 h 1583140"/>
              <a:gd name="connsiteX9" fmla="*/ 8652221 w 9662615"/>
              <a:gd name="connsiteY9" fmla="*/ 1326906 h 1583140"/>
              <a:gd name="connsiteX10" fmla="*/ 8632312 w 9662615"/>
              <a:gd name="connsiteY10" fmla="*/ 1326025 h 1583140"/>
              <a:gd name="connsiteX11" fmla="*/ 8591582 w 9662615"/>
              <a:gd name="connsiteY11" fmla="*/ 1341666 h 1583140"/>
              <a:gd name="connsiteX12" fmla="*/ 8537336 w 9662615"/>
              <a:gd name="connsiteY12" fmla="*/ 1341684 h 1583140"/>
              <a:gd name="connsiteX13" fmla="*/ 8472508 w 9662615"/>
              <a:gd name="connsiteY13" fmla="*/ 1363109 h 1583140"/>
              <a:gd name="connsiteX14" fmla="*/ 8258477 w 9662615"/>
              <a:gd name="connsiteY14" fmla="*/ 1370666 h 1583140"/>
              <a:gd name="connsiteX15" fmla="*/ 8197961 w 9662615"/>
              <a:gd name="connsiteY15" fmla="*/ 1392804 h 1583140"/>
              <a:gd name="connsiteX16" fmla="*/ 8171196 w 9662615"/>
              <a:gd name="connsiteY16" fmla="*/ 1397216 h 1583140"/>
              <a:gd name="connsiteX17" fmla="*/ 8127667 w 9662615"/>
              <a:gd name="connsiteY17" fmla="*/ 1418254 h 1583140"/>
              <a:gd name="connsiteX18" fmla="*/ 7974579 w 9662615"/>
              <a:gd name="connsiteY18" fmla="*/ 1383439 h 1583140"/>
              <a:gd name="connsiteX19" fmla="*/ 7768351 w 9662615"/>
              <a:gd name="connsiteY19" fmla="*/ 1395051 h 1583140"/>
              <a:gd name="connsiteX20" fmla="*/ 7577675 w 9662615"/>
              <a:gd name="connsiteY20" fmla="*/ 1370461 h 1583140"/>
              <a:gd name="connsiteX21" fmla="*/ 7466069 w 9662615"/>
              <a:gd name="connsiteY21" fmla="*/ 1377654 h 1583140"/>
              <a:gd name="connsiteX22" fmla="*/ 7435155 w 9662615"/>
              <a:gd name="connsiteY22" fmla="*/ 1397159 h 1583140"/>
              <a:gd name="connsiteX23" fmla="*/ 7151610 w 9662615"/>
              <a:gd name="connsiteY23" fmla="*/ 1397856 h 1583140"/>
              <a:gd name="connsiteX24" fmla="*/ 7082147 w 9662615"/>
              <a:gd name="connsiteY24" fmla="*/ 1406113 h 1583140"/>
              <a:gd name="connsiteX25" fmla="*/ 7014958 w 9662615"/>
              <a:gd name="connsiteY25" fmla="*/ 1396883 h 1583140"/>
              <a:gd name="connsiteX26" fmla="*/ 6907567 w 9662615"/>
              <a:gd name="connsiteY26" fmla="*/ 1419149 h 1583140"/>
              <a:gd name="connsiteX27" fmla="*/ 6748428 w 9662615"/>
              <a:gd name="connsiteY27" fmla="*/ 1420308 h 1583140"/>
              <a:gd name="connsiteX28" fmla="*/ 6654257 w 9662615"/>
              <a:gd name="connsiteY28" fmla="*/ 1424143 h 1583140"/>
              <a:gd name="connsiteX29" fmla="*/ 6620123 w 9662615"/>
              <a:gd name="connsiteY29" fmla="*/ 1430535 h 1583140"/>
              <a:gd name="connsiteX30" fmla="*/ 6571355 w 9662615"/>
              <a:gd name="connsiteY30" fmla="*/ 1436144 h 1583140"/>
              <a:gd name="connsiteX31" fmla="*/ 6486557 w 9662615"/>
              <a:gd name="connsiteY31" fmla="*/ 1449861 h 1583140"/>
              <a:gd name="connsiteX32" fmla="*/ 6370419 w 9662615"/>
              <a:gd name="connsiteY32" fmla="*/ 1461649 h 1583140"/>
              <a:gd name="connsiteX33" fmla="*/ 6278839 w 9662615"/>
              <a:gd name="connsiteY33" fmla="*/ 1449160 h 1583140"/>
              <a:gd name="connsiteX34" fmla="*/ 6272455 w 9662615"/>
              <a:gd name="connsiteY34" fmla="*/ 1453191 h 1583140"/>
              <a:gd name="connsiteX35" fmla="*/ 6212659 w 9662615"/>
              <a:gd name="connsiteY35" fmla="*/ 1454850 h 1583140"/>
              <a:gd name="connsiteX36" fmla="*/ 5995105 w 9662615"/>
              <a:gd name="connsiteY36" fmla="*/ 1435236 h 1583140"/>
              <a:gd name="connsiteX37" fmla="*/ 5878477 w 9662615"/>
              <a:gd name="connsiteY37" fmla="*/ 1439180 h 1583140"/>
              <a:gd name="connsiteX38" fmla="*/ 5838387 w 9662615"/>
              <a:gd name="connsiteY38" fmla="*/ 1444679 h 1583140"/>
              <a:gd name="connsiteX39" fmla="*/ 5771136 w 9662615"/>
              <a:gd name="connsiteY39" fmla="*/ 1453639 h 1583140"/>
              <a:gd name="connsiteX40" fmla="*/ 5724081 w 9662615"/>
              <a:gd name="connsiteY40" fmla="*/ 1470431 h 1583140"/>
              <a:gd name="connsiteX41" fmla="*/ 5666577 w 9662615"/>
              <a:gd name="connsiteY41" fmla="*/ 1473921 h 1583140"/>
              <a:gd name="connsiteX42" fmla="*/ 5649068 w 9662615"/>
              <a:gd name="connsiteY42" fmla="*/ 1461676 h 1583140"/>
              <a:gd name="connsiteX43" fmla="*/ 5588902 w 9662615"/>
              <a:gd name="connsiteY43" fmla="*/ 1469647 h 1583140"/>
              <a:gd name="connsiteX44" fmla="*/ 5498090 w 9662615"/>
              <a:gd name="connsiteY44" fmla="*/ 1483173 h 1583140"/>
              <a:gd name="connsiteX45" fmla="*/ 5444641 w 9662615"/>
              <a:gd name="connsiteY45" fmla="*/ 1487602 h 1583140"/>
              <a:gd name="connsiteX46" fmla="*/ 5299812 w 9662615"/>
              <a:gd name="connsiteY46" fmla="*/ 1503362 h 1583140"/>
              <a:gd name="connsiteX47" fmla="*/ 5155638 w 9662615"/>
              <a:gd name="connsiteY47" fmla="*/ 1521938 h 1583140"/>
              <a:gd name="connsiteX48" fmla="*/ 5090342 w 9662615"/>
              <a:gd name="connsiteY48" fmla="*/ 1546680 h 1583140"/>
              <a:gd name="connsiteX49" fmla="*/ 5082104 w 9662615"/>
              <a:gd name="connsiteY49" fmla="*/ 1547781 h 1583140"/>
              <a:gd name="connsiteX50" fmla="*/ 5059484 w 9662615"/>
              <a:gd name="connsiteY50" fmla="*/ 1546802 h 1583140"/>
              <a:gd name="connsiteX51" fmla="*/ 5050958 w 9662615"/>
              <a:gd name="connsiteY51" fmla="*/ 1545776 h 1583140"/>
              <a:gd name="connsiteX52" fmla="*/ 5038524 w 9662615"/>
              <a:gd name="connsiteY52" fmla="*/ 1545675 h 1583140"/>
              <a:gd name="connsiteX53" fmla="*/ 5038223 w 9662615"/>
              <a:gd name="connsiteY53" fmla="*/ 1545881 h 1583140"/>
              <a:gd name="connsiteX54" fmla="*/ 5026564 w 9662615"/>
              <a:gd name="connsiteY54" fmla="*/ 1545376 h 1583140"/>
              <a:gd name="connsiteX55" fmla="*/ 4969433 w 9662615"/>
              <a:gd name="connsiteY55" fmla="*/ 1540263 h 1583140"/>
              <a:gd name="connsiteX56" fmla="*/ 4894799 w 9662615"/>
              <a:gd name="connsiteY56" fmla="*/ 1559476 h 1583140"/>
              <a:gd name="connsiteX57" fmla="*/ 4863775 w 9662615"/>
              <a:gd name="connsiteY57" fmla="*/ 1562633 h 1583140"/>
              <a:gd name="connsiteX58" fmla="*/ 4847242 w 9662615"/>
              <a:gd name="connsiteY58" fmla="*/ 1565435 h 1583140"/>
              <a:gd name="connsiteX59" fmla="*/ 4846237 w 9662615"/>
              <a:gd name="connsiteY59" fmla="*/ 1566331 h 1583140"/>
              <a:gd name="connsiteX60" fmla="*/ 4791466 w 9662615"/>
              <a:gd name="connsiteY60" fmla="*/ 1561324 h 1583140"/>
              <a:gd name="connsiteX61" fmla="*/ 4784247 w 9662615"/>
              <a:gd name="connsiteY61" fmla="*/ 1562342 h 1583140"/>
              <a:gd name="connsiteX62" fmla="*/ 4748477 w 9662615"/>
              <a:gd name="connsiteY62" fmla="*/ 1556925 h 1583140"/>
              <a:gd name="connsiteX63" fmla="*/ 4730033 w 9662615"/>
              <a:gd name="connsiteY63" fmla="*/ 1555274 h 1583140"/>
              <a:gd name="connsiteX64" fmla="*/ 4724747 w 9662615"/>
              <a:gd name="connsiteY64" fmla="*/ 1552439 h 1583140"/>
              <a:gd name="connsiteX65" fmla="*/ 4697562 w 9662615"/>
              <a:gd name="connsiteY65" fmla="*/ 1551206 h 1583140"/>
              <a:gd name="connsiteX66" fmla="*/ 4694469 w 9662615"/>
              <a:gd name="connsiteY66" fmla="*/ 1551958 h 1583140"/>
              <a:gd name="connsiteX67" fmla="*/ 4671940 w 9662615"/>
              <a:gd name="connsiteY67" fmla="*/ 1547617 h 1583140"/>
              <a:gd name="connsiteX68" fmla="*/ 4652930 w 9662615"/>
              <a:gd name="connsiteY68" fmla="*/ 1539961 h 1583140"/>
              <a:gd name="connsiteX69" fmla="*/ 4422155 w 9662615"/>
              <a:gd name="connsiteY69" fmla="*/ 1542059 h 1583140"/>
              <a:gd name="connsiteX70" fmla="*/ 4221826 w 9662615"/>
              <a:gd name="connsiteY70" fmla="*/ 1508923 h 1583140"/>
              <a:gd name="connsiteX71" fmla="*/ 4096601 w 9662615"/>
              <a:gd name="connsiteY71" fmla="*/ 1510961 h 1583140"/>
              <a:gd name="connsiteX72" fmla="*/ 3970635 w 9662615"/>
              <a:gd name="connsiteY72" fmla="*/ 1544815 h 1583140"/>
              <a:gd name="connsiteX73" fmla="*/ 3743791 w 9662615"/>
              <a:gd name="connsiteY73" fmla="*/ 1516637 h 1583140"/>
              <a:gd name="connsiteX74" fmla="*/ 3664453 w 9662615"/>
              <a:gd name="connsiteY74" fmla="*/ 1521660 h 1583140"/>
              <a:gd name="connsiteX75" fmla="*/ 3594070 w 9662615"/>
              <a:gd name="connsiteY75" fmla="*/ 1509422 h 1583140"/>
              <a:gd name="connsiteX76" fmla="*/ 3565233 w 9662615"/>
              <a:gd name="connsiteY76" fmla="*/ 1515122 h 1583140"/>
              <a:gd name="connsiteX77" fmla="*/ 3560267 w 9662615"/>
              <a:gd name="connsiteY77" fmla="*/ 1516288 h 1583140"/>
              <a:gd name="connsiteX78" fmla="*/ 3540258 w 9662615"/>
              <a:gd name="connsiteY78" fmla="*/ 1516976 h 1583140"/>
              <a:gd name="connsiteX79" fmla="*/ 3534780 w 9662615"/>
              <a:gd name="connsiteY79" fmla="*/ 1522141 h 1583140"/>
              <a:gd name="connsiteX80" fmla="*/ 3504783 w 9662615"/>
              <a:gd name="connsiteY80" fmla="*/ 1526739 h 1583140"/>
              <a:gd name="connsiteX81" fmla="*/ 3467911 w 9662615"/>
              <a:gd name="connsiteY81" fmla="*/ 1526618 h 1583140"/>
              <a:gd name="connsiteX82" fmla="*/ 3292707 w 9662615"/>
              <a:gd name="connsiteY82" fmla="*/ 1520490 h 1583140"/>
              <a:gd name="connsiteX83" fmla="*/ 3187872 w 9662615"/>
              <a:gd name="connsiteY83" fmla="*/ 1519991 h 1583140"/>
              <a:gd name="connsiteX84" fmla="*/ 3148026 w 9662615"/>
              <a:gd name="connsiteY84" fmla="*/ 1524777 h 1583140"/>
              <a:gd name="connsiteX85" fmla="*/ 3092394 w 9662615"/>
              <a:gd name="connsiteY85" fmla="*/ 1528115 h 1583140"/>
              <a:gd name="connsiteX86" fmla="*/ 2994200 w 9662615"/>
              <a:gd name="connsiteY86" fmla="*/ 1537857 h 1583140"/>
              <a:gd name="connsiteX87" fmla="*/ 2862301 w 9662615"/>
              <a:gd name="connsiteY87" fmla="*/ 1544250 h 1583140"/>
              <a:gd name="connsiteX88" fmla="*/ 2766335 w 9662615"/>
              <a:gd name="connsiteY88" fmla="*/ 1527662 h 1583140"/>
              <a:gd name="connsiteX89" fmla="*/ 2757836 w 9662615"/>
              <a:gd name="connsiteY89" fmla="*/ 1531371 h 1583140"/>
              <a:gd name="connsiteX90" fmla="*/ 2691555 w 9662615"/>
              <a:gd name="connsiteY90" fmla="*/ 1530283 h 1583140"/>
              <a:gd name="connsiteX91" fmla="*/ 2459871 w 9662615"/>
              <a:gd name="connsiteY91" fmla="*/ 1500859 h 1583140"/>
              <a:gd name="connsiteX92" fmla="*/ 2330328 w 9662615"/>
              <a:gd name="connsiteY92" fmla="*/ 1499441 h 1583140"/>
              <a:gd name="connsiteX93" fmla="*/ 2284269 w 9662615"/>
              <a:gd name="connsiteY93" fmla="*/ 1503068 h 1583140"/>
              <a:gd name="connsiteX94" fmla="*/ 2207104 w 9662615"/>
              <a:gd name="connsiteY94" fmla="*/ 1508888 h 1583140"/>
              <a:gd name="connsiteX95" fmla="*/ 2149226 w 9662615"/>
              <a:gd name="connsiteY95" fmla="*/ 1523409 h 1583140"/>
              <a:gd name="connsiteX96" fmla="*/ 2084783 w 9662615"/>
              <a:gd name="connsiteY96" fmla="*/ 1524245 h 1583140"/>
              <a:gd name="connsiteX97" fmla="*/ 2070075 w 9662615"/>
              <a:gd name="connsiteY97" fmla="*/ 1511285 h 1583140"/>
              <a:gd name="connsiteX98" fmla="*/ 2001057 w 9662615"/>
              <a:gd name="connsiteY98" fmla="*/ 1516449 h 1583140"/>
              <a:gd name="connsiteX99" fmla="*/ 1896330 w 9662615"/>
              <a:gd name="connsiteY99" fmla="*/ 1525725 h 1583140"/>
              <a:gd name="connsiteX100" fmla="*/ 1835994 w 9662615"/>
              <a:gd name="connsiteY100" fmla="*/ 1527678 h 1583140"/>
              <a:gd name="connsiteX101" fmla="*/ 1671119 w 9662615"/>
              <a:gd name="connsiteY101" fmla="*/ 1536701 h 1583140"/>
              <a:gd name="connsiteX102" fmla="*/ 1505921 w 9662615"/>
              <a:gd name="connsiteY102" fmla="*/ 1548552 h 1583140"/>
              <a:gd name="connsiteX103" fmla="*/ 1407755 w 9662615"/>
              <a:gd name="connsiteY103" fmla="*/ 1571444 h 1583140"/>
              <a:gd name="connsiteX104" fmla="*/ 1271994 w 9662615"/>
              <a:gd name="connsiteY104" fmla="*/ 1579471 h 1583140"/>
              <a:gd name="connsiteX105" fmla="*/ 1249226 w 9662615"/>
              <a:gd name="connsiteY105" fmla="*/ 1583140 h 1583140"/>
              <a:gd name="connsiteX106" fmla="*/ 1217719 w 9662615"/>
              <a:gd name="connsiteY106" fmla="*/ 1580863 h 1583140"/>
              <a:gd name="connsiteX107" fmla="*/ 1091432 w 9662615"/>
              <a:gd name="connsiteY107" fmla="*/ 1571003 h 1583140"/>
              <a:gd name="connsiteX108" fmla="*/ 992039 w 9662615"/>
              <a:gd name="connsiteY108" fmla="*/ 1556662 h 1583140"/>
              <a:gd name="connsiteX109" fmla="*/ 868264 w 9662615"/>
              <a:gd name="connsiteY109" fmla="*/ 1566392 h 1583140"/>
              <a:gd name="connsiteX110" fmla="*/ 792765 w 9662615"/>
              <a:gd name="connsiteY110" fmla="*/ 1563102 h 1583140"/>
              <a:gd name="connsiteX111" fmla="*/ 669055 w 9662615"/>
              <a:gd name="connsiteY111" fmla="*/ 1543638 h 1583140"/>
              <a:gd name="connsiteX112" fmla="*/ 506152 w 9662615"/>
              <a:gd name="connsiteY112" fmla="*/ 1549124 h 1583140"/>
              <a:gd name="connsiteX113" fmla="*/ 472797 w 9662615"/>
              <a:gd name="connsiteY113" fmla="*/ 1568904 h 1583140"/>
              <a:gd name="connsiteX114" fmla="*/ 427864 w 9662615"/>
              <a:gd name="connsiteY114" fmla="*/ 1580848 h 1583140"/>
              <a:gd name="connsiteX115" fmla="*/ 408381 w 9662615"/>
              <a:gd name="connsiteY115" fmla="*/ 1552940 h 1583140"/>
              <a:gd name="connsiteX116" fmla="*/ 267163 w 9662615"/>
              <a:gd name="connsiteY116" fmla="*/ 1531913 h 1583140"/>
              <a:gd name="connsiteX117" fmla="*/ 196644 w 9662615"/>
              <a:gd name="connsiteY117" fmla="*/ 1524565 h 1583140"/>
              <a:gd name="connsiteX118" fmla="*/ 86819 w 9662615"/>
              <a:gd name="connsiteY118" fmla="*/ 1519517 h 1583140"/>
              <a:gd name="connsiteX119" fmla="*/ 53369 w 9662615"/>
              <a:gd name="connsiteY119" fmla="*/ 1516853 h 1583140"/>
              <a:gd name="connsiteX120" fmla="*/ 2359 w 9662615"/>
              <a:gd name="connsiteY120" fmla="*/ 1515247 h 1583140"/>
              <a:gd name="connsiteX121" fmla="*/ 0 w 9662615"/>
              <a:gd name="connsiteY121" fmla="*/ 1514932 h 1583140"/>
              <a:gd name="connsiteX122" fmla="*/ 0 w 9662615"/>
              <a:gd name="connsiteY122" fmla="*/ 0 h 1583140"/>
              <a:gd name="connsiteX0" fmla="*/ 0 w 9662615"/>
              <a:gd name="connsiteY0" fmla="*/ 0 h 1583140"/>
              <a:gd name="connsiteX1" fmla="*/ 9662615 w 9662615"/>
              <a:gd name="connsiteY1" fmla="*/ 0 h 1583140"/>
              <a:gd name="connsiteX2" fmla="*/ 9662615 w 9662615"/>
              <a:gd name="connsiteY2" fmla="*/ 1280346 h 1583140"/>
              <a:gd name="connsiteX3" fmla="*/ 9658420 w 9662615"/>
              <a:gd name="connsiteY3" fmla="*/ 1280106 h 1583140"/>
              <a:gd name="connsiteX4" fmla="*/ 9469546 w 9662615"/>
              <a:gd name="connsiteY4" fmla="*/ 1289837 h 1583140"/>
              <a:gd name="connsiteX5" fmla="*/ 9385895 w 9662615"/>
              <a:gd name="connsiteY5" fmla="*/ 1269203 h 1583140"/>
              <a:gd name="connsiteX6" fmla="*/ 9144767 w 9662615"/>
              <a:gd name="connsiteY6" fmla="*/ 1264120 h 1583140"/>
              <a:gd name="connsiteX7" fmla="*/ 8837252 w 9662615"/>
              <a:gd name="connsiteY7" fmla="*/ 1350515 h 1583140"/>
              <a:gd name="connsiteX8" fmla="*/ 8705466 w 9662615"/>
              <a:gd name="connsiteY8" fmla="*/ 1342419 h 1583140"/>
              <a:gd name="connsiteX9" fmla="*/ 8652221 w 9662615"/>
              <a:gd name="connsiteY9" fmla="*/ 1326906 h 1583140"/>
              <a:gd name="connsiteX10" fmla="*/ 8632312 w 9662615"/>
              <a:gd name="connsiteY10" fmla="*/ 1326025 h 1583140"/>
              <a:gd name="connsiteX11" fmla="*/ 8591582 w 9662615"/>
              <a:gd name="connsiteY11" fmla="*/ 1341666 h 1583140"/>
              <a:gd name="connsiteX12" fmla="*/ 8537336 w 9662615"/>
              <a:gd name="connsiteY12" fmla="*/ 1341684 h 1583140"/>
              <a:gd name="connsiteX13" fmla="*/ 8472508 w 9662615"/>
              <a:gd name="connsiteY13" fmla="*/ 1363109 h 1583140"/>
              <a:gd name="connsiteX14" fmla="*/ 8258477 w 9662615"/>
              <a:gd name="connsiteY14" fmla="*/ 1370666 h 1583140"/>
              <a:gd name="connsiteX15" fmla="*/ 8197961 w 9662615"/>
              <a:gd name="connsiteY15" fmla="*/ 1392804 h 1583140"/>
              <a:gd name="connsiteX16" fmla="*/ 8171196 w 9662615"/>
              <a:gd name="connsiteY16" fmla="*/ 1397216 h 1583140"/>
              <a:gd name="connsiteX17" fmla="*/ 8127667 w 9662615"/>
              <a:gd name="connsiteY17" fmla="*/ 1418254 h 1583140"/>
              <a:gd name="connsiteX18" fmla="*/ 7974579 w 9662615"/>
              <a:gd name="connsiteY18" fmla="*/ 1383439 h 1583140"/>
              <a:gd name="connsiteX19" fmla="*/ 7768351 w 9662615"/>
              <a:gd name="connsiteY19" fmla="*/ 1395051 h 1583140"/>
              <a:gd name="connsiteX20" fmla="*/ 7577675 w 9662615"/>
              <a:gd name="connsiteY20" fmla="*/ 1370461 h 1583140"/>
              <a:gd name="connsiteX21" fmla="*/ 7466069 w 9662615"/>
              <a:gd name="connsiteY21" fmla="*/ 1377654 h 1583140"/>
              <a:gd name="connsiteX22" fmla="*/ 7435155 w 9662615"/>
              <a:gd name="connsiteY22" fmla="*/ 1397159 h 1583140"/>
              <a:gd name="connsiteX23" fmla="*/ 7151610 w 9662615"/>
              <a:gd name="connsiteY23" fmla="*/ 1397856 h 1583140"/>
              <a:gd name="connsiteX24" fmla="*/ 7082147 w 9662615"/>
              <a:gd name="connsiteY24" fmla="*/ 1406113 h 1583140"/>
              <a:gd name="connsiteX25" fmla="*/ 7014958 w 9662615"/>
              <a:gd name="connsiteY25" fmla="*/ 1396883 h 1583140"/>
              <a:gd name="connsiteX26" fmla="*/ 6907567 w 9662615"/>
              <a:gd name="connsiteY26" fmla="*/ 1419149 h 1583140"/>
              <a:gd name="connsiteX27" fmla="*/ 6748428 w 9662615"/>
              <a:gd name="connsiteY27" fmla="*/ 1420308 h 1583140"/>
              <a:gd name="connsiteX28" fmla="*/ 6654257 w 9662615"/>
              <a:gd name="connsiteY28" fmla="*/ 1424143 h 1583140"/>
              <a:gd name="connsiteX29" fmla="*/ 6620123 w 9662615"/>
              <a:gd name="connsiteY29" fmla="*/ 1430535 h 1583140"/>
              <a:gd name="connsiteX30" fmla="*/ 6571355 w 9662615"/>
              <a:gd name="connsiteY30" fmla="*/ 1436144 h 1583140"/>
              <a:gd name="connsiteX31" fmla="*/ 6486557 w 9662615"/>
              <a:gd name="connsiteY31" fmla="*/ 1449861 h 1583140"/>
              <a:gd name="connsiteX32" fmla="*/ 6370419 w 9662615"/>
              <a:gd name="connsiteY32" fmla="*/ 1461649 h 1583140"/>
              <a:gd name="connsiteX33" fmla="*/ 6278839 w 9662615"/>
              <a:gd name="connsiteY33" fmla="*/ 1449160 h 1583140"/>
              <a:gd name="connsiteX34" fmla="*/ 6272455 w 9662615"/>
              <a:gd name="connsiteY34" fmla="*/ 1453191 h 1583140"/>
              <a:gd name="connsiteX35" fmla="*/ 6212659 w 9662615"/>
              <a:gd name="connsiteY35" fmla="*/ 1454850 h 1583140"/>
              <a:gd name="connsiteX36" fmla="*/ 5995105 w 9662615"/>
              <a:gd name="connsiteY36" fmla="*/ 1435236 h 1583140"/>
              <a:gd name="connsiteX37" fmla="*/ 5878477 w 9662615"/>
              <a:gd name="connsiteY37" fmla="*/ 1439180 h 1583140"/>
              <a:gd name="connsiteX38" fmla="*/ 5838387 w 9662615"/>
              <a:gd name="connsiteY38" fmla="*/ 1444679 h 1583140"/>
              <a:gd name="connsiteX39" fmla="*/ 5771136 w 9662615"/>
              <a:gd name="connsiteY39" fmla="*/ 1453639 h 1583140"/>
              <a:gd name="connsiteX40" fmla="*/ 5724081 w 9662615"/>
              <a:gd name="connsiteY40" fmla="*/ 1470431 h 1583140"/>
              <a:gd name="connsiteX41" fmla="*/ 5666577 w 9662615"/>
              <a:gd name="connsiteY41" fmla="*/ 1473921 h 1583140"/>
              <a:gd name="connsiteX42" fmla="*/ 5649068 w 9662615"/>
              <a:gd name="connsiteY42" fmla="*/ 1461676 h 1583140"/>
              <a:gd name="connsiteX43" fmla="*/ 5588902 w 9662615"/>
              <a:gd name="connsiteY43" fmla="*/ 1469647 h 1583140"/>
              <a:gd name="connsiteX44" fmla="*/ 5498090 w 9662615"/>
              <a:gd name="connsiteY44" fmla="*/ 1483173 h 1583140"/>
              <a:gd name="connsiteX45" fmla="*/ 5444641 w 9662615"/>
              <a:gd name="connsiteY45" fmla="*/ 1487602 h 1583140"/>
              <a:gd name="connsiteX46" fmla="*/ 5299812 w 9662615"/>
              <a:gd name="connsiteY46" fmla="*/ 1503362 h 1583140"/>
              <a:gd name="connsiteX47" fmla="*/ 5155638 w 9662615"/>
              <a:gd name="connsiteY47" fmla="*/ 1521938 h 1583140"/>
              <a:gd name="connsiteX48" fmla="*/ 5090342 w 9662615"/>
              <a:gd name="connsiteY48" fmla="*/ 1546680 h 1583140"/>
              <a:gd name="connsiteX49" fmla="*/ 5082104 w 9662615"/>
              <a:gd name="connsiteY49" fmla="*/ 1547781 h 1583140"/>
              <a:gd name="connsiteX50" fmla="*/ 5059484 w 9662615"/>
              <a:gd name="connsiteY50" fmla="*/ 1546802 h 1583140"/>
              <a:gd name="connsiteX51" fmla="*/ 5050958 w 9662615"/>
              <a:gd name="connsiteY51" fmla="*/ 1545776 h 1583140"/>
              <a:gd name="connsiteX52" fmla="*/ 5038524 w 9662615"/>
              <a:gd name="connsiteY52" fmla="*/ 1545675 h 1583140"/>
              <a:gd name="connsiteX53" fmla="*/ 5038223 w 9662615"/>
              <a:gd name="connsiteY53" fmla="*/ 1545881 h 1583140"/>
              <a:gd name="connsiteX54" fmla="*/ 5026564 w 9662615"/>
              <a:gd name="connsiteY54" fmla="*/ 1545376 h 1583140"/>
              <a:gd name="connsiteX55" fmla="*/ 4969433 w 9662615"/>
              <a:gd name="connsiteY55" fmla="*/ 1540263 h 1583140"/>
              <a:gd name="connsiteX56" fmla="*/ 4894799 w 9662615"/>
              <a:gd name="connsiteY56" fmla="*/ 1559476 h 1583140"/>
              <a:gd name="connsiteX57" fmla="*/ 4863775 w 9662615"/>
              <a:gd name="connsiteY57" fmla="*/ 1562633 h 1583140"/>
              <a:gd name="connsiteX58" fmla="*/ 4847242 w 9662615"/>
              <a:gd name="connsiteY58" fmla="*/ 1565435 h 1583140"/>
              <a:gd name="connsiteX59" fmla="*/ 4846237 w 9662615"/>
              <a:gd name="connsiteY59" fmla="*/ 1566331 h 1583140"/>
              <a:gd name="connsiteX60" fmla="*/ 4791466 w 9662615"/>
              <a:gd name="connsiteY60" fmla="*/ 1561324 h 1583140"/>
              <a:gd name="connsiteX61" fmla="*/ 4784247 w 9662615"/>
              <a:gd name="connsiteY61" fmla="*/ 1562342 h 1583140"/>
              <a:gd name="connsiteX62" fmla="*/ 4748477 w 9662615"/>
              <a:gd name="connsiteY62" fmla="*/ 1556925 h 1583140"/>
              <a:gd name="connsiteX63" fmla="*/ 4730033 w 9662615"/>
              <a:gd name="connsiteY63" fmla="*/ 1555274 h 1583140"/>
              <a:gd name="connsiteX64" fmla="*/ 4724747 w 9662615"/>
              <a:gd name="connsiteY64" fmla="*/ 1552439 h 1583140"/>
              <a:gd name="connsiteX65" fmla="*/ 4697562 w 9662615"/>
              <a:gd name="connsiteY65" fmla="*/ 1551206 h 1583140"/>
              <a:gd name="connsiteX66" fmla="*/ 4694469 w 9662615"/>
              <a:gd name="connsiteY66" fmla="*/ 1551958 h 1583140"/>
              <a:gd name="connsiteX67" fmla="*/ 4671940 w 9662615"/>
              <a:gd name="connsiteY67" fmla="*/ 1547617 h 1583140"/>
              <a:gd name="connsiteX68" fmla="*/ 4589320 w 9662615"/>
              <a:gd name="connsiteY68" fmla="*/ 1534660 h 1583140"/>
              <a:gd name="connsiteX69" fmla="*/ 4422155 w 9662615"/>
              <a:gd name="connsiteY69" fmla="*/ 1542059 h 1583140"/>
              <a:gd name="connsiteX70" fmla="*/ 4221826 w 9662615"/>
              <a:gd name="connsiteY70" fmla="*/ 1508923 h 1583140"/>
              <a:gd name="connsiteX71" fmla="*/ 4096601 w 9662615"/>
              <a:gd name="connsiteY71" fmla="*/ 1510961 h 1583140"/>
              <a:gd name="connsiteX72" fmla="*/ 3970635 w 9662615"/>
              <a:gd name="connsiteY72" fmla="*/ 1544815 h 1583140"/>
              <a:gd name="connsiteX73" fmla="*/ 3743791 w 9662615"/>
              <a:gd name="connsiteY73" fmla="*/ 1516637 h 1583140"/>
              <a:gd name="connsiteX74" fmla="*/ 3664453 w 9662615"/>
              <a:gd name="connsiteY74" fmla="*/ 1521660 h 1583140"/>
              <a:gd name="connsiteX75" fmla="*/ 3594070 w 9662615"/>
              <a:gd name="connsiteY75" fmla="*/ 1509422 h 1583140"/>
              <a:gd name="connsiteX76" fmla="*/ 3565233 w 9662615"/>
              <a:gd name="connsiteY76" fmla="*/ 1515122 h 1583140"/>
              <a:gd name="connsiteX77" fmla="*/ 3560267 w 9662615"/>
              <a:gd name="connsiteY77" fmla="*/ 1516288 h 1583140"/>
              <a:gd name="connsiteX78" fmla="*/ 3540258 w 9662615"/>
              <a:gd name="connsiteY78" fmla="*/ 1516976 h 1583140"/>
              <a:gd name="connsiteX79" fmla="*/ 3534780 w 9662615"/>
              <a:gd name="connsiteY79" fmla="*/ 1522141 h 1583140"/>
              <a:gd name="connsiteX80" fmla="*/ 3504783 w 9662615"/>
              <a:gd name="connsiteY80" fmla="*/ 1526739 h 1583140"/>
              <a:gd name="connsiteX81" fmla="*/ 3467911 w 9662615"/>
              <a:gd name="connsiteY81" fmla="*/ 1526618 h 1583140"/>
              <a:gd name="connsiteX82" fmla="*/ 3292707 w 9662615"/>
              <a:gd name="connsiteY82" fmla="*/ 1520490 h 1583140"/>
              <a:gd name="connsiteX83" fmla="*/ 3187872 w 9662615"/>
              <a:gd name="connsiteY83" fmla="*/ 1519991 h 1583140"/>
              <a:gd name="connsiteX84" fmla="*/ 3148026 w 9662615"/>
              <a:gd name="connsiteY84" fmla="*/ 1524777 h 1583140"/>
              <a:gd name="connsiteX85" fmla="*/ 3092394 w 9662615"/>
              <a:gd name="connsiteY85" fmla="*/ 1528115 h 1583140"/>
              <a:gd name="connsiteX86" fmla="*/ 2994200 w 9662615"/>
              <a:gd name="connsiteY86" fmla="*/ 1537857 h 1583140"/>
              <a:gd name="connsiteX87" fmla="*/ 2862301 w 9662615"/>
              <a:gd name="connsiteY87" fmla="*/ 1544250 h 1583140"/>
              <a:gd name="connsiteX88" fmla="*/ 2766335 w 9662615"/>
              <a:gd name="connsiteY88" fmla="*/ 1527662 h 1583140"/>
              <a:gd name="connsiteX89" fmla="*/ 2757836 w 9662615"/>
              <a:gd name="connsiteY89" fmla="*/ 1531371 h 1583140"/>
              <a:gd name="connsiteX90" fmla="*/ 2691555 w 9662615"/>
              <a:gd name="connsiteY90" fmla="*/ 1530283 h 1583140"/>
              <a:gd name="connsiteX91" fmla="*/ 2459871 w 9662615"/>
              <a:gd name="connsiteY91" fmla="*/ 1500859 h 1583140"/>
              <a:gd name="connsiteX92" fmla="*/ 2330328 w 9662615"/>
              <a:gd name="connsiteY92" fmla="*/ 1499441 h 1583140"/>
              <a:gd name="connsiteX93" fmla="*/ 2284269 w 9662615"/>
              <a:gd name="connsiteY93" fmla="*/ 1503068 h 1583140"/>
              <a:gd name="connsiteX94" fmla="*/ 2207104 w 9662615"/>
              <a:gd name="connsiteY94" fmla="*/ 1508888 h 1583140"/>
              <a:gd name="connsiteX95" fmla="*/ 2149226 w 9662615"/>
              <a:gd name="connsiteY95" fmla="*/ 1523409 h 1583140"/>
              <a:gd name="connsiteX96" fmla="*/ 2084783 w 9662615"/>
              <a:gd name="connsiteY96" fmla="*/ 1524245 h 1583140"/>
              <a:gd name="connsiteX97" fmla="*/ 2070075 w 9662615"/>
              <a:gd name="connsiteY97" fmla="*/ 1511285 h 1583140"/>
              <a:gd name="connsiteX98" fmla="*/ 2001057 w 9662615"/>
              <a:gd name="connsiteY98" fmla="*/ 1516449 h 1583140"/>
              <a:gd name="connsiteX99" fmla="*/ 1896330 w 9662615"/>
              <a:gd name="connsiteY99" fmla="*/ 1525725 h 1583140"/>
              <a:gd name="connsiteX100" fmla="*/ 1835994 w 9662615"/>
              <a:gd name="connsiteY100" fmla="*/ 1527678 h 1583140"/>
              <a:gd name="connsiteX101" fmla="*/ 1671119 w 9662615"/>
              <a:gd name="connsiteY101" fmla="*/ 1536701 h 1583140"/>
              <a:gd name="connsiteX102" fmla="*/ 1505921 w 9662615"/>
              <a:gd name="connsiteY102" fmla="*/ 1548552 h 1583140"/>
              <a:gd name="connsiteX103" fmla="*/ 1407755 w 9662615"/>
              <a:gd name="connsiteY103" fmla="*/ 1571444 h 1583140"/>
              <a:gd name="connsiteX104" fmla="*/ 1271994 w 9662615"/>
              <a:gd name="connsiteY104" fmla="*/ 1579471 h 1583140"/>
              <a:gd name="connsiteX105" fmla="*/ 1249226 w 9662615"/>
              <a:gd name="connsiteY105" fmla="*/ 1583140 h 1583140"/>
              <a:gd name="connsiteX106" fmla="*/ 1217719 w 9662615"/>
              <a:gd name="connsiteY106" fmla="*/ 1580863 h 1583140"/>
              <a:gd name="connsiteX107" fmla="*/ 1091432 w 9662615"/>
              <a:gd name="connsiteY107" fmla="*/ 1571003 h 1583140"/>
              <a:gd name="connsiteX108" fmla="*/ 992039 w 9662615"/>
              <a:gd name="connsiteY108" fmla="*/ 1556662 h 1583140"/>
              <a:gd name="connsiteX109" fmla="*/ 868264 w 9662615"/>
              <a:gd name="connsiteY109" fmla="*/ 1566392 h 1583140"/>
              <a:gd name="connsiteX110" fmla="*/ 792765 w 9662615"/>
              <a:gd name="connsiteY110" fmla="*/ 1563102 h 1583140"/>
              <a:gd name="connsiteX111" fmla="*/ 669055 w 9662615"/>
              <a:gd name="connsiteY111" fmla="*/ 1543638 h 1583140"/>
              <a:gd name="connsiteX112" fmla="*/ 506152 w 9662615"/>
              <a:gd name="connsiteY112" fmla="*/ 1549124 h 1583140"/>
              <a:gd name="connsiteX113" fmla="*/ 472797 w 9662615"/>
              <a:gd name="connsiteY113" fmla="*/ 1568904 h 1583140"/>
              <a:gd name="connsiteX114" fmla="*/ 427864 w 9662615"/>
              <a:gd name="connsiteY114" fmla="*/ 1580848 h 1583140"/>
              <a:gd name="connsiteX115" fmla="*/ 408381 w 9662615"/>
              <a:gd name="connsiteY115" fmla="*/ 1552940 h 1583140"/>
              <a:gd name="connsiteX116" fmla="*/ 267163 w 9662615"/>
              <a:gd name="connsiteY116" fmla="*/ 1531913 h 1583140"/>
              <a:gd name="connsiteX117" fmla="*/ 196644 w 9662615"/>
              <a:gd name="connsiteY117" fmla="*/ 1524565 h 1583140"/>
              <a:gd name="connsiteX118" fmla="*/ 86819 w 9662615"/>
              <a:gd name="connsiteY118" fmla="*/ 1519517 h 1583140"/>
              <a:gd name="connsiteX119" fmla="*/ 53369 w 9662615"/>
              <a:gd name="connsiteY119" fmla="*/ 1516853 h 1583140"/>
              <a:gd name="connsiteX120" fmla="*/ 2359 w 9662615"/>
              <a:gd name="connsiteY120" fmla="*/ 1515247 h 1583140"/>
              <a:gd name="connsiteX121" fmla="*/ 0 w 9662615"/>
              <a:gd name="connsiteY121" fmla="*/ 1514932 h 1583140"/>
              <a:gd name="connsiteX122" fmla="*/ 0 w 9662615"/>
              <a:gd name="connsiteY122" fmla="*/ 0 h 1583140"/>
              <a:gd name="connsiteX0" fmla="*/ 0 w 9662615"/>
              <a:gd name="connsiteY0" fmla="*/ 0 h 1583140"/>
              <a:gd name="connsiteX1" fmla="*/ 9662615 w 9662615"/>
              <a:gd name="connsiteY1" fmla="*/ 0 h 1583140"/>
              <a:gd name="connsiteX2" fmla="*/ 9662615 w 9662615"/>
              <a:gd name="connsiteY2" fmla="*/ 1280346 h 1583140"/>
              <a:gd name="connsiteX3" fmla="*/ 9658420 w 9662615"/>
              <a:gd name="connsiteY3" fmla="*/ 1280106 h 1583140"/>
              <a:gd name="connsiteX4" fmla="*/ 9469546 w 9662615"/>
              <a:gd name="connsiteY4" fmla="*/ 1289837 h 1583140"/>
              <a:gd name="connsiteX5" fmla="*/ 9385895 w 9662615"/>
              <a:gd name="connsiteY5" fmla="*/ 1269203 h 1583140"/>
              <a:gd name="connsiteX6" fmla="*/ 9144767 w 9662615"/>
              <a:gd name="connsiteY6" fmla="*/ 1264120 h 1583140"/>
              <a:gd name="connsiteX7" fmla="*/ 8837252 w 9662615"/>
              <a:gd name="connsiteY7" fmla="*/ 1350515 h 1583140"/>
              <a:gd name="connsiteX8" fmla="*/ 8705466 w 9662615"/>
              <a:gd name="connsiteY8" fmla="*/ 1342419 h 1583140"/>
              <a:gd name="connsiteX9" fmla="*/ 8652221 w 9662615"/>
              <a:gd name="connsiteY9" fmla="*/ 1326906 h 1583140"/>
              <a:gd name="connsiteX10" fmla="*/ 8632312 w 9662615"/>
              <a:gd name="connsiteY10" fmla="*/ 1326025 h 1583140"/>
              <a:gd name="connsiteX11" fmla="*/ 8591582 w 9662615"/>
              <a:gd name="connsiteY11" fmla="*/ 1341666 h 1583140"/>
              <a:gd name="connsiteX12" fmla="*/ 8537336 w 9662615"/>
              <a:gd name="connsiteY12" fmla="*/ 1341684 h 1583140"/>
              <a:gd name="connsiteX13" fmla="*/ 8472508 w 9662615"/>
              <a:gd name="connsiteY13" fmla="*/ 1363109 h 1583140"/>
              <a:gd name="connsiteX14" fmla="*/ 8258477 w 9662615"/>
              <a:gd name="connsiteY14" fmla="*/ 1370666 h 1583140"/>
              <a:gd name="connsiteX15" fmla="*/ 8197961 w 9662615"/>
              <a:gd name="connsiteY15" fmla="*/ 1392804 h 1583140"/>
              <a:gd name="connsiteX16" fmla="*/ 8171196 w 9662615"/>
              <a:gd name="connsiteY16" fmla="*/ 1397216 h 1583140"/>
              <a:gd name="connsiteX17" fmla="*/ 8127667 w 9662615"/>
              <a:gd name="connsiteY17" fmla="*/ 1418254 h 1583140"/>
              <a:gd name="connsiteX18" fmla="*/ 7974579 w 9662615"/>
              <a:gd name="connsiteY18" fmla="*/ 1383439 h 1583140"/>
              <a:gd name="connsiteX19" fmla="*/ 7768351 w 9662615"/>
              <a:gd name="connsiteY19" fmla="*/ 1395051 h 1583140"/>
              <a:gd name="connsiteX20" fmla="*/ 7577675 w 9662615"/>
              <a:gd name="connsiteY20" fmla="*/ 1370461 h 1583140"/>
              <a:gd name="connsiteX21" fmla="*/ 7466069 w 9662615"/>
              <a:gd name="connsiteY21" fmla="*/ 1377654 h 1583140"/>
              <a:gd name="connsiteX22" fmla="*/ 7435155 w 9662615"/>
              <a:gd name="connsiteY22" fmla="*/ 1397159 h 1583140"/>
              <a:gd name="connsiteX23" fmla="*/ 7151610 w 9662615"/>
              <a:gd name="connsiteY23" fmla="*/ 1397856 h 1583140"/>
              <a:gd name="connsiteX24" fmla="*/ 7082147 w 9662615"/>
              <a:gd name="connsiteY24" fmla="*/ 1406113 h 1583140"/>
              <a:gd name="connsiteX25" fmla="*/ 7014958 w 9662615"/>
              <a:gd name="connsiteY25" fmla="*/ 1396883 h 1583140"/>
              <a:gd name="connsiteX26" fmla="*/ 6907567 w 9662615"/>
              <a:gd name="connsiteY26" fmla="*/ 1419149 h 1583140"/>
              <a:gd name="connsiteX27" fmla="*/ 6748428 w 9662615"/>
              <a:gd name="connsiteY27" fmla="*/ 1420308 h 1583140"/>
              <a:gd name="connsiteX28" fmla="*/ 6654257 w 9662615"/>
              <a:gd name="connsiteY28" fmla="*/ 1424143 h 1583140"/>
              <a:gd name="connsiteX29" fmla="*/ 6620123 w 9662615"/>
              <a:gd name="connsiteY29" fmla="*/ 1430535 h 1583140"/>
              <a:gd name="connsiteX30" fmla="*/ 6571355 w 9662615"/>
              <a:gd name="connsiteY30" fmla="*/ 1436144 h 1583140"/>
              <a:gd name="connsiteX31" fmla="*/ 6486557 w 9662615"/>
              <a:gd name="connsiteY31" fmla="*/ 1449861 h 1583140"/>
              <a:gd name="connsiteX32" fmla="*/ 6370419 w 9662615"/>
              <a:gd name="connsiteY32" fmla="*/ 1461649 h 1583140"/>
              <a:gd name="connsiteX33" fmla="*/ 6278839 w 9662615"/>
              <a:gd name="connsiteY33" fmla="*/ 1449160 h 1583140"/>
              <a:gd name="connsiteX34" fmla="*/ 6272455 w 9662615"/>
              <a:gd name="connsiteY34" fmla="*/ 1453191 h 1583140"/>
              <a:gd name="connsiteX35" fmla="*/ 6212659 w 9662615"/>
              <a:gd name="connsiteY35" fmla="*/ 1454850 h 1583140"/>
              <a:gd name="connsiteX36" fmla="*/ 5995105 w 9662615"/>
              <a:gd name="connsiteY36" fmla="*/ 1435236 h 1583140"/>
              <a:gd name="connsiteX37" fmla="*/ 5878477 w 9662615"/>
              <a:gd name="connsiteY37" fmla="*/ 1439180 h 1583140"/>
              <a:gd name="connsiteX38" fmla="*/ 5838387 w 9662615"/>
              <a:gd name="connsiteY38" fmla="*/ 1444679 h 1583140"/>
              <a:gd name="connsiteX39" fmla="*/ 5771136 w 9662615"/>
              <a:gd name="connsiteY39" fmla="*/ 1453639 h 1583140"/>
              <a:gd name="connsiteX40" fmla="*/ 5724081 w 9662615"/>
              <a:gd name="connsiteY40" fmla="*/ 1470431 h 1583140"/>
              <a:gd name="connsiteX41" fmla="*/ 5666577 w 9662615"/>
              <a:gd name="connsiteY41" fmla="*/ 1473921 h 1583140"/>
              <a:gd name="connsiteX42" fmla="*/ 5649068 w 9662615"/>
              <a:gd name="connsiteY42" fmla="*/ 1461676 h 1583140"/>
              <a:gd name="connsiteX43" fmla="*/ 5588902 w 9662615"/>
              <a:gd name="connsiteY43" fmla="*/ 1469647 h 1583140"/>
              <a:gd name="connsiteX44" fmla="*/ 5498090 w 9662615"/>
              <a:gd name="connsiteY44" fmla="*/ 1483173 h 1583140"/>
              <a:gd name="connsiteX45" fmla="*/ 5444641 w 9662615"/>
              <a:gd name="connsiteY45" fmla="*/ 1487602 h 1583140"/>
              <a:gd name="connsiteX46" fmla="*/ 5299812 w 9662615"/>
              <a:gd name="connsiteY46" fmla="*/ 1503362 h 1583140"/>
              <a:gd name="connsiteX47" fmla="*/ 5213947 w 9662615"/>
              <a:gd name="connsiteY47" fmla="*/ 1516637 h 1583140"/>
              <a:gd name="connsiteX48" fmla="*/ 5090342 w 9662615"/>
              <a:gd name="connsiteY48" fmla="*/ 1546680 h 1583140"/>
              <a:gd name="connsiteX49" fmla="*/ 5082104 w 9662615"/>
              <a:gd name="connsiteY49" fmla="*/ 1547781 h 1583140"/>
              <a:gd name="connsiteX50" fmla="*/ 5059484 w 9662615"/>
              <a:gd name="connsiteY50" fmla="*/ 1546802 h 1583140"/>
              <a:gd name="connsiteX51" fmla="*/ 5050958 w 9662615"/>
              <a:gd name="connsiteY51" fmla="*/ 1545776 h 1583140"/>
              <a:gd name="connsiteX52" fmla="*/ 5038524 w 9662615"/>
              <a:gd name="connsiteY52" fmla="*/ 1545675 h 1583140"/>
              <a:gd name="connsiteX53" fmla="*/ 5038223 w 9662615"/>
              <a:gd name="connsiteY53" fmla="*/ 1545881 h 1583140"/>
              <a:gd name="connsiteX54" fmla="*/ 5026564 w 9662615"/>
              <a:gd name="connsiteY54" fmla="*/ 1545376 h 1583140"/>
              <a:gd name="connsiteX55" fmla="*/ 4969433 w 9662615"/>
              <a:gd name="connsiteY55" fmla="*/ 1540263 h 1583140"/>
              <a:gd name="connsiteX56" fmla="*/ 4894799 w 9662615"/>
              <a:gd name="connsiteY56" fmla="*/ 1559476 h 1583140"/>
              <a:gd name="connsiteX57" fmla="*/ 4863775 w 9662615"/>
              <a:gd name="connsiteY57" fmla="*/ 1562633 h 1583140"/>
              <a:gd name="connsiteX58" fmla="*/ 4847242 w 9662615"/>
              <a:gd name="connsiteY58" fmla="*/ 1565435 h 1583140"/>
              <a:gd name="connsiteX59" fmla="*/ 4846237 w 9662615"/>
              <a:gd name="connsiteY59" fmla="*/ 1566331 h 1583140"/>
              <a:gd name="connsiteX60" fmla="*/ 4791466 w 9662615"/>
              <a:gd name="connsiteY60" fmla="*/ 1561324 h 1583140"/>
              <a:gd name="connsiteX61" fmla="*/ 4784247 w 9662615"/>
              <a:gd name="connsiteY61" fmla="*/ 1562342 h 1583140"/>
              <a:gd name="connsiteX62" fmla="*/ 4748477 w 9662615"/>
              <a:gd name="connsiteY62" fmla="*/ 1556925 h 1583140"/>
              <a:gd name="connsiteX63" fmla="*/ 4730033 w 9662615"/>
              <a:gd name="connsiteY63" fmla="*/ 1555274 h 1583140"/>
              <a:gd name="connsiteX64" fmla="*/ 4724747 w 9662615"/>
              <a:gd name="connsiteY64" fmla="*/ 1552439 h 1583140"/>
              <a:gd name="connsiteX65" fmla="*/ 4697562 w 9662615"/>
              <a:gd name="connsiteY65" fmla="*/ 1551206 h 1583140"/>
              <a:gd name="connsiteX66" fmla="*/ 4694469 w 9662615"/>
              <a:gd name="connsiteY66" fmla="*/ 1551958 h 1583140"/>
              <a:gd name="connsiteX67" fmla="*/ 4671940 w 9662615"/>
              <a:gd name="connsiteY67" fmla="*/ 1547617 h 1583140"/>
              <a:gd name="connsiteX68" fmla="*/ 4589320 w 9662615"/>
              <a:gd name="connsiteY68" fmla="*/ 1534660 h 1583140"/>
              <a:gd name="connsiteX69" fmla="*/ 4422155 w 9662615"/>
              <a:gd name="connsiteY69" fmla="*/ 1542059 h 1583140"/>
              <a:gd name="connsiteX70" fmla="*/ 4221826 w 9662615"/>
              <a:gd name="connsiteY70" fmla="*/ 1508923 h 1583140"/>
              <a:gd name="connsiteX71" fmla="*/ 4096601 w 9662615"/>
              <a:gd name="connsiteY71" fmla="*/ 1510961 h 1583140"/>
              <a:gd name="connsiteX72" fmla="*/ 3970635 w 9662615"/>
              <a:gd name="connsiteY72" fmla="*/ 1544815 h 1583140"/>
              <a:gd name="connsiteX73" fmla="*/ 3743791 w 9662615"/>
              <a:gd name="connsiteY73" fmla="*/ 1516637 h 1583140"/>
              <a:gd name="connsiteX74" fmla="*/ 3664453 w 9662615"/>
              <a:gd name="connsiteY74" fmla="*/ 1521660 h 1583140"/>
              <a:gd name="connsiteX75" fmla="*/ 3594070 w 9662615"/>
              <a:gd name="connsiteY75" fmla="*/ 1509422 h 1583140"/>
              <a:gd name="connsiteX76" fmla="*/ 3565233 w 9662615"/>
              <a:gd name="connsiteY76" fmla="*/ 1515122 h 1583140"/>
              <a:gd name="connsiteX77" fmla="*/ 3560267 w 9662615"/>
              <a:gd name="connsiteY77" fmla="*/ 1516288 h 1583140"/>
              <a:gd name="connsiteX78" fmla="*/ 3540258 w 9662615"/>
              <a:gd name="connsiteY78" fmla="*/ 1516976 h 1583140"/>
              <a:gd name="connsiteX79" fmla="*/ 3534780 w 9662615"/>
              <a:gd name="connsiteY79" fmla="*/ 1522141 h 1583140"/>
              <a:gd name="connsiteX80" fmla="*/ 3504783 w 9662615"/>
              <a:gd name="connsiteY80" fmla="*/ 1526739 h 1583140"/>
              <a:gd name="connsiteX81" fmla="*/ 3467911 w 9662615"/>
              <a:gd name="connsiteY81" fmla="*/ 1526618 h 1583140"/>
              <a:gd name="connsiteX82" fmla="*/ 3292707 w 9662615"/>
              <a:gd name="connsiteY82" fmla="*/ 1520490 h 1583140"/>
              <a:gd name="connsiteX83" fmla="*/ 3187872 w 9662615"/>
              <a:gd name="connsiteY83" fmla="*/ 1519991 h 1583140"/>
              <a:gd name="connsiteX84" fmla="*/ 3148026 w 9662615"/>
              <a:gd name="connsiteY84" fmla="*/ 1524777 h 1583140"/>
              <a:gd name="connsiteX85" fmla="*/ 3092394 w 9662615"/>
              <a:gd name="connsiteY85" fmla="*/ 1528115 h 1583140"/>
              <a:gd name="connsiteX86" fmla="*/ 2994200 w 9662615"/>
              <a:gd name="connsiteY86" fmla="*/ 1537857 h 1583140"/>
              <a:gd name="connsiteX87" fmla="*/ 2862301 w 9662615"/>
              <a:gd name="connsiteY87" fmla="*/ 1544250 h 1583140"/>
              <a:gd name="connsiteX88" fmla="*/ 2766335 w 9662615"/>
              <a:gd name="connsiteY88" fmla="*/ 1527662 h 1583140"/>
              <a:gd name="connsiteX89" fmla="*/ 2757836 w 9662615"/>
              <a:gd name="connsiteY89" fmla="*/ 1531371 h 1583140"/>
              <a:gd name="connsiteX90" fmla="*/ 2691555 w 9662615"/>
              <a:gd name="connsiteY90" fmla="*/ 1530283 h 1583140"/>
              <a:gd name="connsiteX91" fmla="*/ 2459871 w 9662615"/>
              <a:gd name="connsiteY91" fmla="*/ 1500859 h 1583140"/>
              <a:gd name="connsiteX92" fmla="*/ 2330328 w 9662615"/>
              <a:gd name="connsiteY92" fmla="*/ 1499441 h 1583140"/>
              <a:gd name="connsiteX93" fmla="*/ 2284269 w 9662615"/>
              <a:gd name="connsiteY93" fmla="*/ 1503068 h 1583140"/>
              <a:gd name="connsiteX94" fmla="*/ 2207104 w 9662615"/>
              <a:gd name="connsiteY94" fmla="*/ 1508888 h 1583140"/>
              <a:gd name="connsiteX95" fmla="*/ 2149226 w 9662615"/>
              <a:gd name="connsiteY95" fmla="*/ 1523409 h 1583140"/>
              <a:gd name="connsiteX96" fmla="*/ 2084783 w 9662615"/>
              <a:gd name="connsiteY96" fmla="*/ 1524245 h 1583140"/>
              <a:gd name="connsiteX97" fmla="*/ 2070075 w 9662615"/>
              <a:gd name="connsiteY97" fmla="*/ 1511285 h 1583140"/>
              <a:gd name="connsiteX98" fmla="*/ 2001057 w 9662615"/>
              <a:gd name="connsiteY98" fmla="*/ 1516449 h 1583140"/>
              <a:gd name="connsiteX99" fmla="*/ 1896330 w 9662615"/>
              <a:gd name="connsiteY99" fmla="*/ 1525725 h 1583140"/>
              <a:gd name="connsiteX100" fmla="*/ 1835994 w 9662615"/>
              <a:gd name="connsiteY100" fmla="*/ 1527678 h 1583140"/>
              <a:gd name="connsiteX101" fmla="*/ 1671119 w 9662615"/>
              <a:gd name="connsiteY101" fmla="*/ 1536701 h 1583140"/>
              <a:gd name="connsiteX102" fmla="*/ 1505921 w 9662615"/>
              <a:gd name="connsiteY102" fmla="*/ 1548552 h 1583140"/>
              <a:gd name="connsiteX103" fmla="*/ 1407755 w 9662615"/>
              <a:gd name="connsiteY103" fmla="*/ 1571444 h 1583140"/>
              <a:gd name="connsiteX104" fmla="*/ 1271994 w 9662615"/>
              <a:gd name="connsiteY104" fmla="*/ 1579471 h 1583140"/>
              <a:gd name="connsiteX105" fmla="*/ 1249226 w 9662615"/>
              <a:gd name="connsiteY105" fmla="*/ 1583140 h 1583140"/>
              <a:gd name="connsiteX106" fmla="*/ 1217719 w 9662615"/>
              <a:gd name="connsiteY106" fmla="*/ 1580863 h 1583140"/>
              <a:gd name="connsiteX107" fmla="*/ 1091432 w 9662615"/>
              <a:gd name="connsiteY107" fmla="*/ 1571003 h 1583140"/>
              <a:gd name="connsiteX108" fmla="*/ 992039 w 9662615"/>
              <a:gd name="connsiteY108" fmla="*/ 1556662 h 1583140"/>
              <a:gd name="connsiteX109" fmla="*/ 868264 w 9662615"/>
              <a:gd name="connsiteY109" fmla="*/ 1566392 h 1583140"/>
              <a:gd name="connsiteX110" fmla="*/ 792765 w 9662615"/>
              <a:gd name="connsiteY110" fmla="*/ 1563102 h 1583140"/>
              <a:gd name="connsiteX111" fmla="*/ 669055 w 9662615"/>
              <a:gd name="connsiteY111" fmla="*/ 1543638 h 1583140"/>
              <a:gd name="connsiteX112" fmla="*/ 506152 w 9662615"/>
              <a:gd name="connsiteY112" fmla="*/ 1549124 h 1583140"/>
              <a:gd name="connsiteX113" fmla="*/ 472797 w 9662615"/>
              <a:gd name="connsiteY113" fmla="*/ 1568904 h 1583140"/>
              <a:gd name="connsiteX114" fmla="*/ 427864 w 9662615"/>
              <a:gd name="connsiteY114" fmla="*/ 1580848 h 1583140"/>
              <a:gd name="connsiteX115" fmla="*/ 408381 w 9662615"/>
              <a:gd name="connsiteY115" fmla="*/ 1552940 h 1583140"/>
              <a:gd name="connsiteX116" fmla="*/ 267163 w 9662615"/>
              <a:gd name="connsiteY116" fmla="*/ 1531913 h 1583140"/>
              <a:gd name="connsiteX117" fmla="*/ 196644 w 9662615"/>
              <a:gd name="connsiteY117" fmla="*/ 1524565 h 1583140"/>
              <a:gd name="connsiteX118" fmla="*/ 86819 w 9662615"/>
              <a:gd name="connsiteY118" fmla="*/ 1519517 h 1583140"/>
              <a:gd name="connsiteX119" fmla="*/ 53369 w 9662615"/>
              <a:gd name="connsiteY119" fmla="*/ 1516853 h 1583140"/>
              <a:gd name="connsiteX120" fmla="*/ 2359 w 9662615"/>
              <a:gd name="connsiteY120" fmla="*/ 1515247 h 1583140"/>
              <a:gd name="connsiteX121" fmla="*/ 0 w 9662615"/>
              <a:gd name="connsiteY121" fmla="*/ 1514932 h 1583140"/>
              <a:gd name="connsiteX122" fmla="*/ 0 w 9662615"/>
              <a:gd name="connsiteY122" fmla="*/ 0 h 1583140"/>
              <a:gd name="connsiteX0" fmla="*/ 0 w 9662615"/>
              <a:gd name="connsiteY0" fmla="*/ 0 h 1583140"/>
              <a:gd name="connsiteX1" fmla="*/ 9662615 w 9662615"/>
              <a:gd name="connsiteY1" fmla="*/ 0 h 1583140"/>
              <a:gd name="connsiteX2" fmla="*/ 9662615 w 9662615"/>
              <a:gd name="connsiteY2" fmla="*/ 1280346 h 1583140"/>
              <a:gd name="connsiteX3" fmla="*/ 9658420 w 9662615"/>
              <a:gd name="connsiteY3" fmla="*/ 1280106 h 1583140"/>
              <a:gd name="connsiteX4" fmla="*/ 9469546 w 9662615"/>
              <a:gd name="connsiteY4" fmla="*/ 1289837 h 1583140"/>
              <a:gd name="connsiteX5" fmla="*/ 9385895 w 9662615"/>
              <a:gd name="connsiteY5" fmla="*/ 1269203 h 1583140"/>
              <a:gd name="connsiteX6" fmla="*/ 9144767 w 9662615"/>
              <a:gd name="connsiteY6" fmla="*/ 1264120 h 1583140"/>
              <a:gd name="connsiteX7" fmla="*/ 8837252 w 9662615"/>
              <a:gd name="connsiteY7" fmla="*/ 1350515 h 1583140"/>
              <a:gd name="connsiteX8" fmla="*/ 8705466 w 9662615"/>
              <a:gd name="connsiteY8" fmla="*/ 1342419 h 1583140"/>
              <a:gd name="connsiteX9" fmla="*/ 8652221 w 9662615"/>
              <a:gd name="connsiteY9" fmla="*/ 1326906 h 1583140"/>
              <a:gd name="connsiteX10" fmla="*/ 8632312 w 9662615"/>
              <a:gd name="connsiteY10" fmla="*/ 1326025 h 1583140"/>
              <a:gd name="connsiteX11" fmla="*/ 8591582 w 9662615"/>
              <a:gd name="connsiteY11" fmla="*/ 1341666 h 1583140"/>
              <a:gd name="connsiteX12" fmla="*/ 8537336 w 9662615"/>
              <a:gd name="connsiteY12" fmla="*/ 1341684 h 1583140"/>
              <a:gd name="connsiteX13" fmla="*/ 8472508 w 9662615"/>
              <a:gd name="connsiteY13" fmla="*/ 1363109 h 1583140"/>
              <a:gd name="connsiteX14" fmla="*/ 8258477 w 9662615"/>
              <a:gd name="connsiteY14" fmla="*/ 1370666 h 1583140"/>
              <a:gd name="connsiteX15" fmla="*/ 8197961 w 9662615"/>
              <a:gd name="connsiteY15" fmla="*/ 1392804 h 1583140"/>
              <a:gd name="connsiteX16" fmla="*/ 8171196 w 9662615"/>
              <a:gd name="connsiteY16" fmla="*/ 1397216 h 1583140"/>
              <a:gd name="connsiteX17" fmla="*/ 8127667 w 9662615"/>
              <a:gd name="connsiteY17" fmla="*/ 1418254 h 1583140"/>
              <a:gd name="connsiteX18" fmla="*/ 7974579 w 9662615"/>
              <a:gd name="connsiteY18" fmla="*/ 1383439 h 1583140"/>
              <a:gd name="connsiteX19" fmla="*/ 7768351 w 9662615"/>
              <a:gd name="connsiteY19" fmla="*/ 1395051 h 1583140"/>
              <a:gd name="connsiteX20" fmla="*/ 7577675 w 9662615"/>
              <a:gd name="connsiteY20" fmla="*/ 1370461 h 1583140"/>
              <a:gd name="connsiteX21" fmla="*/ 7466069 w 9662615"/>
              <a:gd name="connsiteY21" fmla="*/ 1377654 h 1583140"/>
              <a:gd name="connsiteX22" fmla="*/ 7435155 w 9662615"/>
              <a:gd name="connsiteY22" fmla="*/ 1397159 h 1583140"/>
              <a:gd name="connsiteX23" fmla="*/ 7151610 w 9662615"/>
              <a:gd name="connsiteY23" fmla="*/ 1397856 h 1583140"/>
              <a:gd name="connsiteX24" fmla="*/ 7082147 w 9662615"/>
              <a:gd name="connsiteY24" fmla="*/ 1406113 h 1583140"/>
              <a:gd name="connsiteX25" fmla="*/ 7014958 w 9662615"/>
              <a:gd name="connsiteY25" fmla="*/ 1396883 h 1583140"/>
              <a:gd name="connsiteX26" fmla="*/ 6907567 w 9662615"/>
              <a:gd name="connsiteY26" fmla="*/ 1419149 h 1583140"/>
              <a:gd name="connsiteX27" fmla="*/ 6748428 w 9662615"/>
              <a:gd name="connsiteY27" fmla="*/ 1420308 h 1583140"/>
              <a:gd name="connsiteX28" fmla="*/ 6654257 w 9662615"/>
              <a:gd name="connsiteY28" fmla="*/ 1424143 h 1583140"/>
              <a:gd name="connsiteX29" fmla="*/ 6620123 w 9662615"/>
              <a:gd name="connsiteY29" fmla="*/ 1430535 h 1583140"/>
              <a:gd name="connsiteX30" fmla="*/ 6571355 w 9662615"/>
              <a:gd name="connsiteY30" fmla="*/ 1436144 h 1583140"/>
              <a:gd name="connsiteX31" fmla="*/ 6486557 w 9662615"/>
              <a:gd name="connsiteY31" fmla="*/ 1449861 h 1583140"/>
              <a:gd name="connsiteX32" fmla="*/ 6370419 w 9662615"/>
              <a:gd name="connsiteY32" fmla="*/ 1461649 h 1583140"/>
              <a:gd name="connsiteX33" fmla="*/ 6278839 w 9662615"/>
              <a:gd name="connsiteY33" fmla="*/ 1449160 h 1583140"/>
              <a:gd name="connsiteX34" fmla="*/ 6272455 w 9662615"/>
              <a:gd name="connsiteY34" fmla="*/ 1453191 h 1583140"/>
              <a:gd name="connsiteX35" fmla="*/ 6212659 w 9662615"/>
              <a:gd name="connsiteY35" fmla="*/ 1454850 h 1583140"/>
              <a:gd name="connsiteX36" fmla="*/ 6069317 w 9662615"/>
              <a:gd name="connsiteY36" fmla="*/ 1445838 h 1583140"/>
              <a:gd name="connsiteX37" fmla="*/ 5878477 w 9662615"/>
              <a:gd name="connsiteY37" fmla="*/ 1439180 h 1583140"/>
              <a:gd name="connsiteX38" fmla="*/ 5838387 w 9662615"/>
              <a:gd name="connsiteY38" fmla="*/ 1444679 h 1583140"/>
              <a:gd name="connsiteX39" fmla="*/ 5771136 w 9662615"/>
              <a:gd name="connsiteY39" fmla="*/ 1453639 h 1583140"/>
              <a:gd name="connsiteX40" fmla="*/ 5724081 w 9662615"/>
              <a:gd name="connsiteY40" fmla="*/ 1470431 h 1583140"/>
              <a:gd name="connsiteX41" fmla="*/ 5666577 w 9662615"/>
              <a:gd name="connsiteY41" fmla="*/ 1473921 h 1583140"/>
              <a:gd name="connsiteX42" fmla="*/ 5649068 w 9662615"/>
              <a:gd name="connsiteY42" fmla="*/ 1461676 h 1583140"/>
              <a:gd name="connsiteX43" fmla="*/ 5588902 w 9662615"/>
              <a:gd name="connsiteY43" fmla="*/ 1469647 h 1583140"/>
              <a:gd name="connsiteX44" fmla="*/ 5498090 w 9662615"/>
              <a:gd name="connsiteY44" fmla="*/ 1483173 h 1583140"/>
              <a:gd name="connsiteX45" fmla="*/ 5444641 w 9662615"/>
              <a:gd name="connsiteY45" fmla="*/ 1487602 h 1583140"/>
              <a:gd name="connsiteX46" fmla="*/ 5299812 w 9662615"/>
              <a:gd name="connsiteY46" fmla="*/ 1503362 h 1583140"/>
              <a:gd name="connsiteX47" fmla="*/ 5213947 w 9662615"/>
              <a:gd name="connsiteY47" fmla="*/ 1516637 h 1583140"/>
              <a:gd name="connsiteX48" fmla="*/ 5090342 w 9662615"/>
              <a:gd name="connsiteY48" fmla="*/ 1546680 h 1583140"/>
              <a:gd name="connsiteX49" fmla="*/ 5082104 w 9662615"/>
              <a:gd name="connsiteY49" fmla="*/ 1547781 h 1583140"/>
              <a:gd name="connsiteX50" fmla="*/ 5059484 w 9662615"/>
              <a:gd name="connsiteY50" fmla="*/ 1546802 h 1583140"/>
              <a:gd name="connsiteX51" fmla="*/ 5050958 w 9662615"/>
              <a:gd name="connsiteY51" fmla="*/ 1545776 h 1583140"/>
              <a:gd name="connsiteX52" fmla="*/ 5038524 w 9662615"/>
              <a:gd name="connsiteY52" fmla="*/ 1545675 h 1583140"/>
              <a:gd name="connsiteX53" fmla="*/ 5038223 w 9662615"/>
              <a:gd name="connsiteY53" fmla="*/ 1545881 h 1583140"/>
              <a:gd name="connsiteX54" fmla="*/ 5026564 w 9662615"/>
              <a:gd name="connsiteY54" fmla="*/ 1545376 h 1583140"/>
              <a:gd name="connsiteX55" fmla="*/ 4969433 w 9662615"/>
              <a:gd name="connsiteY55" fmla="*/ 1540263 h 1583140"/>
              <a:gd name="connsiteX56" fmla="*/ 4894799 w 9662615"/>
              <a:gd name="connsiteY56" fmla="*/ 1559476 h 1583140"/>
              <a:gd name="connsiteX57" fmla="*/ 4863775 w 9662615"/>
              <a:gd name="connsiteY57" fmla="*/ 1562633 h 1583140"/>
              <a:gd name="connsiteX58" fmla="*/ 4847242 w 9662615"/>
              <a:gd name="connsiteY58" fmla="*/ 1565435 h 1583140"/>
              <a:gd name="connsiteX59" fmla="*/ 4846237 w 9662615"/>
              <a:gd name="connsiteY59" fmla="*/ 1566331 h 1583140"/>
              <a:gd name="connsiteX60" fmla="*/ 4791466 w 9662615"/>
              <a:gd name="connsiteY60" fmla="*/ 1561324 h 1583140"/>
              <a:gd name="connsiteX61" fmla="*/ 4784247 w 9662615"/>
              <a:gd name="connsiteY61" fmla="*/ 1562342 h 1583140"/>
              <a:gd name="connsiteX62" fmla="*/ 4748477 w 9662615"/>
              <a:gd name="connsiteY62" fmla="*/ 1556925 h 1583140"/>
              <a:gd name="connsiteX63" fmla="*/ 4730033 w 9662615"/>
              <a:gd name="connsiteY63" fmla="*/ 1555274 h 1583140"/>
              <a:gd name="connsiteX64" fmla="*/ 4724747 w 9662615"/>
              <a:gd name="connsiteY64" fmla="*/ 1552439 h 1583140"/>
              <a:gd name="connsiteX65" fmla="*/ 4697562 w 9662615"/>
              <a:gd name="connsiteY65" fmla="*/ 1551206 h 1583140"/>
              <a:gd name="connsiteX66" fmla="*/ 4694469 w 9662615"/>
              <a:gd name="connsiteY66" fmla="*/ 1551958 h 1583140"/>
              <a:gd name="connsiteX67" fmla="*/ 4671940 w 9662615"/>
              <a:gd name="connsiteY67" fmla="*/ 1547617 h 1583140"/>
              <a:gd name="connsiteX68" fmla="*/ 4589320 w 9662615"/>
              <a:gd name="connsiteY68" fmla="*/ 1534660 h 1583140"/>
              <a:gd name="connsiteX69" fmla="*/ 4422155 w 9662615"/>
              <a:gd name="connsiteY69" fmla="*/ 1542059 h 1583140"/>
              <a:gd name="connsiteX70" fmla="*/ 4221826 w 9662615"/>
              <a:gd name="connsiteY70" fmla="*/ 1508923 h 1583140"/>
              <a:gd name="connsiteX71" fmla="*/ 4096601 w 9662615"/>
              <a:gd name="connsiteY71" fmla="*/ 1510961 h 1583140"/>
              <a:gd name="connsiteX72" fmla="*/ 3970635 w 9662615"/>
              <a:gd name="connsiteY72" fmla="*/ 1544815 h 1583140"/>
              <a:gd name="connsiteX73" fmla="*/ 3743791 w 9662615"/>
              <a:gd name="connsiteY73" fmla="*/ 1516637 h 1583140"/>
              <a:gd name="connsiteX74" fmla="*/ 3664453 w 9662615"/>
              <a:gd name="connsiteY74" fmla="*/ 1521660 h 1583140"/>
              <a:gd name="connsiteX75" fmla="*/ 3594070 w 9662615"/>
              <a:gd name="connsiteY75" fmla="*/ 1509422 h 1583140"/>
              <a:gd name="connsiteX76" fmla="*/ 3565233 w 9662615"/>
              <a:gd name="connsiteY76" fmla="*/ 1515122 h 1583140"/>
              <a:gd name="connsiteX77" fmla="*/ 3560267 w 9662615"/>
              <a:gd name="connsiteY77" fmla="*/ 1516288 h 1583140"/>
              <a:gd name="connsiteX78" fmla="*/ 3540258 w 9662615"/>
              <a:gd name="connsiteY78" fmla="*/ 1516976 h 1583140"/>
              <a:gd name="connsiteX79" fmla="*/ 3534780 w 9662615"/>
              <a:gd name="connsiteY79" fmla="*/ 1522141 h 1583140"/>
              <a:gd name="connsiteX80" fmla="*/ 3504783 w 9662615"/>
              <a:gd name="connsiteY80" fmla="*/ 1526739 h 1583140"/>
              <a:gd name="connsiteX81" fmla="*/ 3467911 w 9662615"/>
              <a:gd name="connsiteY81" fmla="*/ 1526618 h 1583140"/>
              <a:gd name="connsiteX82" fmla="*/ 3292707 w 9662615"/>
              <a:gd name="connsiteY82" fmla="*/ 1520490 h 1583140"/>
              <a:gd name="connsiteX83" fmla="*/ 3187872 w 9662615"/>
              <a:gd name="connsiteY83" fmla="*/ 1519991 h 1583140"/>
              <a:gd name="connsiteX84" fmla="*/ 3148026 w 9662615"/>
              <a:gd name="connsiteY84" fmla="*/ 1524777 h 1583140"/>
              <a:gd name="connsiteX85" fmla="*/ 3092394 w 9662615"/>
              <a:gd name="connsiteY85" fmla="*/ 1528115 h 1583140"/>
              <a:gd name="connsiteX86" fmla="*/ 2994200 w 9662615"/>
              <a:gd name="connsiteY86" fmla="*/ 1537857 h 1583140"/>
              <a:gd name="connsiteX87" fmla="*/ 2862301 w 9662615"/>
              <a:gd name="connsiteY87" fmla="*/ 1544250 h 1583140"/>
              <a:gd name="connsiteX88" fmla="*/ 2766335 w 9662615"/>
              <a:gd name="connsiteY88" fmla="*/ 1527662 h 1583140"/>
              <a:gd name="connsiteX89" fmla="*/ 2757836 w 9662615"/>
              <a:gd name="connsiteY89" fmla="*/ 1531371 h 1583140"/>
              <a:gd name="connsiteX90" fmla="*/ 2691555 w 9662615"/>
              <a:gd name="connsiteY90" fmla="*/ 1530283 h 1583140"/>
              <a:gd name="connsiteX91" fmla="*/ 2459871 w 9662615"/>
              <a:gd name="connsiteY91" fmla="*/ 1500859 h 1583140"/>
              <a:gd name="connsiteX92" fmla="*/ 2330328 w 9662615"/>
              <a:gd name="connsiteY92" fmla="*/ 1499441 h 1583140"/>
              <a:gd name="connsiteX93" fmla="*/ 2284269 w 9662615"/>
              <a:gd name="connsiteY93" fmla="*/ 1503068 h 1583140"/>
              <a:gd name="connsiteX94" fmla="*/ 2207104 w 9662615"/>
              <a:gd name="connsiteY94" fmla="*/ 1508888 h 1583140"/>
              <a:gd name="connsiteX95" fmla="*/ 2149226 w 9662615"/>
              <a:gd name="connsiteY95" fmla="*/ 1523409 h 1583140"/>
              <a:gd name="connsiteX96" fmla="*/ 2084783 w 9662615"/>
              <a:gd name="connsiteY96" fmla="*/ 1524245 h 1583140"/>
              <a:gd name="connsiteX97" fmla="*/ 2070075 w 9662615"/>
              <a:gd name="connsiteY97" fmla="*/ 1511285 h 1583140"/>
              <a:gd name="connsiteX98" fmla="*/ 2001057 w 9662615"/>
              <a:gd name="connsiteY98" fmla="*/ 1516449 h 1583140"/>
              <a:gd name="connsiteX99" fmla="*/ 1896330 w 9662615"/>
              <a:gd name="connsiteY99" fmla="*/ 1525725 h 1583140"/>
              <a:gd name="connsiteX100" fmla="*/ 1835994 w 9662615"/>
              <a:gd name="connsiteY100" fmla="*/ 1527678 h 1583140"/>
              <a:gd name="connsiteX101" fmla="*/ 1671119 w 9662615"/>
              <a:gd name="connsiteY101" fmla="*/ 1536701 h 1583140"/>
              <a:gd name="connsiteX102" fmla="*/ 1505921 w 9662615"/>
              <a:gd name="connsiteY102" fmla="*/ 1548552 h 1583140"/>
              <a:gd name="connsiteX103" fmla="*/ 1407755 w 9662615"/>
              <a:gd name="connsiteY103" fmla="*/ 1571444 h 1583140"/>
              <a:gd name="connsiteX104" fmla="*/ 1271994 w 9662615"/>
              <a:gd name="connsiteY104" fmla="*/ 1579471 h 1583140"/>
              <a:gd name="connsiteX105" fmla="*/ 1249226 w 9662615"/>
              <a:gd name="connsiteY105" fmla="*/ 1583140 h 1583140"/>
              <a:gd name="connsiteX106" fmla="*/ 1217719 w 9662615"/>
              <a:gd name="connsiteY106" fmla="*/ 1580863 h 1583140"/>
              <a:gd name="connsiteX107" fmla="*/ 1091432 w 9662615"/>
              <a:gd name="connsiteY107" fmla="*/ 1571003 h 1583140"/>
              <a:gd name="connsiteX108" fmla="*/ 992039 w 9662615"/>
              <a:gd name="connsiteY108" fmla="*/ 1556662 h 1583140"/>
              <a:gd name="connsiteX109" fmla="*/ 868264 w 9662615"/>
              <a:gd name="connsiteY109" fmla="*/ 1566392 h 1583140"/>
              <a:gd name="connsiteX110" fmla="*/ 792765 w 9662615"/>
              <a:gd name="connsiteY110" fmla="*/ 1563102 h 1583140"/>
              <a:gd name="connsiteX111" fmla="*/ 669055 w 9662615"/>
              <a:gd name="connsiteY111" fmla="*/ 1543638 h 1583140"/>
              <a:gd name="connsiteX112" fmla="*/ 506152 w 9662615"/>
              <a:gd name="connsiteY112" fmla="*/ 1549124 h 1583140"/>
              <a:gd name="connsiteX113" fmla="*/ 472797 w 9662615"/>
              <a:gd name="connsiteY113" fmla="*/ 1568904 h 1583140"/>
              <a:gd name="connsiteX114" fmla="*/ 427864 w 9662615"/>
              <a:gd name="connsiteY114" fmla="*/ 1580848 h 1583140"/>
              <a:gd name="connsiteX115" fmla="*/ 408381 w 9662615"/>
              <a:gd name="connsiteY115" fmla="*/ 1552940 h 1583140"/>
              <a:gd name="connsiteX116" fmla="*/ 267163 w 9662615"/>
              <a:gd name="connsiteY116" fmla="*/ 1531913 h 1583140"/>
              <a:gd name="connsiteX117" fmla="*/ 196644 w 9662615"/>
              <a:gd name="connsiteY117" fmla="*/ 1524565 h 1583140"/>
              <a:gd name="connsiteX118" fmla="*/ 86819 w 9662615"/>
              <a:gd name="connsiteY118" fmla="*/ 1519517 h 1583140"/>
              <a:gd name="connsiteX119" fmla="*/ 53369 w 9662615"/>
              <a:gd name="connsiteY119" fmla="*/ 1516853 h 1583140"/>
              <a:gd name="connsiteX120" fmla="*/ 2359 w 9662615"/>
              <a:gd name="connsiteY120" fmla="*/ 1515247 h 1583140"/>
              <a:gd name="connsiteX121" fmla="*/ 0 w 9662615"/>
              <a:gd name="connsiteY121" fmla="*/ 1514932 h 1583140"/>
              <a:gd name="connsiteX122" fmla="*/ 0 w 9662615"/>
              <a:gd name="connsiteY122" fmla="*/ 0 h 1583140"/>
              <a:gd name="connsiteX0" fmla="*/ 0 w 9662615"/>
              <a:gd name="connsiteY0" fmla="*/ 0 h 1583140"/>
              <a:gd name="connsiteX1" fmla="*/ 9662615 w 9662615"/>
              <a:gd name="connsiteY1" fmla="*/ 0 h 1583140"/>
              <a:gd name="connsiteX2" fmla="*/ 9662615 w 9662615"/>
              <a:gd name="connsiteY2" fmla="*/ 1280346 h 1583140"/>
              <a:gd name="connsiteX3" fmla="*/ 9658420 w 9662615"/>
              <a:gd name="connsiteY3" fmla="*/ 1280106 h 1583140"/>
              <a:gd name="connsiteX4" fmla="*/ 9469546 w 9662615"/>
              <a:gd name="connsiteY4" fmla="*/ 1289837 h 1583140"/>
              <a:gd name="connsiteX5" fmla="*/ 9385895 w 9662615"/>
              <a:gd name="connsiteY5" fmla="*/ 1269203 h 1583140"/>
              <a:gd name="connsiteX6" fmla="*/ 9144767 w 9662615"/>
              <a:gd name="connsiteY6" fmla="*/ 1264120 h 1583140"/>
              <a:gd name="connsiteX7" fmla="*/ 8837252 w 9662615"/>
              <a:gd name="connsiteY7" fmla="*/ 1350515 h 1583140"/>
              <a:gd name="connsiteX8" fmla="*/ 8705466 w 9662615"/>
              <a:gd name="connsiteY8" fmla="*/ 1342419 h 1583140"/>
              <a:gd name="connsiteX9" fmla="*/ 8652221 w 9662615"/>
              <a:gd name="connsiteY9" fmla="*/ 1326906 h 1583140"/>
              <a:gd name="connsiteX10" fmla="*/ 8632312 w 9662615"/>
              <a:gd name="connsiteY10" fmla="*/ 1326025 h 1583140"/>
              <a:gd name="connsiteX11" fmla="*/ 8591582 w 9662615"/>
              <a:gd name="connsiteY11" fmla="*/ 1341666 h 1583140"/>
              <a:gd name="connsiteX12" fmla="*/ 8537336 w 9662615"/>
              <a:gd name="connsiteY12" fmla="*/ 1341684 h 1583140"/>
              <a:gd name="connsiteX13" fmla="*/ 8472508 w 9662615"/>
              <a:gd name="connsiteY13" fmla="*/ 1363109 h 1583140"/>
              <a:gd name="connsiteX14" fmla="*/ 8258477 w 9662615"/>
              <a:gd name="connsiteY14" fmla="*/ 1370666 h 1583140"/>
              <a:gd name="connsiteX15" fmla="*/ 8197961 w 9662615"/>
              <a:gd name="connsiteY15" fmla="*/ 1392804 h 1583140"/>
              <a:gd name="connsiteX16" fmla="*/ 8171196 w 9662615"/>
              <a:gd name="connsiteY16" fmla="*/ 1397216 h 1583140"/>
              <a:gd name="connsiteX17" fmla="*/ 8127667 w 9662615"/>
              <a:gd name="connsiteY17" fmla="*/ 1418254 h 1583140"/>
              <a:gd name="connsiteX18" fmla="*/ 7974579 w 9662615"/>
              <a:gd name="connsiteY18" fmla="*/ 1383439 h 1583140"/>
              <a:gd name="connsiteX19" fmla="*/ 7768351 w 9662615"/>
              <a:gd name="connsiteY19" fmla="*/ 1395051 h 1583140"/>
              <a:gd name="connsiteX20" fmla="*/ 7577675 w 9662615"/>
              <a:gd name="connsiteY20" fmla="*/ 1370461 h 1583140"/>
              <a:gd name="connsiteX21" fmla="*/ 7466069 w 9662615"/>
              <a:gd name="connsiteY21" fmla="*/ 1377654 h 1583140"/>
              <a:gd name="connsiteX22" fmla="*/ 7355642 w 9662615"/>
              <a:gd name="connsiteY22" fmla="*/ 1407761 h 1583140"/>
              <a:gd name="connsiteX23" fmla="*/ 7151610 w 9662615"/>
              <a:gd name="connsiteY23" fmla="*/ 1397856 h 1583140"/>
              <a:gd name="connsiteX24" fmla="*/ 7082147 w 9662615"/>
              <a:gd name="connsiteY24" fmla="*/ 1406113 h 1583140"/>
              <a:gd name="connsiteX25" fmla="*/ 7014958 w 9662615"/>
              <a:gd name="connsiteY25" fmla="*/ 1396883 h 1583140"/>
              <a:gd name="connsiteX26" fmla="*/ 6907567 w 9662615"/>
              <a:gd name="connsiteY26" fmla="*/ 1419149 h 1583140"/>
              <a:gd name="connsiteX27" fmla="*/ 6748428 w 9662615"/>
              <a:gd name="connsiteY27" fmla="*/ 1420308 h 1583140"/>
              <a:gd name="connsiteX28" fmla="*/ 6654257 w 9662615"/>
              <a:gd name="connsiteY28" fmla="*/ 1424143 h 1583140"/>
              <a:gd name="connsiteX29" fmla="*/ 6620123 w 9662615"/>
              <a:gd name="connsiteY29" fmla="*/ 1430535 h 1583140"/>
              <a:gd name="connsiteX30" fmla="*/ 6571355 w 9662615"/>
              <a:gd name="connsiteY30" fmla="*/ 1436144 h 1583140"/>
              <a:gd name="connsiteX31" fmla="*/ 6486557 w 9662615"/>
              <a:gd name="connsiteY31" fmla="*/ 1449861 h 1583140"/>
              <a:gd name="connsiteX32" fmla="*/ 6370419 w 9662615"/>
              <a:gd name="connsiteY32" fmla="*/ 1461649 h 1583140"/>
              <a:gd name="connsiteX33" fmla="*/ 6278839 w 9662615"/>
              <a:gd name="connsiteY33" fmla="*/ 1449160 h 1583140"/>
              <a:gd name="connsiteX34" fmla="*/ 6272455 w 9662615"/>
              <a:gd name="connsiteY34" fmla="*/ 1453191 h 1583140"/>
              <a:gd name="connsiteX35" fmla="*/ 6212659 w 9662615"/>
              <a:gd name="connsiteY35" fmla="*/ 1454850 h 1583140"/>
              <a:gd name="connsiteX36" fmla="*/ 6069317 w 9662615"/>
              <a:gd name="connsiteY36" fmla="*/ 1445838 h 1583140"/>
              <a:gd name="connsiteX37" fmla="*/ 5878477 w 9662615"/>
              <a:gd name="connsiteY37" fmla="*/ 1439180 h 1583140"/>
              <a:gd name="connsiteX38" fmla="*/ 5838387 w 9662615"/>
              <a:gd name="connsiteY38" fmla="*/ 1444679 h 1583140"/>
              <a:gd name="connsiteX39" fmla="*/ 5771136 w 9662615"/>
              <a:gd name="connsiteY39" fmla="*/ 1453639 h 1583140"/>
              <a:gd name="connsiteX40" fmla="*/ 5724081 w 9662615"/>
              <a:gd name="connsiteY40" fmla="*/ 1470431 h 1583140"/>
              <a:gd name="connsiteX41" fmla="*/ 5666577 w 9662615"/>
              <a:gd name="connsiteY41" fmla="*/ 1473921 h 1583140"/>
              <a:gd name="connsiteX42" fmla="*/ 5649068 w 9662615"/>
              <a:gd name="connsiteY42" fmla="*/ 1461676 h 1583140"/>
              <a:gd name="connsiteX43" fmla="*/ 5588902 w 9662615"/>
              <a:gd name="connsiteY43" fmla="*/ 1469647 h 1583140"/>
              <a:gd name="connsiteX44" fmla="*/ 5498090 w 9662615"/>
              <a:gd name="connsiteY44" fmla="*/ 1483173 h 1583140"/>
              <a:gd name="connsiteX45" fmla="*/ 5444641 w 9662615"/>
              <a:gd name="connsiteY45" fmla="*/ 1487602 h 1583140"/>
              <a:gd name="connsiteX46" fmla="*/ 5299812 w 9662615"/>
              <a:gd name="connsiteY46" fmla="*/ 1503362 h 1583140"/>
              <a:gd name="connsiteX47" fmla="*/ 5213947 w 9662615"/>
              <a:gd name="connsiteY47" fmla="*/ 1516637 h 1583140"/>
              <a:gd name="connsiteX48" fmla="*/ 5090342 w 9662615"/>
              <a:gd name="connsiteY48" fmla="*/ 1546680 h 1583140"/>
              <a:gd name="connsiteX49" fmla="*/ 5082104 w 9662615"/>
              <a:gd name="connsiteY49" fmla="*/ 1547781 h 1583140"/>
              <a:gd name="connsiteX50" fmla="*/ 5059484 w 9662615"/>
              <a:gd name="connsiteY50" fmla="*/ 1546802 h 1583140"/>
              <a:gd name="connsiteX51" fmla="*/ 5050958 w 9662615"/>
              <a:gd name="connsiteY51" fmla="*/ 1545776 h 1583140"/>
              <a:gd name="connsiteX52" fmla="*/ 5038524 w 9662615"/>
              <a:gd name="connsiteY52" fmla="*/ 1545675 h 1583140"/>
              <a:gd name="connsiteX53" fmla="*/ 5038223 w 9662615"/>
              <a:gd name="connsiteY53" fmla="*/ 1545881 h 1583140"/>
              <a:gd name="connsiteX54" fmla="*/ 5026564 w 9662615"/>
              <a:gd name="connsiteY54" fmla="*/ 1545376 h 1583140"/>
              <a:gd name="connsiteX55" fmla="*/ 4969433 w 9662615"/>
              <a:gd name="connsiteY55" fmla="*/ 1540263 h 1583140"/>
              <a:gd name="connsiteX56" fmla="*/ 4894799 w 9662615"/>
              <a:gd name="connsiteY56" fmla="*/ 1559476 h 1583140"/>
              <a:gd name="connsiteX57" fmla="*/ 4863775 w 9662615"/>
              <a:gd name="connsiteY57" fmla="*/ 1562633 h 1583140"/>
              <a:gd name="connsiteX58" fmla="*/ 4847242 w 9662615"/>
              <a:gd name="connsiteY58" fmla="*/ 1565435 h 1583140"/>
              <a:gd name="connsiteX59" fmla="*/ 4846237 w 9662615"/>
              <a:gd name="connsiteY59" fmla="*/ 1566331 h 1583140"/>
              <a:gd name="connsiteX60" fmla="*/ 4791466 w 9662615"/>
              <a:gd name="connsiteY60" fmla="*/ 1561324 h 1583140"/>
              <a:gd name="connsiteX61" fmla="*/ 4784247 w 9662615"/>
              <a:gd name="connsiteY61" fmla="*/ 1562342 h 1583140"/>
              <a:gd name="connsiteX62" fmla="*/ 4748477 w 9662615"/>
              <a:gd name="connsiteY62" fmla="*/ 1556925 h 1583140"/>
              <a:gd name="connsiteX63" fmla="*/ 4730033 w 9662615"/>
              <a:gd name="connsiteY63" fmla="*/ 1555274 h 1583140"/>
              <a:gd name="connsiteX64" fmla="*/ 4724747 w 9662615"/>
              <a:gd name="connsiteY64" fmla="*/ 1552439 h 1583140"/>
              <a:gd name="connsiteX65" fmla="*/ 4697562 w 9662615"/>
              <a:gd name="connsiteY65" fmla="*/ 1551206 h 1583140"/>
              <a:gd name="connsiteX66" fmla="*/ 4694469 w 9662615"/>
              <a:gd name="connsiteY66" fmla="*/ 1551958 h 1583140"/>
              <a:gd name="connsiteX67" fmla="*/ 4671940 w 9662615"/>
              <a:gd name="connsiteY67" fmla="*/ 1547617 h 1583140"/>
              <a:gd name="connsiteX68" fmla="*/ 4589320 w 9662615"/>
              <a:gd name="connsiteY68" fmla="*/ 1534660 h 1583140"/>
              <a:gd name="connsiteX69" fmla="*/ 4422155 w 9662615"/>
              <a:gd name="connsiteY69" fmla="*/ 1542059 h 1583140"/>
              <a:gd name="connsiteX70" fmla="*/ 4221826 w 9662615"/>
              <a:gd name="connsiteY70" fmla="*/ 1508923 h 1583140"/>
              <a:gd name="connsiteX71" fmla="*/ 4096601 w 9662615"/>
              <a:gd name="connsiteY71" fmla="*/ 1510961 h 1583140"/>
              <a:gd name="connsiteX72" fmla="*/ 3970635 w 9662615"/>
              <a:gd name="connsiteY72" fmla="*/ 1544815 h 1583140"/>
              <a:gd name="connsiteX73" fmla="*/ 3743791 w 9662615"/>
              <a:gd name="connsiteY73" fmla="*/ 1516637 h 1583140"/>
              <a:gd name="connsiteX74" fmla="*/ 3664453 w 9662615"/>
              <a:gd name="connsiteY74" fmla="*/ 1521660 h 1583140"/>
              <a:gd name="connsiteX75" fmla="*/ 3594070 w 9662615"/>
              <a:gd name="connsiteY75" fmla="*/ 1509422 h 1583140"/>
              <a:gd name="connsiteX76" fmla="*/ 3565233 w 9662615"/>
              <a:gd name="connsiteY76" fmla="*/ 1515122 h 1583140"/>
              <a:gd name="connsiteX77" fmla="*/ 3560267 w 9662615"/>
              <a:gd name="connsiteY77" fmla="*/ 1516288 h 1583140"/>
              <a:gd name="connsiteX78" fmla="*/ 3540258 w 9662615"/>
              <a:gd name="connsiteY78" fmla="*/ 1516976 h 1583140"/>
              <a:gd name="connsiteX79" fmla="*/ 3534780 w 9662615"/>
              <a:gd name="connsiteY79" fmla="*/ 1522141 h 1583140"/>
              <a:gd name="connsiteX80" fmla="*/ 3504783 w 9662615"/>
              <a:gd name="connsiteY80" fmla="*/ 1526739 h 1583140"/>
              <a:gd name="connsiteX81" fmla="*/ 3467911 w 9662615"/>
              <a:gd name="connsiteY81" fmla="*/ 1526618 h 1583140"/>
              <a:gd name="connsiteX82" fmla="*/ 3292707 w 9662615"/>
              <a:gd name="connsiteY82" fmla="*/ 1520490 h 1583140"/>
              <a:gd name="connsiteX83" fmla="*/ 3187872 w 9662615"/>
              <a:gd name="connsiteY83" fmla="*/ 1519991 h 1583140"/>
              <a:gd name="connsiteX84" fmla="*/ 3148026 w 9662615"/>
              <a:gd name="connsiteY84" fmla="*/ 1524777 h 1583140"/>
              <a:gd name="connsiteX85" fmla="*/ 3092394 w 9662615"/>
              <a:gd name="connsiteY85" fmla="*/ 1528115 h 1583140"/>
              <a:gd name="connsiteX86" fmla="*/ 2994200 w 9662615"/>
              <a:gd name="connsiteY86" fmla="*/ 1537857 h 1583140"/>
              <a:gd name="connsiteX87" fmla="*/ 2862301 w 9662615"/>
              <a:gd name="connsiteY87" fmla="*/ 1544250 h 1583140"/>
              <a:gd name="connsiteX88" fmla="*/ 2766335 w 9662615"/>
              <a:gd name="connsiteY88" fmla="*/ 1527662 h 1583140"/>
              <a:gd name="connsiteX89" fmla="*/ 2757836 w 9662615"/>
              <a:gd name="connsiteY89" fmla="*/ 1531371 h 1583140"/>
              <a:gd name="connsiteX90" fmla="*/ 2691555 w 9662615"/>
              <a:gd name="connsiteY90" fmla="*/ 1530283 h 1583140"/>
              <a:gd name="connsiteX91" fmla="*/ 2459871 w 9662615"/>
              <a:gd name="connsiteY91" fmla="*/ 1500859 h 1583140"/>
              <a:gd name="connsiteX92" fmla="*/ 2330328 w 9662615"/>
              <a:gd name="connsiteY92" fmla="*/ 1499441 h 1583140"/>
              <a:gd name="connsiteX93" fmla="*/ 2284269 w 9662615"/>
              <a:gd name="connsiteY93" fmla="*/ 1503068 h 1583140"/>
              <a:gd name="connsiteX94" fmla="*/ 2207104 w 9662615"/>
              <a:gd name="connsiteY94" fmla="*/ 1508888 h 1583140"/>
              <a:gd name="connsiteX95" fmla="*/ 2149226 w 9662615"/>
              <a:gd name="connsiteY95" fmla="*/ 1523409 h 1583140"/>
              <a:gd name="connsiteX96" fmla="*/ 2084783 w 9662615"/>
              <a:gd name="connsiteY96" fmla="*/ 1524245 h 1583140"/>
              <a:gd name="connsiteX97" fmla="*/ 2070075 w 9662615"/>
              <a:gd name="connsiteY97" fmla="*/ 1511285 h 1583140"/>
              <a:gd name="connsiteX98" fmla="*/ 2001057 w 9662615"/>
              <a:gd name="connsiteY98" fmla="*/ 1516449 h 1583140"/>
              <a:gd name="connsiteX99" fmla="*/ 1896330 w 9662615"/>
              <a:gd name="connsiteY99" fmla="*/ 1525725 h 1583140"/>
              <a:gd name="connsiteX100" fmla="*/ 1835994 w 9662615"/>
              <a:gd name="connsiteY100" fmla="*/ 1527678 h 1583140"/>
              <a:gd name="connsiteX101" fmla="*/ 1671119 w 9662615"/>
              <a:gd name="connsiteY101" fmla="*/ 1536701 h 1583140"/>
              <a:gd name="connsiteX102" fmla="*/ 1505921 w 9662615"/>
              <a:gd name="connsiteY102" fmla="*/ 1548552 h 1583140"/>
              <a:gd name="connsiteX103" fmla="*/ 1407755 w 9662615"/>
              <a:gd name="connsiteY103" fmla="*/ 1571444 h 1583140"/>
              <a:gd name="connsiteX104" fmla="*/ 1271994 w 9662615"/>
              <a:gd name="connsiteY104" fmla="*/ 1579471 h 1583140"/>
              <a:gd name="connsiteX105" fmla="*/ 1249226 w 9662615"/>
              <a:gd name="connsiteY105" fmla="*/ 1583140 h 1583140"/>
              <a:gd name="connsiteX106" fmla="*/ 1217719 w 9662615"/>
              <a:gd name="connsiteY106" fmla="*/ 1580863 h 1583140"/>
              <a:gd name="connsiteX107" fmla="*/ 1091432 w 9662615"/>
              <a:gd name="connsiteY107" fmla="*/ 1571003 h 1583140"/>
              <a:gd name="connsiteX108" fmla="*/ 992039 w 9662615"/>
              <a:gd name="connsiteY108" fmla="*/ 1556662 h 1583140"/>
              <a:gd name="connsiteX109" fmla="*/ 868264 w 9662615"/>
              <a:gd name="connsiteY109" fmla="*/ 1566392 h 1583140"/>
              <a:gd name="connsiteX110" fmla="*/ 792765 w 9662615"/>
              <a:gd name="connsiteY110" fmla="*/ 1563102 h 1583140"/>
              <a:gd name="connsiteX111" fmla="*/ 669055 w 9662615"/>
              <a:gd name="connsiteY111" fmla="*/ 1543638 h 1583140"/>
              <a:gd name="connsiteX112" fmla="*/ 506152 w 9662615"/>
              <a:gd name="connsiteY112" fmla="*/ 1549124 h 1583140"/>
              <a:gd name="connsiteX113" fmla="*/ 472797 w 9662615"/>
              <a:gd name="connsiteY113" fmla="*/ 1568904 h 1583140"/>
              <a:gd name="connsiteX114" fmla="*/ 427864 w 9662615"/>
              <a:gd name="connsiteY114" fmla="*/ 1580848 h 1583140"/>
              <a:gd name="connsiteX115" fmla="*/ 408381 w 9662615"/>
              <a:gd name="connsiteY115" fmla="*/ 1552940 h 1583140"/>
              <a:gd name="connsiteX116" fmla="*/ 267163 w 9662615"/>
              <a:gd name="connsiteY116" fmla="*/ 1531913 h 1583140"/>
              <a:gd name="connsiteX117" fmla="*/ 196644 w 9662615"/>
              <a:gd name="connsiteY117" fmla="*/ 1524565 h 1583140"/>
              <a:gd name="connsiteX118" fmla="*/ 86819 w 9662615"/>
              <a:gd name="connsiteY118" fmla="*/ 1519517 h 1583140"/>
              <a:gd name="connsiteX119" fmla="*/ 53369 w 9662615"/>
              <a:gd name="connsiteY119" fmla="*/ 1516853 h 1583140"/>
              <a:gd name="connsiteX120" fmla="*/ 2359 w 9662615"/>
              <a:gd name="connsiteY120" fmla="*/ 1515247 h 1583140"/>
              <a:gd name="connsiteX121" fmla="*/ 0 w 9662615"/>
              <a:gd name="connsiteY121" fmla="*/ 1514932 h 1583140"/>
              <a:gd name="connsiteX122" fmla="*/ 0 w 9662615"/>
              <a:gd name="connsiteY122" fmla="*/ 0 h 1583140"/>
              <a:gd name="connsiteX0" fmla="*/ 0 w 9662615"/>
              <a:gd name="connsiteY0" fmla="*/ 0 h 1583140"/>
              <a:gd name="connsiteX1" fmla="*/ 9662615 w 9662615"/>
              <a:gd name="connsiteY1" fmla="*/ 0 h 1583140"/>
              <a:gd name="connsiteX2" fmla="*/ 9662615 w 9662615"/>
              <a:gd name="connsiteY2" fmla="*/ 1280346 h 1583140"/>
              <a:gd name="connsiteX3" fmla="*/ 9658420 w 9662615"/>
              <a:gd name="connsiteY3" fmla="*/ 1280106 h 1583140"/>
              <a:gd name="connsiteX4" fmla="*/ 9469546 w 9662615"/>
              <a:gd name="connsiteY4" fmla="*/ 1289837 h 1583140"/>
              <a:gd name="connsiteX5" fmla="*/ 9385895 w 9662615"/>
              <a:gd name="connsiteY5" fmla="*/ 1269203 h 1583140"/>
              <a:gd name="connsiteX6" fmla="*/ 9144767 w 9662615"/>
              <a:gd name="connsiteY6" fmla="*/ 1264120 h 1583140"/>
              <a:gd name="connsiteX7" fmla="*/ 8837252 w 9662615"/>
              <a:gd name="connsiteY7" fmla="*/ 1350515 h 1583140"/>
              <a:gd name="connsiteX8" fmla="*/ 8705466 w 9662615"/>
              <a:gd name="connsiteY8" fmla="*/ 1342419 h 1583140"/>
              <a:gd name="connsiteX9" fmla="*/ 8652221 w 9662615"/>
              <a:gd name="connsiteY9" fmla="*/ 1326906 h 1583140"/>
              <a:gd name="connsiteX10" fmla="*/ 8632312 w 9662615"/>
              <a:gd name="connsiteY10" fmla="*/ 1326025 h 1583140"/>
              <a:gd name="connsiteX11" fmla="*/ 8591582 w 9662615"/>
              <a:gd name="connsiteY11" fmla="*/ 1341666 h 1583140"/>
              <a:gd name="connsiteX12" fmla="*/ 8537336 w 9662615"/>
              <a:gd name="connsiteY12" fmla="*/ 1341684 h 1583140"/>
              <a:gd name="connsiteX13" fmla="*/ 8472508 w 9662615"/>
              <a:gd name="connsiteY13" fmla="*/ 1363109 h 1583140"/>
              <a:gd name="connsiteX14" fmla="*/ 8258477 w 9662615"/>
              <a:gd name="connsiteY14" fmla="*/ 1370666 h 1583140"/>
              <a:gd name="connsiteX15" fmla="*/ 8197961 w 9662615"/>
              <a:gd name="connsiteY15" fmla="*/ 1392804 h 1583140"/>
              <a:gd name="connsiteX16" fmla="*/ 8171196 w 9662615"/>
              <a:gd name="connsiteY16" fmla="*/ 1397216 h 1583140"/>
              <a:gd name="connsiteX17" fmla="*/ 8127667 w 9662615"/>
              <a:gd name="connsiteY17" fmla="*/ 1418254 h 1583140"/>
              <a:gd name="connsiteX18" fmla="*/ 7974579 w 9662615"/>
              <a:gd name="connsiteY18" fmla="*/ 1383439 h 1583140"/>
              <a:gd name="connsiteX19" fmla="*/ 7768351 w 9662615"/>
              <a:gd name="connsiteY19" fmla="*/ 1395051 h 1583140"/>
              <a:gd name="connsiteX20" fmla="*/ 7635985 w 9662615"/>
              <a:gd name="connsiteY20" fmla="*/ 1386363 h 1583140"/>
              <a:gd name="connsiteX21" fmla="*/ 7466069 w 9662615"/>
              <a:gd name="connsiteY21" fmla="*/ 1377654 h 1583140"/>
              <a:gd name="connsiteX22" fmla="*/ 7355642 w 9662615"/>
              <a:gd name="connsiteY22" fmla="*/ 1407761 h 1583140"/>
              <a:gd name="connsiteX23" fmla="*/ 7151610 w 9662615"/>
              <a:gd name="connsiteY23" fmla="*/ 1397856 h 1583140"/>
              <a:gd name="connsiteX24" fmla="*/ 7082147 w 9662615"/>
              <a:gd name="connsiteY24" fmla="*/ 1406113 h 1583140"/>
              <a:gd name="connsiteX25" fmla="*/ 7014958 w 9662615"/>
              <a:gd name="connsiteY25" fmla="*/ 1396883 h 1583140"/>
              <a:gd name="connsiteX26" fmla="*/ 6907567 w 9662615"/>
              <a:gd name="connsiteY26" fmla="*/ 1419149 h 1583140"/>
              <a:gd name="connsiteX27" fmla="*/ 6748428 w 9662615"/>
              <a:gd name="connsiteY27" fmla="*/ 1420308 h 1583140"/>
              <a:gd name="connsiteX28" fmla="*/ 6654257 w 9662615"/>
              <a:gd name="connsiteY28" fmla="*/ 1424143 h 1583140"/>
              <a:gd name="connsiteX29" fmla="*/ 6620123 w 9662615"/>
              <a:gd name="connsiteY29" fmla="*/ 1430535 h 1583140"/>
              <a:gd name="connsiteX30" fmla="*/ 6571355 w 9662615"/>
              <a:gd name="connsiteY30" fmla="*/ 1436144 h 1583140"/>
              <a:gd name="connsiteX31" fmla="*/ 6486557 w 9662615"/>
              <a:gd name="connsiteY31" fmla="*/ 1449861 h 1583140"/>
              <a:gd name="connsiteX32" fmla="*/ 6370419 w 9662615"/>
              <a:gd name="connsiteY32" fmla="*/ 1461649 h 1583140"/>
              <a:gd name="connsiteX33" fmla="*/ 6278839 w 9662615"/>
              <a:gd name="connsiteY33" fmla="*/ 1449160 h 1583140"/>
              <a:gd name="connsiteX34" fmla="*/ 6272455 w 9662615"/>
              <a:gd name="connsiteY34" fmla="*/ 1453191 h 1583140"/>
              <a:gd name="connsiteX35" fmla="*/ 6212659 w 9662615"/>
              <a:gd name="connsiteY35" fmla="*/ 1454850 h 1583140"/>
              <a:gd name="connsiteX36" fmla="*/ 6069317 w 9662615"/>
              <a:gd name="connsiteY36" fmla="*/ 1445838 h 1583140"/>
              <a:gd name="connsiteX37" fmla="*/ 5878477 w 9662615"/>
              <a:gd name="connsiteY37" fmla="*/ 1439180 h 1583140"/>
              <a:gd name="connsiteX38" fmla="*/ 5838387 w 9662615"/>
              <a:gd name="connsiteY38" fmla="*/ 1444679 h 1583140"/>
              <a:gd name="connsiteX39" fmla="*/ 5771136 w 9662615"/>
              <a:gd name="connsiteY39" fmla="*/ 1453639 h 1583140"/>
              <a:gd name="connsiteX40" fmla="*/ 5724081 w 9662615"/>
              <a:gd name="connsiteY40" fmla="*/ 1470431 h 1583140"/>
              <a:gd name="connsiteX41" fmla="*/ 5666577 w 9662615"/>
              <a:gd name="connsiteY41" fmla="*/ 1473921 h 1583140"/>
              <a:gd name="connsiteX42" fmla="*/ 5649068 w 9662615"/>
              <a:gd name="connsiteY42" fmla="*/ 1461676 h 1583140"/>
              <a:gd name="connsiteX43" fmla="*/ 5588902 w 9662615"/>
              <a:gd name="connsiteY43" fmla="*/ 1469647 h 1583140"/>
              <a:gd name="connsiteX44" fmla="*/ 5498090 w 9662615"/>
              <a:gd name="connsiteY44" fmla="*/ 1483173 h 1583140"/>
              <a:gd name="connsiteX45" fmla="*/ 5444641 w 9662615"/>
              <a:gd name="connsiteY45" fmla="*/ 1487602 h 1583140"/>
              <a:gd name="connsiteX46" fmla="*/ 5299812 w 9662615"/>
              <a:gd name="connsiteY46" fmla="*/ 1503362 h 1583140"/>
              <a:gd name="connsiteX47" fmla="*/ 5213947 w 9662615"/>
              <a:gd name="connsiteY47" fmla="*/ 1516637 h 1583140"/>
              <a:gd name="connsiteX48" fmla="*/ 5090342 w 9662615"/>
              <a:gd name="connsiteY48" fmla="*/ 1546680 h 1583140"/>
              <a:gd name="connsiteX49" fmla="*/ 5082104 w 9662615"/>
              <a:gd name="connsiteY49" fmla="*/ 1547781 h 1583140"/>
              <a:gd name="connsiteX50" fmla="*/ 5059484 w 9662615"/>
              <a:gd name="connsiteY50" fmla="*/ 1546802 h 1583140"/>
              <a:gd name="connsiteX51" fmla="*/ 5050958 w 9662615"/>
              <a:gd name="connsiteY51" fmla="*/ 1545776 h 1583140"/>
              <a:gd name="connsiteX52" fmla="*/ 5038524 w 9662615"/>
              <a:gd name="connsiteY52" fmla="*/ 1545675 h 1583140"/>
              <a:gd name="connsiteX53" fmla="*/ 5038223 w 9662615"/>
              <a:gd name="connsiteY53" fmla="*/ 1545881 h 1583140"/>
              <a:gd name="connsiteX54" fmla="*/ 5026564 w 9662615"/>
              <a:gd name="connsiteY54" fmla="*/ 1545376 h 1583140"/>
              <a:gd name="connsiteX55" fmla="*/ 4969433 w 9662615"/>
              <a:gd name="connsiteY55" fmla="*/ 1540263 h 1583140"/>
              <a:gd name="connsiteX56" fmla="*/ 4894799 w 9662615"/>
              <a:gd name="connsiteY56" fmla="*/ 1559476 h 1583140"/>
              <a:gd name="connsiteX57" fmla="*/ 4863775 w 9662615"/>
              <a:gd name="connsiteY57" fmla="*/ 1562633 h 1583140"/>
              <a:gd name="connsiteX58" fmla="*/ 4847242 w 9662615"/>
              <a:gd name="connsiteY58" fmla="*/ 1565435 h 1583140"/>
              <a:gd name="connsiteX59" fmla="*/ 4846237 w 9662615"/>
              <a:gd name="connsiteY59" fmla="*/ 1566331 h 1583140"/>
              <a:gd name="connsiteX60" fmla="*/ 4791466 w 9662615"/>
              <a:gd name="connsiteY60" fmla="*/ 1561324 h 1583140"/>
              <a:gd name="connsiteX61" fmla="*/ 4784247 w 9662615"/>
              <a:gd name="connsiteY61" fmla="*/ 1562342 h 1583140"/>
              <a:gd name="connsiteX62" fmla="*/ 4748477 w 9662615"/>
              <a:gd name="connsiteY62" fmla="*/ 1556925 h 1583140"/>
              <a:gd name="connsiteX63" fmla="*/ 4730033 w 9662615"/>
              <a:gd name="connsiteY63" fmla="*/ 1555274 h 1583140"/>
              <a:gd name="connsiteX64" fmla="*/ 4724747 w 9662615"/>
              <a:gd name="connsiteY64" fmla="*/ 1552439 h 1583140"/>
              <a:gd name="connsiteX65" fmla="*/ 4697562 w 9662615"/>
              <a:gd name="connsiteY65" fmla="*/ 1551206 h 1583140"/>
              <a:gd name="connsiteX66" fmla="*/ 4694469 w 9662615"/>
              <a:gd name="connsiteY66" fmla="*/ 1551958 h 1583140"/>
              <a:gd name="connsiteX67" fmla="*/ 4671940 w 9662615"/>
              <a:gd name="connsiteY67" fmla="*/ 1547617 h 1583140"/>
              <a:gd name="connsiteX68" fmla="*/ 4589320 w 9662615"/>
              <a:gd name="connsiteY68" fmla="*/ 1534660 h 1583140"/>
              <a:gd name="connsiteX69" fmla="*/ 4422155 w 9662615"/>
              <a:gd name="connsiteY69" fmla="*/ 1542059 h 1583140"/>
              <a:gd name="connsiteX70" fmla="*/ 4221826 w 9662615"/>
              <a:gd name="connsiteY70" fmla="*/ 1508923 h 1583140"/>
              <a:gd name="connsiteX71" fmla="*/ 4096601 w 9662615"/>
              <a:gd name="connsiteY71" fmla="*/ 1510961 h 1583140"/>
              <a:gd name="connsiteX72" fmla="*/ 3970635 w 9662615"/>
              <a:gd name="connsiteY72" fmla="*/ 1544815 h 1583140"/>
              <a:gd name="connsiteX73" fmla="*/ 3743791 w 9662615"/>
              <a:gd name="connsiteY73" fmla="*/ 1516637 h 1583140"/>
              <a:gd name="connsiteX74" fmla="*/ 3664453 w 9662615"/>
              <a:gd name="connsiteY74" fmla="*/ 1521660 h 1583140"/>
              <a:gd name="connsiteX75" fmla="*/ 3594070 w 9662615"/>
              <a:gd name="connsiteY75" fmla="*/ 1509422 h 1583140"/>
              <a:gd name="connsiteX76" fmla="*/ 3565233 w 9662615"/>
              <a:gd name="connsiteY76" fmla="*/ 1515122 h 1583140"/>
              <a:gd name="connsiteX77" fmla="*/ 3560267 w 9662615"/>
              <a:gd name="connsiteY77" fmla="*/ 1516288 h 1583140"/>
              <a:gd name="connsiteX78" fmla="*/ 3540258 w 9662615"/>
              <a:gd name="connsiteY78" fmla="*/ 1516976 h 1583140"/>
              <a:gd name="connsiteX79" fmla="*/ 3534780 w 9662615"/>
              <a:gd name="connsiteY79" fmla="*/ 1522141 h 1583140"/>
              <a:gd name="connsiteX80" fmla="*/ 3504783 w 9662615"/>
              <a:gd name="connsiteY80" fmla="*/ 1526739 h 1583140"/>
              <a:gd name="connsiteX81" fmla="*/ 3467911 w 9662615"/>
              <a:gd name="connsiteY81" fmla="*/ 1526618 h 1583140"/>
              <a:gd name="connsiteX82" fmla="*/ 3292707 w 9662615"/>
              <a:gd name="connsiteY82" fmla="*/ 1520490 h 1583140"/>
              <a:gd name="connsiteX83" fmla="*/ 3187872 w 9662615"/>
              <a:gd name="connsiteY83" fmla="*/ 1519991 h 1583140"/>
              <a:gd name="connsiteX84" fmla="*/ 3148026 w 9662615"/>
              <a:gd name="connsiteY84" fmla="*/ 1524777 h 1583140"/>
              <a:gd name="connsiteX85" fmla="*/ 3092394 w 9662615"/>
              <a:gd name="connsiteY85" fmla="*/ 1528115 h 1583140"/>
              <a:gd name="connsiteX86" fmla="*/ 2994200 w 9662615"/>
              <a:gd name="connsiteY86" fmla="*/ 1537857 h 1583140"/>
              <a:gd name="connsiteX87" fmla="*/ 2862301 w 9662615"/>
              <a:gd name="connsiteY87" fmla="*/ 1544250 h 1583140"/>
              <a:gd name="connsiteX88" fmla="*/ 2766335 w 9662615"/>
              <a:gd name="connsiteY88" fmla="*/ 1527662 h 1583140"/>
              <a:gd name="connsiteX89" fmla="*/ 2757836 w 9662615"/>
              <a:gd name="connsiteY89" fmla="*/ 1531371 h 1583140"/>
              <a:gd name="connsiteX90" fmla="*/ 2691555 w 9662615"/>
              <a:gd name="connsiteY90" fmla="*/ 1530283 h 1583140"/>
              <a:gd name="connsiteX91" fmla="*/ 2459871 w 9662615"/>
              <a:gd name="connsiteY91" fmla="*/ 1500859 h 1583140"/>
              <a:gd name="connsiteX92" fmla="*/ 2330328 w 9662615"/>
              <a:gd name="connsiteY92" fmla="*/ 1499441 h 1583140"/>
              <a:gd name="connsiteX93" fmla="*/ 2284269 w 9662615"/>
              <a:gd name="connsiteY93" fmla="*/ 1503068 h 1583140"/>
              <a:gd name="connsiteX94" fmla="*/ 2207104 w 9662615"/>
              <a:gd name="connsiteY94" fmla="*/ 1508888 h 1583140"/>
              <a:gd name="connsiteX95" fmla="*/ 2149226 w 9662615"/>
              <a:gd name="connsiteY95" fmla="*/ 1523409 h 1583140"/>
              <a:gd name="connsiteX96" fmla="*/ 2084783 w 9662615"/>
              <a:gd name="connsiteY96" fmla="*/ 1524245 h 1583140"/>
              <a:gd name="connsiteX97" fmla="*/ 2070075 w 9662615"/>
              <a:gd name="connsiteY97" fmla="*/ 1511285 h 1583140"/>
              <a:gd name="connsiteX98" fmla="*/ 2001057 w 9662615"/>
              <a:gd name="connsiteY98" fmla="*/ 1516449 h 1583140"/>
              <a:gd name="connsiteX99" fmla="*/ 1896330 w 9662615"/>
              <a:gd name="connsiteY99" fmla="*/ 1525725 h 1583140"/>
              <a:gd name="connsiteX100" fmla="*/ 1835994 w 9662615"/>
              <a:gd name="connsiteY100" fmla="*/ 1527678 h 1583140"/>
              <a:gd name="connsiteX101" fmla="*/ 1671119 w 9662615"/>
              <a:gd name="connsiteY101" fmla="*/ 1536701 h 1583140"/>
              <a:gd name="connsiteX102" fmla="*/ 1505921 w 9662615"/>
              <a:gd name="connsiteY102" fmla="*/ 1548552 h 1583140"/>
              <a:gd name="connsiteX103" fmla="*/ 1407755 w 9662615"/>
              <a:gd name="connsiteY103" fmla="*/ 1571444 h 1583140"/>
              <a:gd name="connsiteX104" fmla="*/ 1271994 w 9662615"/>
              <a:gd name="connsiteY104" fmla="*/ 1579471 h 1583140"/>
              <a:gd name="connsiteX105" fmla="*/ 1249226 w 9662615"/>
              <a:gd name="connsiteY105" fmla="*/ 1583140 h 1583140"/>
              <a:gd name="connsiteX106" fmla="*/ 1217719 w 9662615"/>
              <a:gd name="connsiteY106" fmla="*/ 1580863 h 1583140"/>
              <a:gd name="connsiteX107" fmla="*/ 1091432 w 9662615"/>
              <a:gd name="connsiteY107" fmla="*/ 1571003 h 1583140"/>
              <a:gd name="connsiteX108" fmla="*/ 992039 w 9662615"/>
              <a:gd name="connsiteY108" fmla="*/ 1556662 h 1583140"/>
              <a:gd name="connsiteX109" fmla="*/ 868264 w 9662615"/>
              <a:gd name="connsiteY109" fmla="*/ 1566392 h 1583140"/>
              <a:gd name="connsiteX110" fmla="*/ 792765 w 9662615"/>
              <a:gd name="connsiteY110" fmla="*/ 1563102 h 1583140"/>
              <a:gd name="connsiteX111" fmla="*/ 669055 w 9662615"/>
              <a:gd name="connsiteY111" fmla="*/ 1543638 h 1583140"/>
              <a:gd name="connsiteX112" fmla="*/ 506152 w 9662615"/>
              <a:gd name="connsiteY112" fmla="*/ 1549124 h 1583140"/>
              <a:gd name="connsiteX113" fmla="*/ 472797 w 9662615"/>
              <a:gd name="connsiteY113" fmla="*/ 1568904 h 1583140"/>
              <a:gd name="connsiteX114" fmla="*/ 427864 w 9662615"/>
              <a:gd name="connsiteY114" fmla="*/ 1580848 h 1583140"/>
              <a:gd name="connsiteX115" fmla="*/ 408381 w 9662615"/>
              <a:gd name="connsiteY115" fmla="*/ 1552940 h 1583140"/>
              <a:gd name="connsiteX116" fmla="*/ 267163 w 9662615"/>
              <a:gd name="connsiteY116" fmla="*/ 1531913 h 1583140"/>
              <a:gd name="connsiteX117" fmla="*/ 196644 w 9662615"/>
              <a:gd name="connsiteY117" fmla="*/ 1524565 h 1583140"/>
              <a:gd name="connsiteX118" fmla="*/ 86819 w 9662615"/>
              <a:gd name="connsiteY118" fmla="*/ 1519517 h 1583140"/>
              <a:gd name="connsiteX119" fmla="*/ 53369 w 9662615"/>
              <a:gd name="connsiteY119" fmla="*/ 1516853 h 1583140"/>
              <a:gd name="connsiteX120" fmla="*/ 2359 w 9662615"/>
              <a:gd name="connsiteY120" fmla="*/ 1515247 h 1583140"/>
              <a:gd name="connsiteX121" fmla="*/ 0 w 9662615"/>
              <a:gd name="connsiteY121" fmla="*/ 1514932 h 1583140"/>
              <a:gd name="connsiteX122" fmla="*/ 0 w 9662615"/>
              <a:gd name="connsiteY122" fmla="*/ 0 h 1583140"/>
              <a:gd name="connsiteX0" fmla="*/ 0 w 9662615"/>
              <a:gd name="connsiteY0" fmla="*/ 0 h 1583140"/>
              <a:gd name="connsiteX1" fmla="*/ 9662615 w 9662615"/>
              <a:gd name="connsiteY1" fmla="*/ 0 h 1583140"/>
              <a:gd name="connsiteX2" fmla="*/ 9662615 w 9662615"/>
              <a:gd name="connsiteY2" fmla="*/ 1280346 h 1583140"/>
              <a:gd name="connsiteX3" fmla="*/ 9658420 w 9662615"/>
              <a:gd name="connsiteY3" fmla="*/ 1280106 h 1583140"/>
              <a:gd name="connsiteX4" fmla="*/ 9469546 w 9662615"/>
              <a:gd name="connsiteY4" fmla="*/ 1289837 h 1583140"/>
              <a:gd name="connsiteX5" fmla="*/ 9385895 w 9662615"/>
              <a:gd name="connsiteY5" fmla="*/ 1269203 h 1583140"/>
              <a:gd name="connsiteX6" fmla="*/ 9144767 w 9662615"/>
              <a:gd name="connsiteY6" fmla="*/ 1264120 h 1583140"/>
              <a:gd name="connsiteX7" fmla="*/ 8837252 w 9662615"/>
              <a:gd name="connsiteY7" fmla="*/ 1350515 h 1583140"/>
              <a:gd name="connsiteX8" fmla="*/ 8705466 w 9662615"/>
              <a:gd name="connsiteY8" fmla="*/ 1342419 h 1583140"/>
              <a:gd name="connsiteX9" fmla="*/ 8652221 w 9662615"/>
              <a:gd name="connsiteY9" fmla="*/ 1326906 h 1583140"/>
              <a:gd name="connsiteX10" fmla="*/ 8632312 w 9662615"/>
              <a:gd name="connsiteY10" fmla="*/ 1326025 h 1583140"/>
              <a:gd name="connsiteX11" fmla="*/ 8591582 w 9662615"/>
              <a:gd name="connsiteY11" fmla="*/ 1341666 h 1583140"/>
              <a:gd name="connsiteX12" fmla="*/ 8537336 w 9662615"/>
              <a:gd name="connsiteY12" fmla="*/ 1341684 h 1583140"/>
              <a:gd name="connsiteX13" fmla="*/ 8472508 w 9662615"/>
              <a:gd name="connsiteY13" fmla="*/ 1363109 h 1583140"/>
              <a:gd name="connsiteX14" fmla="*/ 8258477 w 9662615"/>
              <a:gd name="connsiteY14" fmla="*/ 1370666 h 1583140"/>
              <a:gd name="connsiteX15" fmla="*/ 8197961 w 9662615"/>
              <a:gd name="connsiteY15" fmla="*/ 1392804 h 1583140"/>
              <a:gd name="connsiteX16" fmla="*/ 8171196 w 9662615"/>
              <a:gd name="connsiteY16" fmla="*/ 1397216 h 1583140"/>
              <a:gd name="connsiteX17" fmla="*/ 8127667 w 9662615"/>
              <a:gd name="connsiteY17" fmla="*/ 1418254 h 1583140"/>
              <a:gd name="connsiteX18" fmla="*/ 7974579 w 9662615"/>
              <a:gd name="connsiteY18" fmla="*/ 1383439 h 1583140"/>
              <a:gd name="connsiteX19" fmla="*/ 7768351 w 9662615"/>
              <a:gd name="connsiteY19" fmla="*/ 1395051 h 1583140"/>
              <a:gd name="connsiteX20" fmla="*/ 7635985 w 9662615"/>
              <a:gd name="connsiteY20" fmla="*/ 1386363 h 1583140"/>
              <a:gd name="connsiteX21" fmla="*/ 7466069 w 9662615"/>
              <a:gd name="connsiteY21" fmla="*/ 1377654 h 1583140"/>
              <a:gd name="connsiteX22" fmla="*/ 7355642 w 9662615"/>
              <a:gd name="connsiteY22" fmla="*/ 1407761 h 1583140"/>
              <a:gd name="connsiteX23" fmla="*/ 7151610 w 9662615"/>
              <a:gd name="connsiteY23" fmla="*/ 1397856 h 1583140"/>
              <a:gd name="connsiteX24" fmla="*/ 7082147 w 9662615"/>
              <a:gd name="connsiteY24" fmla="*/ 1406113 h 1583140"/>
              <a:gd name="connsiteX25" fmla="*/ 7014958 w 9662615"/>
              <a:gd name="connsiteY25" fmla="*/ 1396883 h 1583140"/>
              <a:gd name="connsiteX26" fmla="*/ 6907567 w 9662615"/>
              <a:gd name="connsiteY26" fmla="*/ 1419149 h 1583140"/>
              <a:gd name="connsiteX27" fmla="*/ 6748428 w 9662615"/>
              <a:gd name="connsiteY27" fmla="*/ 1420308 h 1583140"/>
              <a:gd name="connsiteX28" fmla="*/ 6654257 w 9662615"/>
              <a:gd name="connsiteY28" fmla="*/ 1424143 h 1583140"/>
              <a:gd name="connsiteX29" fmla="*/ 6620123 w 9662615"/>
              <a:gd name="connsiteY29" fmla="*/ 1430535 h 1583140"/>
              <a:gd name="connsiteX30" fmla="*/ 6571355 w 9662615"/>
              <a:gd name="connsiteY30" fmla="*/ 1436144 h 1583140"/>
              <a:gd name="connsiteX31" fmla="*/ 6486557 w 9662615"/>
              <a:gd name="connsiteY31" fmla="*/ 1449861 h 1583140"/>
              <a:gd name="connsiteX32" fmla="*/ 6370419 w 9662615"/>
              <a:gd name="connsiteY32" fmla="*/ 1461649 h 1583140"/>
              <a:gd name="connsiteX33" fmla="*/ 6278839 w 9662615"/>
              <a:gd name="connsiteY33" fmla="*/ 1449160 h 1583140"/>
              <a:gd name="connsiteX34" fmla="*/ 6272455 w 9662615"/>
              <a:gd name="connsiteY34" fmla="*/ 1453191 h 1583140"/>
              <a:gd name="connsiteX35" fmla="*/ 6212659 w 9662615"/>
              <a:gd name="connsiteY35" fmla="*/ 1454850 h 1583140"/>
              <a:gd name="connsiteX36" fmla="*/ 6069317 w 9662615"/>
              <a:gd name="connsiteY36" fmla="*/ 1445838 h 1583140"/>
              <a:gd name="connsiteX37" fmla="*/ 5878477 w 9662615"/>
              <a:gd name="connsiteY37" fmla="*/ 1439180 h 1583140"/>
              <a:gd name="connsiteX38" fmla="*/ 5838387 w 9662615"/>
              <a:gd name="connsiteY38" fmla="*/ 1444679 h 1583140"/>
              <a:gd name="connsiteX39" fmla="*/ 5771136 w 9662615"/>
              <a:gd name="connsiteY39" fmla="*/ 1453639 h 1583140"/>
              <a:gd name="connsiteX40" fmla="*/ 5724081 w 9662615"/>
              <a:gd name="connsiteY40" fmla="*/ 1470431 h 1583140"/>
              <a:gd name="connsiteX41" fmla="*/ 5666577 w 9662615"/>
              <a:gd name="connsiteY41" fmla="*/ 1473921 h 1583140"/>
              <a:gd name="connsiteX42" fmla="*/ 5649068 w 9662615"/>
              <a:gd name="connsiteY42" fmla="*/ 1461676 h 1583140"/>
              <a:gd name="connsiteX43" fmla="*/ 5588902 w 9662615"/>
              <a:gd name="connsiteY43" fmla="*/ 1469647 h 1583140"/>
              <a:gd name="connsiteX44" fmla="*/ 5498090 w 9662615"/>
              <a:gd name="connsiteY44" fmla="*/ 1483173 h 1583140"/>
              <a:gd name="connsiteX45" fmla="*/ 5444641 w 9662615"/>
              <a:gd name="connsiteY45" fmla="*/ 1487602 h 1583140"/>
              <a:gd name="connsiteX46" fmla="*/ 5299812 w 9662615"/>
              <a:gd name="connsiteY46" fmla="*/ 1503362 h 1583140"/>
              <a:gd name="connsiteX47" fmla="*/ 5213947 w 9662615"/>
              <a:gd name="connsiteY47" fmla="*/ 1516637 h 1583140"/>
              <a:gd name="connsiteX48" fmla="*/ 5090342 w 9662615"/>
              <a:gd name="connsiteY48" fmla="*/ 1546680 h 1583140"/>
              <a:gd name="connsiteX49" fmla="*/ 5082104 w 9662615"/>
              <a:gd name="connsiteY49" fmla="*/ 1547781 h 1583140"/>
              <a:gd name="connsiteX50" fmla="*/ 5059484 w 9662615"/>
              <a:gd name="connsiteY50" fmla="*/ 1546802 h 1583140"/>
              <a:gd name="connsiteX51" fmla="*/ 5050958 w 9662615"/>
              <a:gd name="connsiteY51" fmla="*/ 1545776 h 1583140"/>
              <a:gd name="connsiteX52" fmla="*/ 5038524 w 9662615"/>
              <a:gd name="connsiteY52" fmla="*/ 1545675 h 1583140"/>
              <a:gd name="connsiteX53" fmla="*/ 5038223 w 9662615"/>
              <a:gd name="connsiteY53" fmla="*/ 1545881 h 1583140"/>
              <a:gd name="connsiteX54" fmla="*/ 5026564 w 9662615"/>
              <a:gd name="connsiteY54" fmla="*/ 1545376 h 1583140"/>
              <a:gd name="connsiteX55" fmla="*/ 4969433 w 9662615"/>
              <a:gd name="connsiteY55" fmla="*/ 1540263 h 1583140"/>
              <a:gd name="connsiteX56" fmla="*/ 4894799 w 9662615"/>
              <a:gd name="connsiteY56" fmla="*/ 1559476 h 1583140"/>
              <a:gd name="connsiteX57" fmla="*/ 4863775 w 9662615"/>
              <a:gd name="connsiteY57" fmla="*/ 1562633 h 1583140"/>
              <a:gd name="connsiteX58" fmla="*/ 4847242 w 9662615"/>
              <a:gd name="connsiteY58" fmla="*/ 1565435 h 1583140"/>
              <a:gd name="connsiteX59" fmla="*/ 4846237 w 9662615"/>
              <a:gd name="connsiteY59" fmla="*/ 1566331 h 1583140"/>
              <a:gd name="connsiteX60" fmla="*/ 4791466 w 9662615"/>
              <a:gd name="connsiteY60" fmla="*/ 1561324 h 1583140"/>
              <a:gd name="connsiteX61" fmla="*/ 4784247 w 9662615"/>
              <a:gd name="connsiteY61" fmla="*/ 1562342 h 1583140"/>
              <a:gd name="connsiteX62" fmla="*/ 4748477 w 9662615"/>
              <a:gd name="connsiteY62" fmla="*/ 1556925 h 1583140"/>
              <a:gd name="connsiteX63" fmla="*/ 4730033 w 9662615"/>
              <a:gd name="connsiteY63" fmla="*/ 1555274 h 1583140"/>
              <a:gd name="connsiteX64" fmla="*/ 4724747 w 9662615"/>
              <a:gd name="connsiteY64" fmla="*/ 1552439 h 1583140"/>
              <a:gd name="connsiteX65" fmla="*/ 4697562 w 9662615"/>
              <a:gd name="connsiteY65" fmla="*/ 1551206 h 1583140"/>
              <a:gd name="connsiteX66" fmla="*/ 4694469 w 9662615"/>
              <a:gd name="connsiteY66" fmla="*/ 1551958 h 1583140"/>
              <a:gd name="connsiteX67" fmla="*/ 4671940 w 9662615"/>
              <a:gd name="connsiteY67" fmla="*/ 1547617 h 1583140"/>
              <a:gd name="connsiteX68" fmla="*/ 4589320 w 9662615"/>
              <a:gd name="connsiteY68" fmla="*/ 1534660 h 1583140"/>
              <a:gd name="connsiteX69" fmla="*/ 4422155 w 9662615"/>
              <a:gd name="connsiteY69" fmla="*/ 1542059 h 1583140"/>
              <a:gd name="connsiteX70" fmla="*/ 4221826 w 9662615"/>
              <a:gd name="connsiteY70" fmla="*/ 1508923 h 1583140"/>
              <a:gd name="connsiteX71" fmla="*/ 4096601 w 9662615"/>
              <a:gd name="connsiteY71" fmla="*/ 1510961 h 1583140"/>
              <a:gd name="connsiteX72" fmla="*/ 3970635 w 9662615"/>
              <a:gd name="connsiteY72" fmla="*/ 1544815 h 1583140"/>
              <a:gd name="connsiteX73" fmla="*/ 3743791 w 9662615"/>
              <a:gd name="connsiteY73" fmla="*/ 1516637 h 1583140"/>
              <a:gd name="connsiteX74" fmla="*/ 3664453 w 9662615"/>
              <a:gd name="connsiteY74" fmla="*/ 1521660 h 1583140"/>
              <a:gd name="connsiteX75" fmla="*/ 3594070 w 9662615"/>
              <a:gd name="connsiteY75" fmla="*/ 1509422 h 1583140"/>
              <a:gd name="connsiteX76" fmla="*/ 3565233 w 9662615"/>
              <a:gd name="connsiteY76" fmla="*/ 1515122 h 1583140"/>
              <a:gd name="connsiteX77" fmla="*/ 3560267 w 9662615"/>
              <a:gd name="connsiteY77" fmla="*/ 1516288 h 1583140"/>
              <a:gd name="connsiteX78" fmla="*/ 3540258 w 9662615"/>
              <a:gd name="connsiteY78" fmla="*/ 1516976 h 1583140"/>
              <a:gd name="connsiteX79" fmla="*/ 3534780 w 9662615"/>
              <a:gd name="connsiteY79" fmla="*/ 1522141 h 1583140"/>
              <a:gd name="connsiteX80" fmla="*/ 3504783 w 9662615"/>
              <a:gd name="connsiteY80" fmla="*/ 1526739 h 1583140"/>
              <a:gd name="connsiteX81" fmla="*/ 3467911 w 9662615"/>
              <a:gd name="connsiteY81" fmla="*/ 1526618 h 1583140"/>
              <a:gd name="connsiteX82" fmla="*/ 3292707 w 9662615"/>
              <a:gd name="connsiteY82" fmla="*/ 1520490 h 1583140"/>
              <a:gd name="connsiteX83" fmla="*/ 3187872 w 9662615"/>
              <a:gd name="connsiteY83" fmla="*/ 1519991 h 1583140"/>
              <a:gd name="connsiteX84" fmla="*/ 3148026 w 9662615"/>
              <a:gd name="connsiteY84" fmla="*/ 1524777 h 1583140"/>
              <a:gd name="connsiteX85" fmla="*/ 3092394 w 9662615"/>
              <a:gd name="connsiteY85" fmla="*/ 1528115 h 1583140"/>
              <a:gd name="connsiteX86" fmla="*/ 2994200 w 9662615"/>
              <a:gd name="connsiteY86" fmla="*/ 1537857 h 1583140"/>
              <a:gd name="connsiteX87" fmla="*/ 2862301 w 9662615"/>
              <a:gd name="connsiteY87" fmla="*/ 1544250 h 1583140"/>
              <a:gd name="connsiteX88" fmla="*/ 2766335 w 9662615"/>
              <a:gd name="connsiteY88" fmla="*/ 1527662 h 1583140"/>
              <a:gd name="connsiteX89" fmla="*/ 2757836 w 9662615"/>
              <a:gd name="connsiteY89" fmla="*/ 1531371 h 1583140"/>
              <a:gd name="connsiteX90" fmla="*/ 2691555 w 9662615"/>
              <a:gd name="connsiteY90" fmla="*/ 1530283 h 1583140"/>
              <a:gd name="connsiteX91" fmla="*/ 2459871 w 9662615"/>
              <a:gd name="connsiteY91" fmla="*/ 1500859 h 1583140"/>
              <a:gd name="connsiteX92" fmla="*/ 2330328 w 9662615"/>
              <a:gd name="connsiteY92" fmla="*/ 1499441 h 1583140"/>
              <a:gd name="connsiteX93" fmla="*/ 2284269 w 9662615"/>
              <a:gd name="connsiteY93" fmla="*/ 1503068 h 1583140"/>
              <a:gd name="connsiteX94" fmla="*/ 2207104 w 9662615"/>
              <a:gd name="connsiteY94" fmla="*/ 1508888 h 1583140"/>
              <a:gd name="connsiteX95" fmla="*/ 2149226 w 9662615"/>
              <a:gd name="connsiteY95" fmla="*/ 1523409 h 1583140"/>
              <a:gd name="connsiteX96" fmla="*/ 2084783 w 9662615"/>
              <a:gd name="connsiteY96" fmla="*/ 1524245 h 1583140"/>
              <a:gd name="connsiteX97" fmla="*/ 2070075 w 9662615"/>
              <a:gd name="connsiteY97" fmla="*/ 1511285 h 1583140"/>
              <a:gd name="connsiteX98" fmla="*/ 2001057 w 9662615"/>
              <a:gd name="connsiteY98" fmla="*/ 1516449 h 1583140"/>
              <a:gd name="connsiteX99" fmla="*/ 1896330 w 9662615"/>
              <a:gd name="connsiteY99" fmla="*/ 1525725 h 1583140"/>
              <a:gd name="connsiteX100" fmla="*/ 1835994 w 9662615"/>
              <a:gd name="connsiteY100" fmla="*/ 1527678 h 1583140"/>
              <a:gd name="connsiteX101" fmla="*/ 1671119 w 9662615"/>
              <a:gd name="connsiteY101" fmla="*/ 1536701 h 1583140"/>
              <a:gd name="connsiteX102" fmla="*/ 1601337 w 9662615"/>
              <a:gd name="connsiteY102" fmla="*/ 1548552 h 1583140"/>
              <a:gd name="connsiteX103" fmla="*/ 1407755 w 9662615"/>
              <a:gd name="connsiteY103" fmla="*/ 1571444 h 1583140"/>
              <a:gd name="connsiteX104" fmla="*/ 1271994 w 9662615"/>
              <a:gd name="connsiteY104" fmla="*/ 1579471 h 1583140"/>
              <a:gd name="connsiteX105" fmla="*/ 1249226 w 9662615"/>
              <a:gd name="connsiteY105" fmla="*/ 1583140 h 1583140"/>
              <a:gd name="connsiteX106" fmla="*/ 1217719 w 9662615"/>
              <a:gd name="connsiteY106" fmla="*/ 1580863 h 1583140"/>
              <a:gd name="connsiteX107" fmla="*/ 1091432 w 9662615"/>
              <a:gd name="connsiteY107" fmla="*/ 1571003 h 1583140"/>
              <a:gd name="connsiteX108" fmla="*/ 992039 w 9662615"/>
              <a:gd name="connsiteY108" fmla="*/ 1556662 h 1583140"/>
              <a:gd name="connsiteX109" fmla="*/ 868264 w 9662615"/>
              <a:gd name="connsiteY109" fmla="*/ 1566392 h 1583140"/>
              <a:gd name="connsiteX110" fmla="*/ 792765 w 9662615"/>
              <a:gd name="connsiteY110" fmla="*/ 1563102 h 1583140"/>
              <a:gd name="connsiteX111" fmla="*/ 669055 w 9662615"/>
              <a:gd name="connsiteY111" fmla="*/ 1543638 h 1583140"/>
              <a:gd name="connsiteX112" fmla="*/ 506152 w 9662615"/>
              <a:gd name="connsiteY112" fmla="*/ 1549124 h 1583140"/>
              <a:gd name="connsiteX113" fmla="*/ 472797 w 9662615"/>
              <a:gd name="connsiteY113" fmla="*/ 1568904 h 1583140"/>
              <a:gd name="connsiteX114" fmla="*/ 427864 w 9662615"/>
              <a:gd name="connsiteY114" fmla="*/ 1580848 h 1583140"/>
              <a:gd name="connsiteX115" fmla="*/ 408381 w 9662615"/>
              <a:gd name="connsiteY115" fmla="*/ 1552940 h 1583140"/>
              <a:gd name="connsiteX116" fmla="*/ 267163 w 9662615"/>
              <a:gd name="connsiteY116" fmla="*/ 1531913 h 1583140"/>
              <a:gd name="connsiteX117" fmla="*/ 196644 w 9662615"/>
              <a:gd name="connsiteY117" fmla="*/ 1524565 h 1583140"/>
              <a:gd name="connsiteX118" fmla="*/ 86819 w 9662615"/>
              <a:gd name="connsiteY118" fmla="*/ 1519517 h 1583140"/>
              <a:gd name="connsiteX119" fmla="*/ 53369 w 9662615"/>
              <a:gd name="connsiteY119" fmla="*/ 1516853 h 1583140"/>
              <a:gd name="connsiteX120" fmla="*/ 2359 w 9662615"/>
              <a:gd name="connsiteY120" fmla="*/ 1515247 h 1583140"/>
              <a:gd name="connsiteX121" fmla="*/ 0 w 9662615"/>
              <a:gd name="connsiteY121" fmla="*/ 1514932 h 1583140"/>
              <a:gd name="connsiteX122" fmla="*/ 0 w 9662615"/>
              <a:gd name="connsiteY122" fmla="*/ 0 h 1583140"/>
              <a:gd name="connsiteX0" fmla="*/ 0 w 9662615"/>
              <a:gd name="connsiteY0" fmla="*/ 0 h 1583140"/>
              <a:gd name="connsiteX1" fmla="*/ 9662615 w 9662615"/>
              <a:gd name="connsiteY1" fmla="*/ 0 h 1583140"/>
              <a:gd name="connsiteX2" fmla="*/ 9662615 w 9662615"/>
              <a:gd name="connsiteY2" fmla="*/ 1280346 h 1583140"/>
              <a:gd name="connsiteX3" fmla="*/ 9658420 w 9662615"/>
              <a:gd name="connsiteY3" fmla="*/ 1280106 h 1583140"/>
              <a:gd name="connsiteX4" fmla="*/ 9469546 w 9662615"/>
              <a:gd name="connsiteY4" fmla="*/ 1289837 h 1583140"/>
              <a:gd name="connsiteX5" fmla="*/ 9385895 w 9662615"/>
              <a:gd name="connsiteY5" fmla="*/ 1269203 h 1583140"/>
              <a:gd name="connsiteX6" fmla="*/ 9144767 w 9662615"/>
              <a:gd name="connsiteY6" fmla="*/ 1264120 h 1583140"/>
              <a:gd name="connsiteX7" fmla="*/ 8837252 w 9662615"/>
              <a:gd name="connsiteY7" fmla="*/ 1350515 h 1583140"/>
              <a:gd name="connsiteX8" fmla="*/ 8705466 w 9662615"/>
              <a:gd name="connsiteY8" fmla="*/ 1342419 h 1583140"/>
              <a:gd name="connsiteX9" fmla="*/ 8652221 w 9662615"/>
              <a:gd name="connsiteY9" fmla="*/ 1326906 h 1583140"/>
              <a:gd name="connsiteX10" fmla="*/ 8632312 w 9662615"/>
              <a:gd name="connsiteY10" fmla="*/ 1326025 h 1583140"/>
              <a:gd name="connsiteX11" fmla="*/ 8591582 w 9662615"/>
              <a:gd name="connsiteY11" fmla="*/ 1341666 h 1583140"/>
              <a:gd name="connsiteX12" fmla="*/ 8537336 w 9662615"/>
              <a:gd name="connsiteY12" fmla="*/ 1341684 h 1583140"/>
              <a:gd name="connsiteX13" fmla="*/ 8472508 w 9662615"/>
              <a:gd name="connsiteY13" fmla="*/ 1363109 h 1583140"/>
              <a:gd name="connsiteX14" fmla="*/ 8258477 w 9662615"/>
              <a:gd name="connsiteY14" fmla="*/ 1370666 h 1583140"/>
              <a:gd name="connsiteX15" fmla="*/ 8197961 w 9662615"/>
              <a:gd name="connsiteY15" fmla="*/ 1392804 h 1583140"/>
              <a:gd name="connsiteX16" fmla="*/ 8171196 w 9662615"/>
              <a:gd name="connsiteY16" fmla="*/ 1397216 h 1583140"/>
              <a:gd name="connsiteX17" fmla="*/ 8127667 w 9662615"/>
              <a:gd name="connsiteY17" fmla="*/ 1418254 h 1583140"/>
              <a:gd name="connsiteX18" fmla="*/ 7974579 w 9662615"/>
              <a:gd name="connsiteY18" fmla="*/ 1383439 h 1583140"/>
              <a:gd name="connsiteX19" fmla="*/ 7768351 w 9662615"/>
              <a:gd name="connsiteY19" fmla="*/ 1395051 h 1583140"/>
              <a:gd name="connsiteX20" fmla="*/ 7635985 w 9662615"/>
              <a:gd name="connsiteY20" fmla="*/ 1386363 h 1583140"/>
              <a:gd name="connsiteX21" fmla="*/ 7466069 w 9662615"/>
              <a:gd name="connsiteY21" fmla="*/ 1377654 h 1583140"/>
              <a:gd name="connsiteX22" fmla="*/ 7355642 w 9662615"/>
              <a:gd name="connsiteY22" fmla="*/ 1407761 h 1583140"/>
              <a:gd name="connsiteX23" fmla="*/ 7151610 w 9662615"/>
              <a:gd name="connsiteY23" fmla="*/ 1397856 h 1583140"/>
              <a:gd name="connsiteX24" fmla="*/ 7082147 w 9662615"/>
              <a:gd name="connsiteY24" fmla="*/ 1406113 h 1583140"/>
              <a:gd name="connsiteX25" fmla="*/ 7014958 w 9662615"/>
              <a:gd name="connsiteY25" fmla="*/ 1396883 h 1583140"/>
              <a:gd name="connsiteX26" fmla="*/ 6907567 w 9662615"/>
              <a:gd name="connsiteY26" fmla="*/ 1419149 h 1583140"/>
              <a:gd name="connsiteX27" fmla="*/ 6748428 w 9662615"/>
              <a:gd name="connsiteY27" fmla="*/ 1420308 h 1583140"/>
              <a:gd name="connsiteX28" fmla="*/ 6654257 w 9662615"/>
              <a:gd name="connsiteY28" fmla="*/ 1424143 h 1583140"/>
              <a:gd name="connsiteX29" fmla="*/ 6620123 w 9662615"/>
              <a:gd name="connsiteY29" fmla="*/ 1430535 h 1583140"/>
              <a:gd name="connsiteX30" fmla="*/ 6571355 w 9662615"/>
              <a:gd name="connsiteY30" fmla="*/ 1436144 h 1583140"/>
              <a:gd name="connsiteX31" fmla="*/ 6486557 w 9662615"/>
              <a:gd name="connsiteY31" fmla="*/ 1449861 h 1583140"/>
              <a:gd name="connsiteX32" fmla="*/ 6370419 w 9662615"/>
              <a:gd name="connsiteY32" fmla="*/ 1461649 h 1583140"/>
              <a:gd name="connsiteX33" fmla="*/ 6278839 w 9662615"/>
              <a:gd name="connsiteY33" fmla="*/ 1449160 h 1583140"/>
              <a:gd name="connsiteX34" fmla="*/ 6272455 w 9662615"/>
              <a:gd name="connsiteY34" fmla="*/ 1453191 h 1583140"/>
              <a:gd name="connsiteX35" fmla="*/ 6212659 w 9662615"/>
              <a:gd name="connsiteY35" fmla="*/ 1454850 h 1583140"/>
              <a:gd name="connsiteX36" fmla="*/ 6069317 w 9662615"/>
              <a:gd name="connsiteY36" fmla="*/ 1445838 h 1583140"/>
              <a:gd name="connsiteX37" fmla="*/ 5878477 w 9662615"/>
              <a:gd name="connsiteY37" fmla="*/ 1439180 h 1583140"/>
              <a:gd name="connsiteX38" fmla="*/ 5838387 w 9662615"/>
              <a:gd name="connsiteY38" fmla="*/ 1444679 h 1583140"/>
              <a:gd name="connsiteX39" fmla="*/ 5771136 w 9662615"/>
              <a:gd name="connsiteY39" fmla="*/ 1453639 h 1583140"/>
              <a:gd name="connsiteX40" fmla="*/ 5724081 w 9662615"/>
              <a:gd name="connsiteY40" fmla="*/ 1470431 h 1583140"/>
              <a:gd name="connsiteX41" fmla="*/ 5666577 w 9662615"/>
              <a:gd name="connsiteY41" fmla="*/ 1473921 h 1583140"/>
              <a:gd name="connsiteX42" fmla="*/ 5649068 w 9662615"/>
              <a:gd name="connsiteY42" fmla="*/ 1461676 h 1583140"/>
              <a:gd name="connsiteX43" fmla="*/ 5588902 w 9662615"/>
              <a:gd name="connsiteY43" fmla="*/ 1469647 h 1583140"/>
              <a:gd name="connsiteX44" fmla="*/ 5498090 w 9662615"/>
              <a:gd name="connsiteY44" fmla="*/ 1483173 h 1583140"/>
              <a:gd name="connsiteX45" fmla="*/ 5444641 w 9662615"/>
              <a:gd name="connsiteY45" fmla="*/ 1487602 h 1583140"/>
              <a:gd name="connsiteX46" fmla="*/ 5299812 w 9662615"/>
              <a:gd name="connsiteY46" fmla="*/ 1503362 h 1583140"/>
              <a:gd name="connsiteX47" fmla="*/ 5213947 w 9662615"/>
              <a:gd name="connsiteY47" fmla="*/ 1516637 h 1583140"/>
              <a:gd name="connsiteX48" fmla="*/ 5090342 w 9662615"/>
              <a:gd name="connsiteY48" fmla="*/ 1546680 h 1583140"/>
              <a:gd name="connsiteX49" fmla="*/ 5082104 w 9662615"/>
              <a:gd name="connsiteY49" fmla="*/ 1547781 h 1583140"/>
              <a:gd name="connsiteX50" fmla="*/ 5059484 w 9662615"/>
              <a:gd name="connsiteY50" fmla="*/ 1546802 h 1583140"/>
              <a:gd name="connsiteX51" fmla="*/ 5050958 w 9662615"/>
              <a:gd name="connsiteY51" fmla="*/ 1545776 h 1583140"/>
              <a:gd name="connsiteX52" fmla="*/ 5038524 w 9662615"/>
              <a:gd name="connsiteY52" fmla="*/ 1545675 h 1583140"/>
              <a:gd name="connsiteX53" fmla="*/ 5038223 w 9662615"/>
              <a:gd name="connsiteY53" fmla="*/ 1545881 h 1583140"/>
              <a:gd name="connsiteX54" fmla="*/ 5026564 w 9662615"/>
              <a:gd name="connsiteY54" fmla="*/ 1545376 h 1583140"/>
              <a:gd name="connsiteX55" fmla="*/ 4969433 w 9662615"/>
              <a:gd name="connsiteY55" fmla="*/ 1540263 h 1583140"/>
              <a:gd name="connsiteX56" fmla="*/ 4894799 w 9662615"/>
              <a:gd name="connsiteY56" fmla="*/ 1559476 h 1583140"/>
              <a:gd name="connsiteX57" fmla="*/ 4863775 w 9662615"/>
              <a:gd name="connsiteY57" fmla="*/ 1562633 h 1583140"/>
              <a:gd name="connsiteX58" fmla="*/ 4847242 w 9662615"/>
              <a:gd name="connsiteY58" fmla="*/ 1565435 h 1583140"/>
              <a:gd name="connsiteX59" fmla="*/ 4846237 w 9662615"/>
              <a:gd name="connsiteY59" fmla="*/ 1566331 h 1583140"/>
              <a:gd name="connsiteX60" fmla="*/ 4791466 w 9662615"/>
              <a:gd name="connsiteY60" fmla="*/ 1561324 h 1583140"/>
              <a:gd name="connsiteX61" fmla="*/ 4784247 w 9662615"/>
              <a:gd name="connsiteY61" fmla="*/ 1562342 h 1583140"/>
              <a:gd name="connsiteX62" fmla="*/ 4748477 w 9662615"/>
              <a:gd name="connsiteY62" fmla="*/ 1556925 h 1583140"/>
              <a:gd name="connsiteX63" fmla="*/ 4730033 w 9662615"/>
              <a:gd name="connsiteY63" fmla="*/ 1555274 h 1583140"/>
              <a:gd name="connsiteX64" fmla="*/ 4724747 w 9662615"/>
              <a:gd name="connsiteY64" fmla="*/ 1552439 h 1583140"/>
              <a:gd name="connsiteX65" fmla="*/ 4697562 w 9662615"/>
              <a:gd name="connsiteY65" fmla="*/ 1551206 h 1583140"/>
              <a:gd name="connsiteX66" fmla="*/ 4694469 w 9662615"/>
              <a:gd name="connsiteY66" fmla="*/ 1551958 h 1583140"/>
              <a:gd name="connsiteX67" fmla="*/ 4671940 w 9662615"/>
              <a:gd name="connsiteY67" fmla="*/ 1547617 h 1583140"/>
              <a:gd name="connsiteX68" fmla="*/ 4589320 w 9662615"/>
              <a:gd name="connsiteY68" fmla="*/ 1534660 h 1583140"/>
              <a:gd name="connsiteX69" fmla="*/ 4422155 w 9662615"/>
              <a:gd name="connsiteY69" fmla="*/ 1542059 h 1583140"/>
              <a:gd name="connsiteX70" fmla="*/ 4221826 w 9662615"/>
              <a:gd name="connsiteY70" fmla="*/ 1508923 h 1583140"/>
              <a:gd name="connsiteX71" fmla="*/ 4096601 w 9662615"/>
              <a:gd name="connsiteY71" fmla="*/ 1521563 h 1583140"/>
              <a:gd name="connsiteX72" fmla="*/ 3970635 w 9662615"/>
              <a:gd name="connsiteY72" fmla="*/ 1544815 h 1583140"/>
              <a:gd name="connsiteX73" fmla="*/ 3743791 w 9662615"/>
              <a:gd name="connsiteY73" fmla="*/ 1516637 h 1583140"/>
              <a:gd name="connsiteX74" fmla="*/ 3664453 w 9662615"/>
              <a:gd name="connsiteY74" fmla="*/ 1521660 h 1583140"/>
              <a:gd name="connsiteX75" fmla="*/ 3594070 w 9662615"/>
              <a:gd name="connsiteY75" fmla="*/ 1509422 h 1583140"/>
              <a:gd name="connsiteX76" fmla="*/ 3565233 w 9662615"/>
              <a:gd name="connsiteY76" fmla="*/ 1515122 h 1583140"/>
              <a:gd name="connsiteX77" fmla="*/ 3560267 w 9662615"/>
              <a:gd name="connsiteY77" fmla="*/ 1516288 h 1583140"/>
              <a:gd name="connsiteX78" fmla="*/ 3540258 w 9662615"/>
              <a:gd name="connsiteY78" fmla="*/ 1516976 h 1583140"/>
              <a:gd name="connsiteX79" fmla="*/ 3534780 w 9662615"/>
              <a:gd name="connsiteY79" fmla="*/ 1522141 h 1583140"/>
              <a:gd name="connsiteX80" fmla="*/ 3504783 w 9662615"/>
              <a:gd name="connsiteY80" fmla="*/ 1526739 h 1583140"/>
              <a:gd name="connsiteX81" fmla="*/ 3467911 w 9662615"/>
              <a:gd name="connsiteY81" fmla="*/ 1526618 h 1583140"/>
              <a:gd name="connsiteX82" fmla="*/ 3292707 w 9662615"/>
              <a:gd name="connsiteY82" fmla="*/ 1520490 h 1583140"/>
              <a:gd name="connsiteX83" fmla="*/ 3187872 w 9662615"/>
              <a:gd name="connsiteY83" fmla="*/ 1519991 h 1583140"/>
              <a:gd name="connsiteX84" fmla="*/ 3148026 w 9662615"/>
              <a:gd name="connsiteY84" fmla="*/ 1524777 h 1583140"/>
              <a:gd name="connsiteX85" fmla="*/ 3092394 w 9662615"/>
              <a:gd name="connsiteY85" fmla="*/ 1528115 h 1583140"/>
              <a:gd name="connsiteX86" fmla="*/ 2994200 w 9662615"/>
              <a:gd name="connsiteY86" fmla="*/ 1537857 h 1583140"/>
              <a:gd name="connsiteX87" fmla="*/ 2862301 w 9662615"/>
              <a:gd name="connsiteY87" fmla="*/ 1544250 h 1583140"/>
              <a:gd name="connsiteX88" fmla="*/ 2766335 w 9662615"/>
              <a:gd name="connsiteY88" fmla="*/ 1527662 h 1583140"/>
              <a:gd name="connsiteX89" fmla="*/ 2757836 w 9662615"/>
              <a:gd name="connsiteY89" fmla="*/ 1531371 h 1583140"/>
              <a:gd name="connsiteX90" fmla="*/ 2691555 w 9662615"/>
              <a:gd name="connsiteY90" fmla="*/ 1530283 h 1583140"/>
              <a:gd name="connsiteX91" fmla="*/ 2459871 w 9662615"/>
              <a:gd name="connsiteY91" fmla="*/ 1500859 h 1583140"/>
              <a:gd name="connsiteX92" fmla="*/ 2330328 w 9662615"/>
              <a:gd name="connsiteY92" fmla="*/ 1499441 h 1583140"/>
              <a:gd name="connsiteX93" fmla="*/ 2284269 w 9662615"/>
              <a:gd name="connsiteY93" fmla="*/ 1503068 h 1583140"/>
              <a:gd name="connsiteX94" fmla="*/ 2207104 w 9662615"/>
              <a:gd name="connsiteY94" fmla="*/ 1508888 h 1583140"/>
              <a:gd name="connsiteX95" fmla="*/ 2149226 w 9662615"/>
              <a:gd name="connsiteY95" fmla="*/ 1523409 h 1583140"/>
              <a:gd name="connsiteX96" fmla="*/ 2084783 w 9662615"/>
              <a:gd name="connsiteY96" fmla="*/ 1524245 h 1583140"/>
              <a:gd name="connsiteX97" fmla="*/ 2070075 w 9662615"/>
              <a:gd name="connsiteY97" fmla="*/ 1511285 h 1583140"/>
              <a:gd name="connsiteX98" fmla="*/ 2001057 w 9662615"/>
              <a:gd name="connsiteY98" fmla="*/ 1516449 h 1583140"/>
              <a:gd name="connsiteX99" fmla="*/ 1896330 w 9662615"/>
              <a:gd name="connsiteY99" fmla="*/ 1525725 h 1583140"/>
              <a:gd name="connsiteX100" fmla="*/ 1835994 w 9662615"/>
              <a:gd name="connsiteY100" fmla="*/ 1527678 h 1583140"/>
              <a:gd name="connsiteX101" fmla="*/ 1671119 w 9662615"/>
              <a:gd name="connsiteY101" fmla="*/ 1536701 h 1583140"/>
              <a:gd name="connsiteX102" fmla="*/ 1601337 w 9662615"/>
              <a:gd name="connsiteY102" fmla="*/ 1548552 h 1583140"/>
              <a:gd name="connsiteX103" fmla="*/ 1407755 w 9662615"/>
              <a:gd name="connsiteY103" fmla="*/ 1571444 h 1583140"/>
              <a:gd name="connsiteX104" fmla="*/ 1271994 w 9662615"/>
              <a:gd name="connsiteY104" fmla="*/ 1579471 h 1583140"/>
              <a:gd name="connsiteX105" fmla="*/ 1249226 w 9662615"/>
              <a:gd name="connsiteY105" fmla="*/ 1583140 h 1583140"/>
              <a:gd name="connsiteX106" fmla="*/ 1217719 w 9662615"/>
              <a:gd name="connsiteY106" fmla="*/ 1580863 h 1583140"/>
              <a:gd name="connsiteX107" fmla="*/ 1091432 w 9662615"/>
              <a:gd name="connsiteY107" fmla="*/ 1571003 h 1583140"/>
              <a:gd name="connsiteX108" fmla="*/ 992039 w 9662615"/>
              <a:gd name="connsiteY108" fmla="*/ 1556662 h 1583140"/>
              <a:gd name="connsiteX109" fmla="*/ 868264 w 9662615"/>
              <a:gd name="connsiteY109" fmla="*/ 1566392 h 1583140"/>
              <a:gd name="connsiteX110" fmla="*/ 792765 w 9662615"/>
              <a:gd name="connsiteY110" fmla="*/ 1563102 h 1583140"/>
              <a:gd name="connsiteX111" fmla="*/ 669055 w 9662615"/>
              <a:gd name="connsiteY111" fmla="*/ 1543638 h 1583140"/>
              <a:gd name="connsiteX112" fmla="*/ 506152 w 9662615"/>
              <a:gd name="connsiteY112" fmla="*/ 1549124 h 1583140"/>
              <a:gd name="connsiteX113" fmla="*/ 472797 w 9662615"/>
              <a:gd name="connsiteY113" fmla="*/ 1568904 h 1583140"/>
              <a:gd name="connsiteX114" fmla="*/ 427864 w 9662615"/>
              <a:gd name="connsiteY114" fmla="*/ 1580848 h 1583140"/>
              <a:gd name="connsiteX115" fmla="*/ 408381 w 9662615"/>
              <a:gd name="connsiteY115" fmla="*/ 1552940 h 1583140"/>
              <a:gd name="connsiteX116" fmla="*/ 267163 w 9662615"/>
              <a:gd name="connsiteY116" fmla="*/ 1531913 h 1583140"/>
              <a:gd name="connsiteX117" fmla="*/ 196644 w 9662615"/>
              <a:gd name="connsiteY117" fmla="*/ 1524565 h 1583140"/>
              <a:gd name="connsiteX118" fmla="*/ 86819 w 9662615"/>
              <a:gd name="connsiteY118" fmla="*/ 1519517 h 1583140"/>
              <a:gd name="connsiteX119" fmla="*/ 53369 w 9662615"/>
              <a:gd name="connsiteY119" fmla="*/ 1516853 h 1583140"/>
              <a:gd name="connsiteX120" fmla="*/ 2359 w 9662615"/>
              <a:gd name="connsiteY120" fmla="*/ 1515247 h 1583140"/>
              <a:gd name="connsiteX121" fmla="*/ 0 w 9662615"/>
              <a:gd name="connsiteY121" fmla="*/ 1514932 h 1583140"/>
              <a:gd name="connsiteX122" fmla="*/ 0 w 9662615"/>
              <a:gd name="connsiteY122" fmla="*/ 0 h 1583140"/>
              <a:gd name="connsiteX0" fmla="*/ 0 w 9662615"/>
              <a:gd name="connsiteY0" fmla="*/ 0 h 1583140"/>
              <a:gd name="connsiteX1" fmla="*/ 9662615 w 9662615"/>
              <a:gd name="connsiteY1" fmla="*/ 0 h 1583140"/>
              <a:gd name="connsiteX2" fmla="*/ 9662615 w 9662615"/>
              <a:gd name="connsiteY2" fmla="*/ 1280346 h 1583140"/>
              <a:gd name="connsiteX3" fmla="*/ 9658420 w 9662615"/>
              <a:gd name="connsiteY3" fmla="*/ 1280106 h 1583140"/>
              <a:gd name="connsiteX4" fmla="*/ 9469546 w 9662615"/>
              <a:gd name="connsiteY4" fmla="*/ 1289837 h 1583140"/>
              <a:gd name="connsiteX5" fmla="*/ 9385895 w 9662615"/>
              <a:gd name="connsiteY5" fmla="*/ 1269203 h 1583140"/>
              <a:gd name="connsiteX6" fmla="*/ 9144767 w 9662615"/>
              <a:gd name="connsiteY6" fmla="*/ 1264120 h 1583140"/>
              <a:gd name="connsiteX7" fmla="*/ 8837252 w 9662615"/>
              <a:gd name="connsiteY7" fmla="*/ 1350515 h 1583140"/>
              <a:gd name="connsiteX8" fmla="*/ 8705466 w 9662615"/>
              <a:gd name="connsiteY8" fmla="*/ 1342419 h 1583140"/>
              <a:gd name="connsiteX9" fmla="*/ 8652221 w 9662615"/>
              <a:gd name="connsiteY9" fmla="*/ 1326906 h 1583140"/>
              <a:gd name="connsiteX10" fmla="*/ 8632312 w 9662615"/>
              <a:gd name="connsiteY10" fmla="*/ 1326025 h 1583140"/>
              <a:gd name="connsiteX11" fmla="*/ 8591582 w 9662615"/>
              <a:gd name="connsiteY11" fmla="*/ 1341666 h 1583140"/>
              <a:gd name="connsiteX12" fmla="*/ 8537336 w 9662615"/>
              <a:gd name="connsiteY12" fmla="*/ 1341684 h 1583140"/>
              <a:gd name="connsiteX13" fmla="*/ 8472508 w 9662615"/>
              <a:gd name="connsiteY13" fmla="*/ 1363109 h 1583140"/>
              <a:gd name="connsiteX14" fmla="*/ 8258477 w 9662615"/>
              <a:gd name="connsiteY14" fmla="*/ 1370666 h 1583140"/>
              <a:gd name="connsiteX15" fmla="*/ 8197961 w 9662615"/>
              <a:gd name="connsiteY15" fmla="*/ 1392804 h 1583140"/>
              <a:gd name="connsiteX16" fmla="*/ 8171196 w 9662615"/>
              <a:gd name="connsiteY16" fmla="*/ 1397216 h 1583140"/>
              <a:gd name="connsiteX17" fmla="*/ 8127667 w 9662615"/>
              <a:gd name="connsiteY17" fmla="*/ 1418254 h 1583140"/>
              <a:gd name="connsiteX18" fmla="*/ 7974579 w 9662615"/>
              <a:gd name="connsiteY18" fmla="*/ 1383439 h 1583140"/>
              <a:gd name="connsiteX19" fmla="*/ 7768351 w 9662615"/>
              <a:gd name="connsiteY19" fmla="*/ 1395051 h 1583140"/>
              <a:gd name="connsiteX20" fmla="*/ 7635985 w 9662615"/>
              <a:gd name="connsiteY20" fmla="*/ 1386363 h 1583140"/>
              <a:gd name="connsiteX21" fmla="*/ 7466069 w 9662615"/>
              <a:gd name="connsiteY21" fmla="*/ 1377654 h 1583140"/>
              <a:gd name="connsiteX22" fmla="*/ 7355642 w 9662615"/>
              <a:gd name="connsiteY22" fmla="*/ 1407761 h 1583140"/>
              <a:gd name="connsiteX23" fmla="*/ 7151610 w 9662615"/>
              <a:gd name="connsiteY23" fmla="*/ 1397856 h 1583140"/>
              <a:gd name="connsiteX24" fmla="*/ 7082147 w 9662615"/>
              <a:gd name="connsiteY24" fmla="*/ 1406113 h 1583140"/>
              <a:gd name="connsiteX25" fmla="*/ 7014958 w 9662615"/>
              <a:gd name="connsiteY25" fmla="*/ 1396883 h 1583140"/>
              <a:gd name="connsiteX26" fmla="*/ 6907567 w 9662615"/>
              <a:gd name="connsiteY26" fmla="*/ 1419149 h 1583140"/>
              <a:gd name="connsiteX27" fmla="*/ 6748428 w 9662615"/>
              <a:gd name="connsiteY27" fmla="*/ 1420308 h 1583140"/>
              <a:gd name="connsiteX28" fmla="*/ 6654257 w 9662615"/>
              <a:gd name="connsiteY28" fmla="*/ 1424143 h 1583140"/>
              <a:gd name="connsiteX29" fmla="*/ 6620123 w 9662615"/>
              <a:gd name="connsiteY29" fmla="*/ 1430535 h 1583140"/>
              <a:gd name="connsiteX30" fmla="*/ 6571355 w 9662615"/>
              <a:gd name="connsiteY30" fmla="*/ 1436144 h 1583140"/>
              <a:gd name="connsiteX31" fmla="*/ 6486557 w 9662615"/>
              <a:gd name="connsiteY31" fmla="*/ 1449861 h 1583140"/>
              <a:gd name="connsiteX32" fmla="*/ 6370419 w 9662615"/>
              <a:gd name="connsiteY32" fmla="*/ 1461649 h 1583140"/>
              <a:gd name="connsiteX33" fmla="*/ 6278839 w 9662615"/>
              <a:gd name="connsiteY33" fmla="*/ 1449160 h 1583140"/>
              <a:gd name="connsiteX34" fmla="*/ 6272455 w 9662615"/>
              <a:gd name="connsiteY34" fmla="*/ 1453191 h 1583140"/>
              <a:gd name="connsiteX35" fmla="*/ 6212659 w 9662615"/>
              <a:gd name="connsiteY35" fmla="*/ 1454850 h 1583140"/>
              <a:gd name="connsiteX36" fmla="*/ 6069317 w 9662615"/>
              <a:gd name="connsiteY36" fmla="*/ 1445838 h 1583140"/>
              <a:gd name="connsiteX37" fmla="*/ 5878477 w 9662615"/>
              <a:gd name="connsiteY37" fmla="*/ 1439180 h 1583140"/>
              <a:gd name="connsiteX38" fmla="*/ 5838387 w 9662615"/>
              <a:gd name="connsiteY38" fmla="*/ 1444679 h 1583140"/>
              <a:gd name="connsiteX39" fmla="*/ 5771136 w 9662615"/>
              <a:gd name="connsiteY39" fmla="*/ 1453639 h 1583140"/>
              <a:gd name="connsiteX40" fmla="*/ 5724081 w 9662615"/>
              <a:gd name="connsiteY40" fmla="*/ 1470431 h 1583140"/>
              <a:gd name="connsiteX41" fmla="*/ 5666577 w 9662615"/>
              <a:gd name="connsiteY41" fmla="*/ 1473921 h 1583140"/>
              <a:gd name="connsiteX42" fmla="*/ 5649068 w 9662615"/>
              <a:gd name="connsiteY42" fmla="*/ 1461676 h 1583140"/>
              <a:gd name="connsiteX43" fmla="*/ 5588902 w 9662615"/>
              <a:gd name="connsiteY43" fmla="*/ 1469647 h 1583140"/>
              <a:gd name="connsiteX44" fmla="*/ 5498090 w 9662615"/>
              <a:gd name="connsiteY44" fmla="*/ 1483173 h 1583140"/>
              <a:gd name="connsiteX45" fmla="*/ 5444641 w 9662615"/>
              <a:gd name="connsiteY45" fmla="*/ 1487602 h 1583140"/>
              <a:gd name="connsiteX46" fmla="*/ 5299812 w 9662615"/>
              <a:gd name="connsiteY46" fmla="*/ 1503362 h 1583140"/>
              <a:gd name="connsiteX47" fmla="*/ 5213947 w 9662615"/>
              <a:gd name="connsiteY47" fmla="*/ 1516637 h 1583140"/>
              <a:gd name="connsiteX48" fmla="*/ 5090342 w 9662615"/>
              <a:gd name="connsiteY48" fmla="*/ 1546680 h 1583140"/>
              <a:gd name="connsiteX49" fmla="*/ 5082104 w 9662615"/>
              <a:gd name="connsiteY49" fmla="*/ 1547781 h 1583140"/>
              <a:gd name="connsiteX50" fmla="*/ 5059484 w 9662615"/>
              <a:gd name="connsiteY50" fmla="*/ 1546802 h 1583140"/>
              <a:gd name="connsiteX51" fmla="*/ 5050958 w 9662615"/>
              <a:gd name="connsiteY51" fmla="*/ 1545776 h 1583140"/>
              <a:gd name="connsiteX52" fmla="*/ 5038524 w 9662615"/>
              <a:gd name="connsiteY52" fmla="*/ 1545675 h 1583140"/>
              <a:gd name="connsiteX53" fmla="*/ 5038223 w 9662615"/>
              <a:gd name="connsiteY53" fmla="*/ 1545881 h 1583140"/>
              <a:gd name="connsiteX54" fmla="*/ 5026564 w 9662615"/>
              <a:gd name="connsiteY54" fmla="*/ 1545376 h 1583140"/>
              <a:gd name="connsiteX55" fmla="*/ 4969433 w 9662615"/>
              <a:gd name="connsiteY55" fmla="*/ 1540263 h 1583140"/>
              <a:gd name="connsiteX56" fmla="*/ 4894799 w 9662615"/>
              <a:gd name="connsiteY56" fmla="*/ 1559476 h 1583140"/>
              <a:gd name="connsiteX57" fmla="*/ 4863775 w 9662615"/>
              <a:gd name="connsiteY57" fmla="*/ 1562633 h 1583140"/>
              <a:gd name="connsiteX58" fmla="*/ 4847242 w 9662615"/>
              <a:gd name="connsiteY58" fmla="*/ 1565435 h 1583140"/>
              <a:gd name="connsiteX59" fmla="*/ 4846237 w 9662615"/>
              <a:gd name="connsiteY59" fmla="*/ 1566331 h 1583140"/>
              <a:gd name="connsiteX60" fmla="*/ 4791466 w 9662615"/>
              <a:gd name="connsiteY60" fmla="*/ 1561324 h 1583140"/>
              <a:gd name="connsiteX61" fmla="*/ 4784247 w 9662615"/>
              <a:gd name="connsiteY61" fmla="*/ 1562342 h 1583140"/>
              <a:gd name="connsiteX62" fmla="*/ 4748477 w 9662615"/>
              <a:gd name="connsiteY62" fmla="*/ 1556925 h 1583140"/>
              <a:gd name="connsiteX63" fmla="*/ 4730033 w 9662615"/>
              <a:gd name="connsiteY63" fmla="*/ 1555274 h 1583140"/>
              <a:gd name="connsiteX64" fmla="*/ 4724747 w 9662615"/>
              <a:gd name="connsiteY64" fmla="*/ 1552439 h 1583140"/>
              <a:gd name="connsiteX65" fmla="*/ 4697562 w 9662615"/>
              <a:gd name="connsiteY65" fmla="*/ 1551206 h 1583140"/>
              <a:gd name="connsiteX66" fmla="*/ 4694469 w 9662615"/>
              <a:gd name="connsiteY66" fmla="*/ 1551958 h 1583140"/>
              <a:gd name="connsiteX67" fmla="*/ 4671940 w 9662615"/>
              <a:gd name="connsiteY67" fmla="*/ 1547617 h 1583140"/>
              <a:gd name="connsiteX68" fmla="*/ 4589320 w 9662615"/>
              <a:gd name="connsiteY68" fmla="*/ 1534660 h 1583140"/>
              <a:gd name="connsiteX69" fmla="*/ 4422155 w 9662615"/>
              <a:gd name="connsiteY69" fmla="*/ 1542059 h 1583140"/>
              <a:gd name="connsiteX70" fmla="*/ 4221826 w 9662615"/>
              <a:gd name="connsiteY70" fmla="*/ 1508923 h 1583140"/>
              <a:gd name="connsiteX71" fmla="*/ 4096601 w 9662615"/>
              <a:gd name="connsiteY71" fmla="*/ 1521563 h 1583140"/>
              <a:gd name="connsiteX72" fmla="*/ 3970635 w 9662615"/>
              <a:gd name="connsiteY72" fmla="*/ 1544815 h 1583140"/>
              <a:gd name="connsiteX73" fmla="*/ 3743791 w 9662615"/>
              <a:gd name="connsiteY73" fmla="*/ 1516637 h 1583140"/>
              <a:gd name="connsiteX74" fmla="*/ 3664453 w 9662615"/>
              <a:gd name="connsiteY74" fmla="*/ 1521660 h 1583140"/>
              <a:gd name="connsiteX75" fmla="*/ 3594070 w 9662615"/>
              <a:gd name="connsiteY75" fmla="*/ 1509422 h 1583140"/>
              <a:gd name="connsiteX76" fmla="*/ 3565233 w 9662615"/>
              <a:gd name="connsiteY76" fmla="*/ 1515122 h 1583140"/>
              <a:gd name="connsiteX77" fmla="*/ 3560267 w 9662615"/>
              <a:gd name="connsiteY77" fmla="*/ 1516288 h 1583140"/>
              <a:gd name="connsiteX78" fmla="*/ 3540258 w 9662615"/>
              <a:gd name="connsiteY78" fmla="*/ 1516976 h 1583140"/>
              <a:gd name="connsiteX79" fmla="*/ 3534780 w 9662615"/>
              <a:gd name="connsiteY79" fmla="*/ 1522141 h 1583140"/>
              <a:gd name="connsiteX80" fmla="*/ 3504783 w 9662615"/>
              <a:gd name="connsiteY80" fmla="*/ 1526739 h 1583140"/>
              <a:gd name="connsiteX81" fmla="*/ 3467911 w 9662615"/>
              <a:gd name="connsiteY81" fmla="*/ 1526618 h 1583140"/>
              <a:gd name="connsiteX82" fmla="*/ 3292707 w 9662615"/>
              <a:gd name="connsiteY82" fmla="*/ 1520490 h 1583140"/>
              <a:gd name="connsiteX83" fmla="*/ 3187872 w 9662615"/>
              <a:gd name="connsiteY83" fmla="*/ 1519991 h 1583140"/>
              <a:gd name="connsiteX84" fmla="*/ 3148026 w 9662615"/>
              <a:gd name="connsiteY84" fmla="*/ 1524777 h 1583140"/>
              <a:gd name="connsiteX85" fmla="*/ 3092394 w 9662615"/>
              <a:gd name="connsiteY85" fmla="*/ 1528115 h 1583140"/>
              <a:gd name="connsiteX86" fmla="*/ 2994200 w 9662615"/>
              <a:gd name="connsiteY86" fmla="*/ 1537857 h 1583140"/>
              <a:gd name="connsiteX87" fmla="*/ 2862301 w 9662615"/>
              <a:gd name="connsiteY87" fmla="*/ 1544250 h 1583140"/>
              <a:gd name="connsiteX88" fmla="*/ 2766335 w 9662615"/>
              <a:gd name="connsiteY88" fmla="*/ 1527662 h 1583140"/>
              <a:gd name="connsiteX89" fmla="*/ 2757836 w 9662615"/>
              <a:gd name="connsiteY89" fmla="*/ 1531371 h 1583140"/>
              <a:gd name="connsiteX90" fmla="*/ 2691555 w 9662615"/>
              <a:gd name="connsiteY90" fmla="*/ 1530283 h 1583140"/>
              <a:gd name="connsiteX91" fmla="*/ 2459871 w 9662615"/>
              <a:gd name="connsiteY91" fmla="*/ 1500859 h 1583140"/>
              <a:gd name="connsiteX92" fmla="*/ 2330328 w 9662615"/>
              <a:gd name="connsiteY92" fmla="*/ 1499441 h 1583140"/>
              <a:gd name="connsiteX93" fmla="*/ 2284269 w 9662615"/>
              <a:gd name="connsiteY93" fmla="*/ 1503068 h 1583140"/>
              <a:gd name="connsiteX94" fmla="*/ 2207104 w 9662615"/>
              <a:gd name="connsiteY94" fmla="*/ 1508888 h 1583140"/>
              <a:gd name="connsiteX95" fmla="*/ 2149226 w 9662615"/>
              <a:gd name="connsiteY95" fmla="*/ 1523409 h 1583140"/>
              <a:gd name="connsiteX96" fmla="*/ 2084783 w 9662615"/>
              <a:gd name="connsiteY96" fmla="*/ 1524245 h 1583140"/>
              <a:gd name="connsiteX97" fmla="*/ 2070075 w 9662615"/>
              <a:gd name="connsiteY97" fmla="*/ 1511285 h 1583140"/>
              <a:gd name="connsiteX98" fmla="*/ 2001057 w 9662615"/>
              <a:gd name="connsiteY98" fmla="*/ 1516449 h 1583140"/>
              <a:gd name="connsiteX99" fmla="*/ 1896330 w 9662615"/>
              <a:gd name="connsiteY99" fmla="*/ 1525725 h 1583140"/>
              <a:gd name="connsiteX100" fmla="*/ 1835994 w 9662615"/>
              <a:gd name="connsiteY100" fmla="*/ 1527678 h 1583140"/>
              <a:gd name="connsiteX101" fmla="*/ 1671119 w 9662615"/>
              <a:gd name="connsiteY101" fmla="*/ 1536701 h 1583140"/>
              <a:gd name="connsiteX102" fmla="*/ 1601337 w 9662615"/>
              <a:gd name="connsiteY102" fmla="*/ 1548552 h 1583140"/>
              <a:gd name="connsiteX103" fmla="*/ 1407755 w 9662615"/>
              <a:gd name="connsiteY103" fmla="*/ 1571444 h 1583140"/>
              <a:gd name="connsiteX104" fmla="*/ 1271994 w 9662615"/>
              <a:gd name="connsiteY104" fmla="*/ 1579471 h 1583140"/>
              <a:gd name="connsiteX105" fmla="*/ 1249226 w 9662615"/>
              <a:gd name="connsiteY105" fmla="*/ 1583140 h 1583140"/>
              <a:gd name="connsiteX106" fmla="*/ 1217719 w 9662615"/>
              <a:gd name="connsiteY106" fmla="*/ 1580863 h 1583140"/>
              <a:gd name="connsiteX107" fmla="*/ 1091432 w 9662615"/>
              <a:gd name="connsiteY107" fmla="*/ 1571003 h 1583140"/>
              <a:gd name="connsiteX108" fmla="*/ 992039 w 9662615"/>
              <a:gd name="connsiteY108" fmla="*/ 1556662 h 1583140"/>
              <a:gd name="connsiteX109" fmla="*/ 868264 w 9662615"/>
              <a:gd name="connsiteY109" fmla="*/ 1566392 h 1583140"/>
              <a:gd name="connsiteX110" fmla="*/ 792765 w 9662615"/>
              <a:gd name="connsiteY110" fmla="*/ 1563102 h 1583140"/>
              <a:gd name="connsiteX111" fmla="*/ 669055 w 9662615"/>
              <a:gd name="connsiteY111" fmla="*/ 1543638 h 1583140"/>
              <a:gd name="connsiteX112" fmla="*/ 506152 w 9662615"/>
              <a:gd name="connsiteY112" fmla="*/ 1549124 h 1583140"/>
              <a:gd name="connsiteX113" fmla="*/ 472797 w 9662615"/>
              <a:gd name="connsiteY113" fmla="*/ 1568904 h 1583140"/>
              <a:gd name="connsiteX114" fmla="*/ 427864 w 9662615"/>
              <a:gd name="connsiteY114" fmla="*/ 1580848 h 1583140"/>
              <a:gd name="connsiteX115" fmla="*/ 408381 w 9662615"/>
              <a:gd name="connsiteY115" fmla="*/ 1552940 h 1583140"/>
              <a:gd name="connsiteX116" fmla="*/ 267163 w 9662615"/>
              <a:gd name="connsiteY116" fmla="*/ 1531913 h 1583140"/>
              <a:gd name="connsiteX117" fmla="*/ 196644 w 9662615"/>
              <a:gd name="connsiteY117" fmla="*/ 1524565 h 1583140"/>
              <a:gd name="connsiteX118" fmla="*/ 86819 w 9662615"/>
              <a:gd name="connsiteY118" fmla="*/ 1519517 h 1583140"/>
              <a:gd name="connsiteX119" fmla="*/ 53369 w 9662615"/>
              <a:gd name="connsiteY119" fmla="*/ 1516853 h 1583140"/>
              <a:gd name="connsiteX120" fmla="*/ 2359 w 9662615"/>
              <a:gd name="connsiteY120" fmla="*/ 1515247 h 1583140"/>
              <a:gd name="connsiteX121" fmla="*/ 0 w 9662615"/>
              <a:gd name="connsiteY121" fmla="*/ 1514932 h 1583140"/>
              <a:gd name="connsiteX122" fmla="*/ 0 w 9662615"/>
              <a:gd name="connsiteY122" fmla="*/ 0 h 1583140"/>
              <a:gd name="connsiteX0" fmla="*/ 0 w 9662615"/>
              <a:gd name="connsiteY0" fmla="*/ 0 h 1583140"/>
              <a:gd name="connsiteX1" fmla="*/ 9662615 w 9662615"/>
              <a:gd name="connsiteY1" fmla="*/ 0 h 1583140"/>
              <a:gd name="connsiteX2" fmla="*/ 9662615 w 9662615"/>
              <a:gd name="connsiteY2" fmla="*/ 1280346 h 1583140"/>
              <a:gd name="connsiteX3" fmla="*/ 9658420 w 9662615"/>
              <a:gd name="connsiteY3" fmla="*/ 1280106 h 1583140"/>
              <a:gd name="connsiteX4" fmla="*/ 9469546 w 9662615"/>
              <a:gd name="connsiteY4" fmla="*/ 1289837 h 1583140"/>
              <a:gd name="connsiteX5" fmla="*/ 9385895 w 9662615"/>
              <a:gd name="connsiteY5" fmla="*/ 1269203 h 1583140"/>
              <a:gd name="connsiteX6" fmla="*/ 9144767 w 9662615"/>
              <a:gd name="connsiteY6" fmla="*/ 1264120 h 1583140"/>
              <a:gd name="connsiteX7" fmla="*/ 8837252 w 9662615"/>
              <a:gd name="connsiteY7" fmla="*/ 1350515 h 1583140"/>
              <a:gd name="connsiteX8" fmla="*/ 8705466 w 9662615"/>
              <a:gd name="connsiteY8" fmla="*/ 1342419 h 1583140"/>
              <a:gd name="connsiteX9" fmla="*/ 8652221 w 9662615"/>
              <a:gd name="connsiteY9" fmla="*/ 1326906 h 1583140"/>
              <a:gd name="connsiteX10" fmla="*/ 8632312 w 9662615"/>
              <a:gd name="connsiteY10" fmla="*/ 1326025 h 1583140"/>
              <a:gd name="connsiteX11" fmla="*/ 8591582 w 9662615"/>
              <a:gd name="connsiteY11" fmla="*/ 1341666 h 1583140"/>
              <a:gd name="connsiteX12" fmla="*/ 8537336 w 9662615"/>
              <a:gd name="connsiteY12" fmla="*/ 1341684 h 1583140"/>
              <a:gd name="connsiteX13" fmla="*/ 8472508 w 9662615"/>
              <a:gd name="connsiteY13" fmla="*/ 1363109 h 1583140"/>
              <a:gd name="connsiteX14" fmla="*/ 8258477 w 9662615"/>
              <a:gd name="connsiteY14" fmla="*/ 1370666 h 1583140"/>
              <a:gd name="connsiteX15" fmla="*/ 8197961 w 9662615"/>
              <a:gd name="connsiteY15" fmla="*/ 1392804 h 1583140"/>
              <a:gd name="connsiteX16" fmla="*/ 8171196 w 9662615"/>
              <a:gd name="connsiteY16" fmla="*/ 1397216 h 1583140"/>
              <a:gd name="connsiteX17" fmla="*/ 8127667 w 9662615"/>
              <a:gd name="connsiteY17" fmla="*/ 1418254 h 1583140"/>
              <a:gd name="connsiteX18" fmla="*/ 7974579 w 9662615"/>
              <a:gd name="connsiteY18" fmla="*/ 1383439 h 1583140"/>
              <a:gd name="connsiteX19" fmla="*/ 7768351 w 9662615"/>
              <a:gd name="connsiteY19" fmla="*/ 1395051 h 1583140"/>
              <a:gd name="connsiteX20" fmla="*/ 7635985 w 9662615"/>
              <a:gd name="connsiteY20" fmla="*/ 1386363 h 1583140"/>
              <a:gd name="connsiteX21" fmla="*/ 7466069 w 9662615"/>
              <a:gd name="connsiteY21" fmla="*/ 1377654 h 1583140"/>
              <a:gd name="connsiteX22" fmla="*/ 7355642 w 9662615"/>
              <a:gd name="connsiteY22" fmla="*/ 1407761 h 1583140"/>
              <a:gd name="connsiteX23" fmla="*/ 7151610 w 9662615"/>
              <a:gd name="connsiteY23" fmla="*/ 1397856 h 1583140"/>
              <a:gd name="connsiteX24" fmla="*/ 7082147 w 9662615"/>
              <a:gd name="connsiteY24" fmla="*/ 1406113 h 1583140"/>
              <a:gd name="connsiteX25" fmla="*/ 7014958 w 9662615"/>
              <a:gd name="connsiteY25" fmla="*/ 1396883 h 1583140"/>
              <a:gd name="connsiteX26" fmla="*/ 6907567 w 9662615"/>
              <a:gd name="connsiteY26" fmla="*/ 1419149 h 1583140"/>
              <a:gd name="connsiteX27" fmla="*/ 6748428 w 9662615"/>
              <a:gd name="connsiteY27" fmla="*/ 1420308 h 1583140"/>
              <a:gd name="connsiteX28" fmla="*/ 6654257 w 9662615"/>
              <a:gd name="connsiteY28" fmla="*/ 1424143 h 1583140"/>
              <a:gd name="connsiteX29" fmla="*/ 6620123 w 9662615"/>
              <a:gd name="connsiteY29" fmla="*/ 1430535 h 1583140"/>
              <a:gd name="connsiteX30" fmla="*/ 6571355 w 9662615"/>
              <a:gd name="connsiteY30" fmla="*/ 1436144 h 1583140"/>
              <a:gd name="connsiteX31" fmla="*/ 6486557 w 9662615"/>
              <a:gd name="connsiteY31" fmla="*/ 1449861 h 1583140"/>
              <a:gd name="connsiteX32" fmla="*/ 6370419 w 9662615"/>
              <a:gd name="connsiteY32" fmla="*/ 1461649 h 1583140"/>
              <a:gd name="connsiteX33" fmla="*/ 6278839 w 9662615"/>
              <a:gd name="connsiteY33" fmla="*/ 1449160 h 1583140"/>
              <a:gd name="connsiteX34" fmla="*/ 6272455 w 9662615"/>
              <a:gd name="connsiteY34" fmla="*/ 1453191 h 1583140"/>
              <a:gd name="connsiteX35" fmla="*/ 6212659 w 9662615"/>
              <a:gd name="connsiteY35" fmla="*/ 1454850 h 1583140"/>
              <a:gd name="connsiteX36" fmla="*/ 6069317 w 9662615"/>
              <a:gd name="connsiteY36" fmla="*/ 1445838 h 1583140"/>
              <a:gd name="connsiteX37" fmla="*/ 5878477 w 9662615"/>
              <a:gd name="connsiteY37" fmla="*/ 1439180 h 1583140"/>
              <a:gd name="connsiteX38" fmla="*/ 5838387 w 9662615"/>
              <a:gd name="connsiteY38" fmla="*/ 1444679 h 1583140"/>
              <a:gd name="connsiteX39" fmla="*/ 5771136 w 9662615"/>
              <a:gd name="connsiteY39" fmla="*/ 1453639 h 1583140"/>
              <a:gd name="connsiteX40" fmla="*/ 5724081 w 9662615"/>
              <a:gd name="connsiteY40" fmla="*/ 1470431 h 1583140"/>
              <a:gd name="connsiteX41" fmla="*/ 5666577 w 9662615"/>
              <a:gd name="connsiteY41" fmla="*/ 1473921 h 1583140"/>
              <a:gd name="connsiteX42" fmla="*/ 5649068 w 9662615"/>
              <a:gd name="connsiteY42" fmla="*/ 1461676 h 1583140"/>
              <a:gd name="connsiteX43" fmla="*/ 5588902 w 9662615"/>
              <a:gd name="connsiteY43" fmla="*/ 1469647 h 1583140"/>
              <a:gd name="connsiteX44" fmla="*/ 5498090 w 9662615"/>
              <a:gd name="connsiteY44" fmla="*/ 1483173 h 1583140"/>
              <a:gd name="connsiteX45" fmla="*/ 5444641 w 9662615"/>
              <a:gd name="connsiteY45" fmla="*/ 1487602 h 1583140"/>
              <a:gd name="connsiteX46" fmla="*/ 5299812 w 9662615"/>
              <a:gd name="connsiteY46" fmla="*/ 1503362 h 1583140"/>
              <a:gd name="connsiteX47" fmla="*/ 5213947 w 9662615"/>
              <a:gd name="connsiteY47" fmla="*/ 1516637 h 1583140"/>
              <a:gd name="connsiteX48" fmla="*/ 5090342 w 9662615"/>
              <a:gd name="connsiteY48" fmla="*/ 1546680 h 1583140"/>
              <a:gd name="connsiteX49" fmla="*/ 5082104 w 9662615"/>
              <a:gd name="connsiteY49" fmla="*/ 1547781 h 1583140"/>
              <a:gd name="connsiteX50" fmla="*/ 5059484 w 9662615"/>
              <a:gd name="connsiteY50" fmla="*/ 1546802 h 1583140"/>
              <a:gd name="connsiteX51" fmla="*/ 5050958 w 9662615"/>
              <a:gd name="connsiteY51" fmla="*/ 1545776 h 1583140"/>
              <a:gd name="connsiteX52" fmla="*/ 5038524 w 9662615"/>
              <a:gd name="connsiteY52" fmla="*/ 1545675 h 1583140"/>
              <a:gd name="connsiteX53" fmla="*/ 5038223 w 9662615"/>
              <a:gd name="connsiteY53" fmla="*/ 1545881 h 1583140"/>
              <a:gd name="connsiteX54" fmla="*/ 5026564 w 9662615"/>
              <a:gd name="connsiteY54" fmla="*/ 1545376 h 1583140"/>
              <a:gd name="connsiteX55" fmla="*/ 4969433 w 9662615"/>
              <a:gd name="connsiteY55" fmla="*/ 1540263 h 1583140"/>
              <a:gd name="connsiteX56" fmla="*/ 4894799 w 9662615"/>
              <a:gd name="connsiteY56" fmla="*/ 1559476 h 1583140"/>
              <a:gd name="connsiteX57" fmla="*/ 4863775 w 9662615"/>
              <a:gd name="connsiteY57" fmla="*/ 1562633 h 1583140"/>
              <a:gd name="connsiteX58" fmla="*/ 4847242 w 9662615"/>
              <a:gd name="connsiteY58" fmla="*/ 1565435 h 1583140"/>
              <a:gd name="connsiteX59" fmla="*/ 4846237 w 9662615"/>
              <a:gd name="connsiteY59" fmla="*/ 1566331 h 1583140"/>
              <a:gd name="connsiteX60" fmla="*/ 4791466 w 9662615"/>
              <a:gd name="connsiteY60" fmla="*/ 1561324 h 1583140"/>
              <a:gd name="connsiteX61" fmla="*/ 4784247 w 9662615"/>
              <a:gd name="connsiteY61" fmla="*/ 1562342 h 1583140"/>
              <a:gd name="connsiteX62" fmla="*/ 4748477 w 9662615"/>
              <a:gd name="connsiteY62" fmla="*/ 1556925 h 1583140"/>
              <a:gd name="connsiteX63" fmla="*/ 4730033 w 9662615"/>
              <a:gd name="connsiteY63" fmla="*/ 1555274 h 1583140"/>
              <a:gd name="connsiteX64" fmla="*/ 4724747 w 9662615"/>
              <a:gd name="connsiteY64" fmla="*/ 1552439 h 1583140"/>
              <a:gd name="connsiteX65" fmla="*/ 4697562 w 9662615"/>
              <a:gd name="connsiteY65" fmla="*/ 1551206 h 1583140"/>
              <a:gd name="connsiteX66" fmla="*/ 4694469 w 9662615"/>
              <a:gd name="connsiteY66" fmla="*/ 1551958 h 1583140"/>
              <a:gd name="connsiteX67" fmla="*/ 4671940 w 9662615"/>
              <a:gd name="connsiteY67" fmla="*/ 1547617 h 1583140"/>
              <a:gd name="connsiteX68" fmla="*/ 4589320 w 9662615"/>
              <a:gd name="connsiteY68" fmla="*/ 1534660 h 1583140"/>
              <a:gd name="connsiteX69" fmla="*/ 4422155 w 9662615"/>
              <a:gd name="connsiteY69" fmla="*/ 1542059 h 1583140"/>
              <a:gd name="connsiteX70" fmla="*/ 4221826 w 9662615"/>
              <a:gd name="connsiteY70" fmla="*/ 1508923 h 1583140"/>
              <a:gd name="connsiteX71" fmla="*/ 4096601 w 9662615"/>
              <a:gd name="connsiteY71" fmla="*/ 1521563 h 1583140"/>
              <a:gd name="connsiteX72" fmla="*/ 3970635 w 9662615"/>
              <a:gd name="connsiteY72" fmla="*/ 1544815 h 1583140"/>
              <a:gd name="connsiteX73" fmla="*/ 3743791 w 9662615"/>
              <a:gd name="connsiteY73" fmla="*/ 1516637 h 1583140"/>
              <a:gd name="connsiteX74" fmla="*/ 3664453 w 9662615"/>
              <a:gd name="connsiteY74" fmla="*/ 1521660 h 1583140"/>
              <a:gd name="connsiteX75" fmla="*/ 3594070 w 9662615"/>
              <a:gd name="connsiteY75" fmla="*/ 1509422 h 1583140"/>
              <a:gd name="connsiteX76" fmla="*/ 3565233 w 9662615"/>
              <a:gd name="connsiteY76" fmla="*/ 1515122 h 1583140"/>
              <a:gd name="connsiteX77" fmla="*/ 3560267 w 9662615"/>
              <a:gd name="connsiteY77" fmla="*/ 1516288 h 1583140"/>
              <a:gd name="connsiteX78" fmla="*/ 3540258 w 9662615"/>
              <a:gd name="connsiteY78" fmla="*/ 1516976 h 1583140"/>
              <a:gd name="connsiteX79" fmla="*/ 3534780 w 9662615"/>
              <a:gd name="connsiteY79" fmla="*/ 1522141 h 1583140"/>
              <a:gd name="connsiteX80" fmla="*/ 3504783 w 9662615"/>
              <a:gd name="connsiteY80" fmla="*/ 1526739 h 1583140"/>
              <a:gd name="connsiteX81" fmla="*/ 3467911 w 9662615"/>
              <a:gd name="connsiteY81" fmla="*/ 1526618 h 1583140"/>
              <a:gd name="connsiteX82" fmla="*/ 3292707 w 9662615"/>
              <a:gd name="connsiteY82" fmla="*/ 1520490 h 1583140"/>
              <a:gd name="connsiteX83" fmla="*/ 3187872 w 9662615"/>
              <a:gd name="connsiteY83" fmla="*/ 1519991 h 1583140"/>
              <a:gd name="connsiteX84" fmla="*/ 3148026 w 9662615"/>
              <a:gd name="connsiteY84" fmla="*/ 1524777 h 1583140"/>
              <a:gd name="connsiteX85" fmla="*/ 3092394 w 9662615"/>
              <a:gd name="connsiteY85" fmla="*/ 1528115 h 1583140"/>
              <a:gd name="connsiteX86" fmla="*/ 2994200 w 9662615"/>
              <a:gd name="connsiteY86" fmla="*/ 1537857 h 1583140"/>
              <a:gd name="connsiteX87" fmla="*/ 2862301 w 9662615"/>
              <a:gd name="connsiteY87" fmla="*/ 1544250 h 1583140"/>
              <a:gd name="connsiteX88" fmla="*/ 2766335 w 9662615"/>
              <a:gd name="connsiteY88" fmla="*/ 1527662 h 1583140"/>
              <a:gd name="connsiteX89" fmla="*/ 2757836 w 9662615"/>
              <a:gd name="connsiteY89" fmla="*/ 1531371 h 1583140"/>
              <a:gd name="connsiteX90" fmla="*/ 2691555 w 9662615"/>
              <a:gd name="connsiteY90" fmla="*/ 1530283 h 1583140"/>
              <a:gd name="connsiteX91" fmla="*/ 2459871 w 9662615"/>
              <a:gd name="connsiteY91" fmla="*/ 1500859 h 1583140"/>
              <a:gd name="connsiteX92" fmla="*/ 2330328 w 9662615"/>
              <a:gd name="connsiteY92" fmla="*/ 1499441 h 1583140"/>
              <a:gd name="connsiteX93" fmla="*/ 2284269 w 9662615"/>
              <a:gd name="connsiteY93" fmla="*/ 1503068 h 1583140"/>
              <a:gd name="connsiteX94" fmla="*/ 2207104 w 9662615"/>
              <a:gd name="connsiteY94" fmla="*/ 1508888 h 1583140"/>
              <a:gd name="connsiteX95" fmla="*/ 2149226 w 9662615"/>
              <a:gd name="connsiteY95" fmla="*/ 1523409 h 1583140"/>
              <a:gd name="connsiteX96" fmla="*/ 2084783 w 9662615"/>
              <a:gd name="connsiteY96" fmla="*/ 1524245 h 1583140"/>
              <a:gd name="connsiteX97" fmla="*/ 2070075 w 9662615"/>
              <a:gd name="connsiteY97" fmla="*/ 1511285 h 1583140"/>
              <a:gd name="connsiteX98" fmla="*/ 2001057 w 9662615"/>
              <a:gd name="connsiteY98" fmla="*/ 1516449 h 1583140"/>
              <a:gd name="connsiteX99" fmla="*/ 1896330 w 9662615"/>
              <a:gd name="connsiteY99" fmla="*/ 1525725 h 1583140"/>
              <a:gd name="connsiteX100" fmla="*/ 1835994 w 9662615"/>
              <a:gd name="connsiteY100" fmla="*/ 1527678 h 1583140"/>
              <a:gd name="connsiteX101" fmla="*/ 1671119 w 9662615"/>
              <a:gd name="connsiteY101" fmla="*/ 1536701 h 1583140"/>
              <a:gd name="connsiteX102" fmla="*/ 1601337 w 9662615"/>
              <a:gd name="connsiteY102" fmla="*/ 1548552 h 1583140"/>
              <a:gd name="connsiteX103" fmla="*/ 1407755 w 9662615"/>
              <a:gd name="connsiteY103" fmla="*/ 1571444 h 1583140"/>
              <a:gd name="connsiteX104" fmla="*/ 1271994 w 9662615"/>
              <a:gd name="connsiteY104" fmla="*/ 1579471 h 1583140"/>
              <a:gd name="connsiteX105" fmla="*/ 1249226 w 9662615"/>
              <a:gd name="connsiteY105" fmla="*/ 1583140 h 1583140"/>
              <a:gd name="connsiteX106" fmla="*/ 1217719 w 9662615"/>
              <a:gd name="connsiteY106" fmla="*/ 1580863 h 1583140"/>
              <a:gd name="connsiteX107" fmla="*/ 1091432 w 9662615"/>
              <a:gd name="connsiteY107" fmla="*/ 1571003 h 1583140"/>
              <a:gd name="connsiteX108" fmla="*/ 992039 w 9662615"/>
              <a:gd name="connsiteY108" fmla="*/ 1556662 h 1583140"/>
              <a:gd name="connsiteX109" fmla="*/ 868264 w 9662615"/>
              <a:gd name="connsiteY109" fmla="*/ 1566392 h 1583140"/>
              <a:gd name="connsiteX110" fmla="*/ 792765 w 9662615"/>
              <a:gd name="connsiteY110" fmla="*/ 1563102 h 1583140"/>
              <a:gd name="connsiteX111" fmla="*/ 669055 w 9662615"/>
              <a:gd name="connsiteY111" fmla="*/ 1543638 h 1583140"/>
              <a:gd name="connsiteX112" fmla="*/ 506152 w 9662615"/>
              <a:gd name="connsiteY112" fmla="*/ 1549124 h 1583140"/>
              <a:gd name="connsiteX113" fmla="*/ 472797 w 9662615"/>
              <a:gd name="connsiteY113" fmla="*/ 1568904 h 1583140"/>
              <a:gd name="connsiteX114" fmla="*/ 427864 w 9662615"/>
              <a:gd name="connsiteY114" fmla="*/ 1580848 h 1583140"/>
              <a:gd name="connsiteX115" fmla="*/ 408381 w 9662615"/>
              <a:gd name="connsiteY115" fmla="*/ 1552940 h 1583140"/>
              <a:gd name="connsiteX116" fmla="*/ 267163 w 9662615"/>
              <a:gd name="connsiteY116" fmla="*/ 1531913 h 1583140"/>
              <a:gd name="connsiteX117" fmla="*/ 196644 w 9662615"/>
              <a:gd name="connsiteY117" fmla="*/ 1524565 h 1583140"/>
              <a:gd name="connsiteX118" fmla="*/ 86819 w 9662615"/>
              <a:gd name="connsiteY118" fmla="*/ 1519517 h 1583140"/>
              <a:gd name="connsiteX119" fmla="*/ 53369 w 9662615"/>
              <a:gd name="connsiteY119" fmla="*/ 1516853 h 1583140"/>
              <a:gd name="connsiteX120" fmla="*/ 2359 w 9662615"/>
              <a:gd name="connsiteY120" fmla="*/ 1515247 h 1583140"/>
              <a:gd name="connsiteX121" fmla="*/ 0 w 9662615"/>
              <a:gd name="connsiteY121" fmla="*/ 1514932 h 1583140"/>
              <a:gd name="connsiteX122" fmla="*/ 0 w 9662615"/>
              <a:gd name="connsiteY122" fmla="*/ 0 h 1583140"/>
              <a:gd name="connsiteX0" fmla="*/ 0 w 9662615"/>
              <a:gd name="connsiteY0" fmla="*/ 0 h 1583140"/>
              <a:gd name="connsiteX1" fmla="*/ 9662615 w 9662615"/>
              <a:gd name="connsiteY1" fmla="*/ 0 h 1583140"/>
              <a:gd name="connsiteX2" fmla="*/ 9662615 w 9662615"/>
              <a:gd name="connsiteY2" fmla="*/ 1280346 h 1583140"/>
              <a:gd name="connsiteX3" fmla="*/ 9658420 w 9662615"/>
              <a:gd name="connsiteY3" fmla="*/ 1280106 h 1583140"/>
              <a:gd name="connsiteX4" fmla="*/ 9469546 w 9662615"/>
              <a:gd name="connsiteY4" fmla="*/ 1289837 h 1583140"/>
              <a:gd name="connsiteX5" fmla="*/ 9385895 w 9662615"/>
              <a:gd name="connsiteY5" fmla="*/ 1269203 h 1583140"/>
              <a:gd name="connsiteX6" fmla="*/ 9144767 w 9662615"/>
              <a:gd name="connsiteY6" fmla="*/ 1264120 h 1583140"/>
              <a:gd name="connsiteX7" fmla="*/ 8837252 w 9662615"/>
              <a:gd name="connsiteY7" fmla="*/ 1350515 h 1583140"/>
              <a:gd name="connsiteX8" fmla="*/ 8705466 w 9662615"/>
              <a:gd name="connsiteY8" fmla="*/ 1342419 h 1583140"/>
              <a:gd name="connsiteX9" fmla="*/ 8652221 w 9662615"/>
              <a:gd name="connsiteY9" fmla="*/ 1326906 h 1583140"/>
              <a:gd name="connsiteX10" fmla="*/ 8632312 w 9662615"/>
              <a:gd name="connsiteY10" fmla="*/ 1326025 h 1583140"/>
              <a:gd name="connsiteX11" fmla="*/ 8591582 w 9662615"/>
              <a:gd name="connsiteY11" fmla="*/ 1341666 h 1583140"/>
              <a:gd name="connsiteX12" fmla="*/ 8537336 w 9662615"/>
              <a:gd name="connsiteY12" fmla="*/ 1341684 h 1583140"/>
              <a:gd name="connsiteX13" fmla="*/ 8472508 w 9662615"/>
              <a:gd name="connsiteY13" fmla="*/ 1363109 h 1583140"/>
              <a:gd name="connsiteX14" fmla="*/ 8258477 w 9662615"/>
              <a:gd name="connsiteY14" fmla="*/ 1370666 h 1583140"/>
              <a:gd name="connsiteX15" fmla="*/ 8197961 w 9662615"/>
              <a:gd name="connsiteY15" fmla="*/ 1392804 h 1583140"/>
              <a:gd name="connsiteX16" fmla="*/ 8171196 w 9662615"/>
              <a:gd name="connsiteY16" fmla="*/ 1397216 h 1583140"/>
              <a:gd name="connsiteX17" fmla="*/ 8127667 w 9662615"/>
              <a:gd name="connsiteY17" fmla="*/ 1418254 h 1583140"/>
              <a:gd name="connsiteX18" fmla="*/ 7974579 w 9662615"/>
              <a:gd name="connsiteY18" fmla="*/ 1383439 h 1583140"/>
              <a:gd name="connsiteX19" fmla="*/ 7768351 w 9662615"/>
              <a:gd name="connsiteY19" fmla="*/ 1395051 h 1583140"/>
              <a:gd name="connsiteX20" fmla="*/ 7635985 w 9662615"/>
              <a:gd name="connsiteY20" fmla="*/ 1386363 h 1583140"/>
              <a:gd name="connsiteX21" fmla="*/ 7466069 w 9662615"/>
              <a:gd name="connsiteY21" fmla="*/ 1377654 h 1583140"/>
              <a:gd name="connsiteX22" fmla="*/ 7355642 w 9662615"/>
              <a:gd name="connsiteY22" fmla="*/ 1407761 h 1583140"/>
              <a:gd name="connsiteX23" fmla="*/ 7151610 w 9662615"/>
              <a:gd name="connsiteY23" fmla="*/ 1397856 h 1583140"/>
              <a:gd name="connsiteX24" fmla="*/ 7082147 w 9662615"/>
              <a:gd name="connsiteY24" fmla="*/ 1406113 h 1583140"/>
              <a:gd name="connsiteX25" fmla="*/ 7014958 w 9662615"/>
              <a:gd name="connsiteY25" fmla="*/ 1396883 h 1583140"/>
              <a:gd name="connsiteX26" fmla="*/ 6907567 w 9662615"/>
              <a:gd name="connsiteY26" fmla="*/ 1419149 h 1583140"/>
              <a:gd name="connsiteX27" fmla="*/ 6748428 w 9662615"/>
              <a:gd name="connsiteY27" fmla="*/ 1420308 h 1583140"/>
              <a:gd name="connsiteX28" fmla="*/ 6654257 w 9662615"/>
              <a:gd name="connsiteY28" fmla="*/ 1424143 h 1583140"/>
              <a:gd name="connsiteX29" fmla="*/ 6620123 w 9662615"/>
              <a:gd name="connsiteY29" fmla="*/ 1430535 h 1583140"/>
              <a:gd name="connsiteX30" fmla="*/ 6571355 w 9662615"/>
              <a:gd name="connsiteY30" fmla="*/ 1436144 h 1583140"/>
              <a:gd name="connsiteX31" fmla="*/ 6486557 w 9662615"/>
              <a:gd name="connsiteY31" fmla="*/ 1449861 h 1583140"/>
              <a:gd name="connsiteX32" fmla="*/ 6370419 w 9662615"/>
              <a:gd name="connsiteY32" fmla="*/ 1461649 h 1583140"/>
              <a:gd name="connsiteX33" fmla="*/ 6278839 w 9662615"/>
              <a:gd name="connsiteY33" fmla="*/ 1449160 h 1583140"/>
              <a:gd name="connsiteX34" fmla="*/ 6272455 w 9662615"/>
              <a:gd name="connsiteY34" fmla="*/ 1453191 h 1583140"/>
              <a:gd name="connsiteX35" fmla="*/ 6212659 w 9662615"/>
              <a:gd name="connsiteY35" fmla="*/ 1454850 h 1583140"/>
              <a:gd name="connsiteX36" fmla="*/ 6069317 w 9662615"/>
              <a:gd name="connsiteY36" fmla="*/ 1445838 h 1583140"/>
              <a:gd name="connsiteX37" fmla="*/ 5878477 w 9662615"/>
              <a:gd name="connsiteY37" fmla="*/ 1439180 h 1583140"/>
              <a:gd name="connsiteX38" fmla="*/ 5838387 w 9662615"/>
              <a:gd name="connsiteY38" fmla="*/ 1444679 h 1583140"/>
              <a:gd name="connsiteX39" fmla="*/ 5771136 w 9662615"/>
              <a:gd name="connsiteY39" fmla="*/ 1453639 h 1583140"/>
              <a:gd name="connsiteX40" fmla="*/ 5724081 w 9662615"/>
              <a:gd name="connsiteY40" fmla="*/ 1470431 h 1583140"/>
              <a:gd name="connsiteX41" fmla="*/ 5666577 w 9662615"/>
              <a:gd name="connsiteY41" fmla="*/ 1473921 h 1583140"/>
              <a:gd name="connsiteX42" fmla="*/ 5649068 w 9662615"/>
              <a:gd name="connsiteY42" fmla="*/ 1461676 h 1583140"/>
              <a:gd name="connsiteX43" fmla="*/ 5588902 w 9662615"/>
              <a:gd name="connsiteY43" fmla="*/ 1469647 h 1583140"/>
              <a:gd name="connsiteX44" fmla="*/ 5498090 w 9662615"/>
              <a:gd name="connsiteY44" fmla="*/ 1483173 h 1583140"/>
              <a:gd name="connsiteX45" fmla="*/ 5444641 w 9662615"/>
              <a:gd name="connsiteY45" fmla="*/ 1487602 h 1583140"/>
              <a:gd name="connsiteX46" fmla="*/ 5299812 w 9662615"/>
              <a:gd name="connsiteY46" fmla="*/ 1503362 h 1583140"/>
              <a:gd name="connsiteX47" fmla="*/ 5213947 w 9662615"/>
              <a:gd name="connsiteY47" fmla="*/ 1516637 h 1583140"/>
              <a:gd name="connsiteX48" fmla="*/ 5090342 w 9662615"/>
              <a:gd name="connsiteY48" fmla="*/ 1546680 h 1583140"/>
              <a:gd name="connsiteX49" fmla="*/ 5082104 w 9662615"/>
              <a:gd name="connsiteY49" fmla="*/ 1547781 h 1583140"/>
              <a:gd name="connsiteX50" fmla="*/ 5059484 w 9662615"/>
              <a:gd name="connsiteY50" fmla="*/ 1546802 h 1583140"/>
              <a:gd name="connsiteX51" fmla="*/ 5050958 w 9662615"/>
              <a:gd name="connsiteY51" fmla="*/ 1545776 h 1583140"/>
              <a:gd name="connsiteX52" fmla="*/ 5038524 w 9662615"/>
              <a:gd name="connsiteY52" fmla="*/ 1545675 h 1583140"/>
              <a:gd name="connsiteX53" fmla="*/ 5038223 w 9662615"/>
              <a:gd name="connsiteY53" fmla="*/ 1545881 h 1583140"/>
              <a:gd name="connsiteX54" fmla="*/ 5026564 w 9662615"/>
              <a:gd name="connsiteY54" fmla="*/ 1545376 h 1583140"/>
              <a:gd name="connsiteX55" fmla="*/ 4969433 w 9662615"/>
              <a:gd name="connsiteY55" fmla="*/ 1540263 h 1583140"/>
              <a:gd name="connsiteX56" fmla="*/ 4894799 w 9662615"/>
              <a:gd name="connsiteY56" fmla="*/ 1559476 h 1583140"/>
              <a:gd name="connsiteX57" fmla="*/ 4863775 w 9662615"/>
              <a:gd name="connsiteY57" fmla="*/ 1562633 h 1583140"/>
              <a:gd name="connsiteX58" fmla="*/ 4847242 w 9662615"/>
              <a:gd name="connsiteY58" fmla="*/ 1565435 h 1583140"/>
              <a:gd name="connsiteX59" fmla="*/ 4846237 w 9662615"/>
              <a:gd name="connsiteY59" fmla="*/ 1566331 h 1583140"/>
              <a:gd name="connsiteX60" fmla="*/ 4791466 w 9662615"/>
              <a:gd name="connsiteY60" fmla="*/ 1561324 h 1583140"/>
              <a:gd name="connsiteX61" fmla="*/ 4784247 w 9662615"/>
              <a:gd name="connsiteY61" fmla="*/ 1562342 h 1583140"/>
              <a:gd name="connsiteX62" fmla="*/ 4748477 w 9662615"/>
              <a:gd name="connsiteY62" fmla="*/ 1556925 h 1583140"/>
              <a:gd name="connsiteX63" fmla="*/ 4730033 w 9662615"/>
              <a:gd name="connsiteY63" fmla="*/ 1555274 h 1583140"/>
              <a:gd name="connsiteX64" fmla="*/ 4724747 w 9662615"/>
              <a:gd name="connsiteY64" fmla="*/ 1552439 h 1583140"/>
              <a:gd name="connsiteX65" fmla="*/ 4697562 w 9662615"/>
              <a:gd name="connsiteY65" fmla="*/ 1551206 h 1583140"/>
              <a:gd name="connsiteX66" fmla="*/ 4694469 w 9662615"/>
              <a:gd name="connsiteY66" fmla="*/ 1551958 h 1583140"/>
              <a:gd name="connsiteX67" fmla="*/ 4671940 w 9662615"/>
              <a:gd name="connsiteY67" fmla="*/ 1547617 h 1583140"/>
              <a:gd name="connsiteX68" fmla="*/ 4589320 w 9662615"/>
              <a:gd name="connsiteY68" fmla="*/ 1534660 h 1583140"/>
              <a:gd name="connsiteX69" fmla="*/ 4422155 w 9662615"/>
              <a:gd name="connsiteY69" fmla="*/ 1542059 h 1583140"/>
              <a:gd name="connsiteX70" fmla="*/ 4221826 w 9662615"/>
              <a:gd name="connsiteY70" fmla="*/ 1508923 h 1583140"/>
              <a:gd name="connsiteX71" fmla="*/ 4096601 w 9662615"/>
              <a:gd name="connsiteY71" fmla="*/ 1521563 h 1583140"/>
              <a:gd name="connsiteX72" fmla="*/ 3970635 w 9662615"/>
              <a:gd name="connsiteY72" fmla="*/ 1544815 h 1583140"/>
              <a:gd name="connsiteX73" fmla="*/ 3833906 w 9662615"/>
              <a:gd name="connsiteY73" fmla="*/ 1516637 h 1583140"/>
              <a:gd name="connsiteX74" fmla="*/ 3664453 w 9662615"/>
              <a:gd name="connsiteY74" fmla="*/ 1521660 h 1583140"/>
              <a:gd name="connsiteX75" fmla="*/ 3594070 w 9662615"/>
              <a:gd name="connsiteY75" fmla="*/ 1509422 h 1583140"/>
              <a:gd name="connsiteX76" fmla="*/ 3565233 w 9662615"/>
              <a:gd name="connsiteY76" fmla="*/ 1515122 h 1583140"/>
              <a:gd name="connsiteX77" fmla="*/ 3560267 w 9662615"/>
              <a:gd name="connsiteY77" fmla="*/ 1516288 h 1583140"/>
              <a:gd name="connsiteX78" fmla="*/ 3540258 w 9662615"/>
              <a:gd name="connsiteY78" fmla="*/ 1516976 h 1583140"/>
              <a:gd name="connsiteX79" fmla="*/ 3534780 w 9662615"/>
              <a:gd name="connsiteY79" fmla="*/ 1522141 h 1583140"/>
              <a:gd name="connsiteX80" fmla="*/ 3504783 w 9662615"/>
              <a:gd name="connsiteY80" fmla="*/ 1526739 h 1583140"/>
              <a:gd name="connsiteX81" fmla="*/ 3467911 w 9662615"/>
              <a:gd name="connsiteY81" fmla="*/ 1526618 h 1583140"/>
              <a:gd name="connsiteX82" fmla="*/ 3292707 w 9662615"/>
              <a:gd name="connsiteY82" fmla="*/ 1520490 h 1583140"/>
              <a:gd name="connsiteX83" fmla="*/ 3187872 w 9662615"/>
              <a:gd name="connsiteY83" fmla="*/ 1519991 h 1583140"/>
              <a:gd name="connsiteX84" fmla="*/ 3148026 w 9662615"/>
              <a:gd name="connsiteY84" fmla="*/ 1524777 h 1583140"/>
              <a:gd name="connsiteX85" fmla="*/ 3092394 w 9662615"/>
              <a:gd name="connsiteY85" fmla="*/ 1528115 h 1583140"/>
              <a:gd name="connsiteX86" fmla="*/ 2994200 w 9662615"/>
              <a:gd name="connsiteY86" fmla="*/ 1537857 h 1583140"/>
              <a:gd name="connsiteX87" fmla="*/ 2862301 w 9662615"/>
              <a:gd name="connsiteY87" fmla="*/ 1544250 h 1583140"/>
              <a:gd name="connsiteX88" fmla="*/ 2766335 w 9662615"/>
              <a:gd name="connsiteY88" fmla="*/ 1527662 h 1583140"/>
              <a:gd name="connsiteX89" fmla="*/ 2757836 w 9662615"/>
              <a:gd name="connsiteY89" fmla="*/ 1531371 h 1583140"/>
              <a:gd name="connsiteX90" fmla="*/ 2691555 w 9662615"/>
              <a:gd name="connsiteY90" fmla="*/ 1530283 h 1583140"/>
              <a:gd name="connsiteX91" fmla="*/ 2459871 w 9662615"/>
              <a:gd name="connsiteY91" fmla="*/ 1500859 h 1583140"/>
              <a:gd name="connsiteX92" fmla="*/ 2330328 w 9662615"/>
              <a:gd name="connsiteY92" fmla="*/ 1499441 h 1583140"/>
              <a:gd name="connsiteX93" fmla="*/ 2284269 w 9662615"/>
              <a:gd name="connsiteY93" fmla="*/ 1503068 h 1583140"/>
              <a:gd name="connsiteX94" fmla="*/ 2207104 w 9662615"/>
              <a:gd name="connsiteY94" fmla="*/ 1508888 h 1583140"/>
              <a:gd name="connsiteX95" fmla="*/ 2149226 w 9662615"/>
              <a:gd name="connsiteY95" fmla="*/ 1523409 h 1583140"/>
              <a:gd name="connsiteX96" fmla="*/ 2084783 w 9662615"/>
              <a:gd name="connsiteY96" fmla="*/ 1524245 h 1583140"/>
              <a:gd name="connsiteX97" fmla="*/ 2070075 w 9662615"/>
              <a:gd name="connsiteY97" fmla="*/ 1511285 h 1583140"/>
              <a:gd name="connsiteX98" fmla="*/ 2001057 w 9662615"/>
              <a:gd name="connsiteY98" fmla="*/ 1516449 h 1583140"/>
              <a:gd name="connsiteX99" fmla="*/ 1896330 w 9662615"/>
              <a:gd name="connsiteY99" fmla="*/ 1525725 h 1583140"/>
              <a:gd name="connsiteX100" fmla="*/ 1835994 w 9662615"/>
              <a:gd name="connsiteY100" fmla="*/ 1527678 h 1583140"/>
              <a:gd name="connsiteX101" fmla="*/ 1671119 w 9662615"/>
              <a:gd name="connsiteY101" fmla="*/ 1536701 h 1583140"/>
              <a:gd name="connsiteX102" fmla="*/ 1601337 w 9662615"/>
              <a:gd name="connsiteY102" fmla="*/ 1548552 h 1583140"/>
              <a:gd name="connsiteX103" fmla="*/ 1407755 w 9662615"/>
              <a:gd name="connsiteY103" fmla="*/ 1571444 h 1583140"/>
              <a:gd name="connsiteX104" fmla="*/ 1271994 w 9662615"/>
              <a:gd name="connsiteY104" fmla="*/ 1579471 h 1583140"/>
              <a:gd name="connsiteX105" fmla="*/ 1249226 w 9662615"/>
              <a:gd name="connsiteY105" fmla="*/ 1583140 h 1583140"/>
              <a:gd name="connsiteX106" fmla="*/ 1217719 w 9662615"/>
              <a:gd name="connsiteY106" fmla="*/ 1580863 h 1583140"/>
              <a:gd name="connsiteX107" fmla="*/ 1091432 w 9662615"/>
              <a:gd name="connsiteY107" fmla="*/ 1571003 h 1583140"/>
              <a:gd name="connsiteX108" fmla="*/ 992039 w 9662615"/>
              <a:gd name="connsiteY108" fmla="*/ 1556662 h 1583140"/>
              <a:gd name="connsiteX109" fmla="*/ 868264 w 9662615"/>
              <a:gd name="connsiteY109" fmla="*/ 1566392 h 1583140"/>
              <a:gd name="connsiteX110" fmla="*/ 792765 w 9662615"/>
              <a:gd name="connsiteY110" fmla="*/ 1563102 h 1583140"/>
              <a:gd name="connsiteX111" fmla="*/ 669055 w 9662615"/>
              <a:gd name="connsiteY111" fmla="*/ 1543638 h 1583140"/>
              <a:gd name="connsiteX112" fmla="*/ 506152 w 9662615"/>
              <a:gd name="connsiteY112" fmla="*/ 1549124 h 1583140"/>
              <a:gd name="connsiteX113" fmla="*/ 472797 w 9662615"/>
              <a:gd name="connsiteY113" fmla="*/ 1568904 h 1583140"/>
              <a:gd name="connsiteX114" fmla="*/ 427864 w 9662615"/>
              <a:gd name="connsiteY114" fmla="*/ 1580848 h 1583140"/>
              <a:gd name="connsiteX115" fmla="*/ 408381 w 9662615"/>
              <a:gd name="connsiteY115" fmla="*/ 1552940 h 1583140"/>
              <a:gd name="connsiteX116" fmla="*/ 267163 w 9662615"/>
              <a:gd name="connsiteY116" fmla="*/ 1531913 h 1583140"/>
              <a:gd name="connsiteX117" fmla="*/ 196644 w 9662615"/>
              <a:gd name="connsiteY117" fmla="*/ 1524565 h 1583140"/>
              <a:gd name="connsiteX118" fmla="*/ 86819 w 9662615"/>
              <a:gd name="connsiteY118" fmla="*/ 1519517 h 1583140"/>
              <a:gd name="connsiteX119" fmla="*/ 53369 w 9662615"/>
              <a:gd name="connsiteY119" fmla="*/ 1516853 h 1583140"/>
              <a:gd name="connsiteX120" fmla="*/ 2359 w 9662615"/>
              <a:gd name="connsiteY120" fmla="*/ 1515247 h 1583140"/>
              <a:gd name="connsiteX121" fmla="*/ 0 w 9662615"/>
              <a:gd name="connsiteY121" fmla="*/ 1514932 h 1583140"/>
              <a:gd name="connsiteX122" fmla="*/ 0 w 9662615"/>
              <a:gd name="connsiteY122" fmla="*/ 0 h 1583140"/>
              <a:gd name="connsiteX0" fmla="*/ 0 w 9662615"/>
              <a:gd name="connsiteY0" fmla="*/ 0 h 1583140"/>
              <a:gd name="connsiteX1" fmla="*/ 9662615 w 9662615"/>
              <a:gd name="connsiteY1" fmla="*/ 0 h 1583140"/>
              <a:gd name="connsiteX2" fmla="*/ 9662615 w 9662615"/>
              <a:gd name="connsiteY2" fmla="*/ 1280346 h 1583140"/>
              <a:gd name="connsiteX3" fmla="*/ 9658420 w 9662615"/>
              <a:gd name="connsiteY3" fmla="*/ 1280106 h 1583140"/>
              <a:gd name="connsiteX4" fmla="*/ 9469546 w 9662615"/>
              <a:gd name="connsiteY4" fmla="*/ 1289837 h 1583140"/>
              <a:gd name="connsiteX5" fmla="*/ 9385895 w 9662615"/>
              <a:gd name="connsiteY5" fmla="*/ 1269203 h 1583140"/>
              <a:gd name="connsiteX6" fmla="*/ 9144767 w 9662615"/>
              <a:gd name="connsiteY6" fmla="*/ 1264120 h 1583140"/>
              <a:gd name="connsiteX7" fmla="*/ 8837252 w 9662615"/>
              <a:gd name="connsiteY7" fmla="*/ 1350515 h 1583140"/>
              <a:gd name="connsiteX8" fmla="*/ 8705466 w 9662615"/>
              <a:gd name="connsiteY8" fmla="*/ 1342419 h 1583140"/>
              <a:gd name="connsiteX9" fmla="*/ 8652221 w 9662615"/>
              <a:gd name="connsiteY9" fmla="*/ 1326906 h 1583140"/>
              <a:gd name="connsiteX10" fmla="*/ 8632312 w 9662615"/>
              <a:gd name="connsiteY10" fmla="*/ 1326025 h 1583140"/>
              <a:gd name="connsiteX11" fmla="*/ 8591582 w 9662615"/>
              <a:gd name="connsiteY11" fmla="*/ 1341666 h 1583140"/>
              <a:gd name="connsiteX12" fmla="*/ 8537336 w 9662615"/>
              <a:gd name="connsiteY12" fmla="*/ 1341684 h 1583140"/>
              <a:gd name="connsiteX13" fmla="*/ 8472508 w 9662615"/>
              <a:gd name="connsiteY13" fmla="*/ 1363109 h 1583140"/>
              <a:gd name="connsiteX14" fmla="*/ 8258477 w 9662615"/>
              <a:gd name="connsiteY14" fmla="*/ 1370666 h 1583140"/>
              <a:gd name="connsiteX15" fmla="*/ 8197961 w 9662615"/>
              <a:gd name="connsiteY15" fmla="*/ 1392804 h 1583140"/>
              <a:gd name="connsiteX16" fmla="*/ 8171196 w 9662615"/>
              <a:gd name="connsiteY16" fmla="*/ 1397216 h 1583140"/>
              <a:gd name="connsiteX17" fmla="*/ 8127667 w 9662615"/>
              <a:gd name="connsiteY17" fmla="*/ 1418254 h 1583140"/>
              <a:gd name="connsiteX18" fmla="*/ 7974579 w 9662615"/>
              <a:gd name="connsiteY18" fmla="*/ 1383439 h 1583140"/>
              <a:gd name="connsiteX19" fmla="*/ 7768351 w 9662615"/>
              <a:gd name="connsiteY19" fmla="*/ 1395051 h 1583140"/>
              <a:gd name="connsiteX20" fmla="*/ 7635985 w 9662615"/>
              <a:gd name="connsiteY20" fmla="*/ 1386363 h 1583140"/>
              <a:gd name="connsiteX21" fmla="*/ 7466069 w 9662615"/>
              <a:gd name="connsiteY21" fmla="*/ 1377654 h 1583140"/>
              <a:gd name="connsiteX22" fmla="*/ 7355642 w 9662615"/>
              <a:gd name="connsiteY22" fmla="*/ 1407761 h 1583140"/>
              <a:gd name="connsiteX23" fmla="*/ 7151610 w 9662615"/>
              <a:gd name="connsiteY23" fmla="*/ 1397856 h 1583140"/>
              <a:gd name="connsiteX24" fmla="*/ 7082147 w 9662615"/>
              <a:gd name="connsiteY24" fmla="*/ 1406113 h 1583140"/>
              <a:gd name="connsiteX25" fmla="*/ 7014958 w 9662615"/>
              <a:gd name="connsiteY25" fmla="*/ 1396883 h 1583140"/>
              <a:gd name="connsiteX26" fmla="*/ 6907567 w 9662615"/>
              <a:gd name="connsiteY26" fmla="*/ 1419149 h 1583140"/>
              <a:gd name="connsiteX27" fmla="*/ 6748428 w 9662615"/>
              <a:gd name="connsiteY27" fmla="*/ 1420308 h 1583140"/>
              <a:gd name="connsiteX28" fmla="*/ 6654257 w 9662615"/>
              <a:gd name="connsiteY28" fmla="*/ 1424143 h 1583140"/>
              <a:gd name="connsiteX29" fmla="*/ 6620123 w 9662615"/>
              <a:gd name="connsiteY29" fmla="*/ 1430535 h 1583140"/>
              <a:gd name="connsiteX30" fmla="*/ 6571355 w 9662615"/>
              <a:gd name="connsiteY30" fmla="*/ 1436144 h 1583140"/>
              <a:gd name="connsiteX31" fmla="*/ 6486557 w 9662615"/>
              <a:gd name="connsiteY31" fmla="*/ 1449861 h 1583140"/>
              <a:gd name="connsiteX32" fmla="*/ 6370419 w 9662615"/>
              <a:gd name="connsiteY32" fmla="*/ 1461649 h 1583140"/>
              <a:gd name="connsiteX33" fmla="*/ 6278839 w 9662615"/>
              <a:gd name="connsiteY33" fmla="*/ 1449160 h 1583140"/>
              <a:gd name="connsiteX34" fmla="*/ 6272455 w 9662615"/>
              <a:gd name="connsiteY34" fmla="*/ 1453191 h 1583140"/>
              <a:gd name="connsiteX35" fmla="*/ 6212659 w 9662615"/>
              <a:gd name="connsiteY35" fmla="*/ 1454850 h 1583140"/>
              <a:gd name="connsiteX36" fmla="*/ 6069317 w 9662615"/>
              <a:gd name="connsiteY36" fmla="*/ 1445838 h 1583140"/>
              <a:gd name="connsiteX37" fmla="*/ 5878477 w 9662615"/>
              <a:gd name="connsiteY37" fmla="*/ 1439180 h 1583140"/>
              <a:gd name="connsiteX38" fmla="*/ 5838387 w 9662615"/>
              <a:gd name="connsiteY38" fmla="*/ 1444679 h 1583140"/>
              <a:gd name="connsiteX39" fmla="*/ 5771136 w 9662615"/>
              <a:gd name="connsiteY39" fmla="*/ 1453639 h 1583140"/>
              <a:gd name="connsiteX40" fmla="*/ 5724081 w 9662615"/>
              <a:gd name="connsiteY40" fmla="*/ 1470431 h 1583140"/>
              <a:gd name="connsiteX41" fmla="*/ 5666577 w 9662615"/>
              <a:gd name="connsiteY41" fmla="*/ 1473921 h 1583140"/>
              <a:gd name="connsiteX42" fmla="*/ 5649068 w 9662615"/>
              <a:gd name="connsiteY42" fmla="*/ 1461676 h 1583140"/>
              <a:gd name="connsiteX43" fmla="*/ 5588902 w 9662615"/>
              <a:gd name="connsiteY43" fmla="*/ 1469647 h 1583140"/>
              <a:gd name="connsiteX44" fmla="*/ 5498090 w 9662615"/>
              <a:gd name="connsiteY44" fmla="*/ 1483173 h 1583140"/>
              <a:gd name="connsiteX45" fmla="*/ 5444641 w 9662615"/>
              <a:gd name="connsiteY45" fmla="*/ 1487602 h 1583140"/>
              <a:gd name="connsiteX46" fmla="*/ 5299812 w 9662615"/>
              <a:gd name="connsiteY46" fmla="*/ 1503362 h 1583140"/>
              <a:gd name="connsiteX47" fmla="*/ 5213947 w 9662615"/>
              <a:gd name="connsiteY47" fmla="*/ 1516637 h 1583140"/>
              <a:gd name="connsiteX48" fmla="*/ 5090342 w 9662615"/>
              <a:gd name="connsiteY48" fmla="*/ 1546680 h 1583140"/>
              <a:gd name="connsiteX49" fmla="*/ 5082104 w 9662615"/>
              <a:gd name="connsiteY49" fmla="*/ 1547781 h 1583140"/>
              <a:gd name="connsiteX50" fmla="*/ 5059484 w 9662615"/>
              <a:gd name="connsiteY50" fmla="*/ 1546802 h 1583140"/>
              <a:gd name="connsiteX51" fmla="*/ 5050958 w 9662615"/>
              <a:gd name="connsiteY51" fmla="*/ 1545776 h 1583140"/>
              <a:gd name="connsiteX52" fmla="*/ 5038524 w 9662615"/>
              <a:gd name="connsiteY52" fmla="*/ 1545675 h 1583140"/>
              <a:gd name="connsiteX53" fmla="*/ 5038223 w 9662615"/>
              <a:gd name="connsiteY53" fmla="*/ 1545881 h 1583140"/>
              <a:gd name="connsiteX54" fmla="*/ 5026564 w 9662615"/>
              <a:gd name="connsiteY54" fmla="*/ 1545376 h 1583140"/>
              <a:gd name="connsiteX55" fmla="*/ 4969433 w 9662615"/>
              <a:gd name="connsiteY55" fmla="*/ 1540263 h 1583140"/>
              <a:gd name="connsiteX56" fmla="*/ 4894799 w 9662615"/>
              <a:gd name="connsiteY56" fmla="*/ 1559476 h 1583140"/>
              <a:gd name="connsiteX57" fmla="*/ 4863775 w 9662615"/>
              <a:gd name="connsiteY57" fmla="*/ 1562633 h 1583140"/>
              <a:gd name="connsiteX58" fmla="*/ 4847242 w 9662615"/>
              <a:gd name="connsiteY58" fmla="*/ 1565435 h 1583140"/>
              <a:gd name="connsiteX59" fmla="*/ 4846237 w 9662615"/>
              <a:gd name="connsiteY59" fmla="*/ 1566331 h 1583140"/>
              <a:gd name="connsiteX60" fmla="*/ 4791466 w 9662615"/>
              <a:gd name="connsiteY60" fmla="*/ 1561324 h 1583140"/>
              <a:gd name="connsiteX61" fmla="*/ 4784247 w 9662615"/>
              <a:gd name="connsiteY61" fmla="*/ 1562342 h 1583140"/>
              <a:gd name="connsiteX62" fmla="*/ 4748477 w 9662615"/>
              <a:gd name="connsiteY62" fmla="*/ 1556925 h 1583140"/>
              <a:gd name="connsiteX63" fmla="*/ 4730033 w 9662615"/>
              <a:gd name="connsiteY63" fmla="*/ 1555274 h 1583140"/>
              <a:gd name="connsiteX64" fmla="*/ 4724747 w 9662615"/>
              <a:gd name="connsiteY64" fmla="*/ 1552439 h 1583140"/>
              <a:gd name="connsiteX65" fmla="*/ 4697562 w 9662615"/>
              <a:gd name="connsiteY65" fmla="*/ 1551206 h 1583140"/>
              <a:gd name="connsiteX66" fmla="*/ 4694469 w 9662615"/>
              <a:gd name="connsiteY66" fmla="*/ 1551958 h 1583140"/>
              <a:gd name="connsiteX67" fmla="*/ 4671940 w 9662615"/>
              <a:gd name="connsiteY67" fmla="*/ 1547617 h 1583140"/>
              <a:gd name="connsiteX68" fmla="*/ 4589320 w 9662615"/>
              <a:gd name="connsiteY68" fmla="*/ 1534660 h 1583140"/>
              <a:gd name="connsiteX69" fmla="*/ 4422155 w 9662615"/>
              <a:gd name="connsiteY69" fmla="*/ 1542059 h 1583140"/>
              <a:gd name="connsiteX70" fmla="*/ 4221826 w 9662615"/>
              <a:gd name="connsiteY70" fmla="*/ 1508923 h 1583140"/>
              <a:gd name="connsiteX71" fmla="*/ 4096601 w 9662615"/>
              <a:gd name="connsiteY71" fmla="*/ 1521563 h 1583140"/>
              <a:gd name="connsiteX72" fmla="*/ 3970635 w 9662615"/>
              <a:gd name="connsiteY72" fmla="*/ 1544815 h 1583140"/>
              <a:gd name="connsiteX73" fmla="*/ 3833906 w 9662615"/>
              <a:gd name="connsiteY73" fmla="*/ 1516637 h 1583140"/>
              <a:gd name="connsiteX74" fmla="*/ 3696258 w 9662615"/>
              <a:gd name="connsiteY74" fmla="*/ 1537563 h 1583140"/>
              <a:gd name="connsiteX75" fmla="*/ 3594070 w 9662615"/>
              <a:gd name="connsiteY75" fmla="*/ 1509422 h 1583140"/>
              <a:gd name="connsiteX76" fmla="*/ 3565233 w 9662615"/>
              <a:gd name="connsiteY76" fmla="*/ 1515122 h 1583140"/>
              <a:gd name="connsiteX77" fmla="*/ 3560267 w 9662615"/>
              <a:gd name="connsiteY77" fmla="*/ 1516288 h 1583140"/>
              <a:gd name="connsiteX78" fmla="*/ 3540258 w 9662615"/>
              <a:gd name="connsiteY78" fmla="*/ 1516976 h 1583140"/>
              <a:gd name="connsiteX79" fmla="*/ 3534780 w 9662615"/>
              <a:gd name="connsiteY79" fmla="*/ 1522141 h 1583140"/>
              <a:gd name="connsiteX80" fmla="*/ 3504783 w 9662615"/>
              <a:gd name="connsiteY80" fmla="*/ 1526739 h 1583140"/>
              <a:gd name="connsiteX81" fmla="*/ 3467911 w 9662615"/>
              <a:gd name="connsiteY81" fmla="*/ 1526618 h 1583140"/>
              <a:gd name="connsiteX82" fmla="*/ 3292707 w 9662615"/>
              <a:gd name="connsiteY82" fmla="*/ 1520490 h 1583140"/>
              <a:gd name="connsiteX83" fmla="*/ 3187872 w 9662615"/>
              <a:gd name="connsiteY83" fmla="*/ 1519991 h 1583140"/>
              <a:gd name="connsiteX84" fmla="*/ 3148026 w 9662615"/>
              <a:gd name="connsiteY84" fmla="*/ 1524777 h 1583140"/>
              <a:gd name="connsiteX85" fmla="*/ 3092394 w 9662615"/>
              <a:gd name="connsiteY85" fmla="*/ 1528115 h 1583140"/>
              <a:gd name="connsiteX86" fmla="*/ 2994200 w 9662615"/>
              <a:gd name="connsiteY86" fmla="*/ 1537857 h 1583140"/>
              <a:gd name="connsiteX87" fmla="*/ 2862301 w 9662615"/>
              <a:gd name="connsiteY87" fmla="*/ 1544250 h 1583140"/>
              <a:gd name="connsiteX88" fmla="*/ 2766335 w 9662615"/>
              <a:gd name="connsiteY88" fmla="*/ 1527662 h 1583140"/>
              <a:gd name="connsiteX89" fmla="*/ 2757836 w 9662615"/>
              <a:gd name="connsiteY89" fmla="*/ 1531371 h 1583140"/>
              <a:gd name="connsiteX90" fmla="*/ 2691555 w 9662615"/>
              <a:gd name="connsiteY90" fmla="*/ 1530283 h 1583140"/>
              <a:gd name="connsiteX91" fmla="*/ 2459871 w 9662615"/>
              <a:gd name="connsiteY91" fmla="*/ 1500859 h 1583140"/>
              <a:gd name="connsiteX92" fmla="*/ 2330328 w 9662615"/>
              <a:gd name="connsiteY92" fmla="*/ 1499441 h 1583140"/>
              <a:gd name="connsiteX93" fmla="*/ 2284269 w 9662615"/>
              <a:gd name="connsiteY93" fmla="*/ 1503068 h 1583140"/>
              <a:gd name="connsiteX94" fmla="*/ 2207104 w 9662615"/>
              <a:gd name="connsiteY94" fmla="*/ 1508888 h 1583140"/>
              <a:gd name="connsiteX95" fmla="*/ 2149226 w 9662615"/>
              <a:gd name="connsiteY95" fmla="*/ 1523409 h 1583140"/>
              <a:gd name="connsiteX96" fmla="*/ 2084783 w 9662615"/>
              <a:gd name="connsiteY96" fmla="*/ 1524245 h 1583140"/>
              <a:gd name="connsiteX97" fmla="*/ 2070075 w 9662615"/>
              <a:gd name="connsiteY97" fmla="*/ 1511285 h 1583140"/>
              <a:gd name="connsiteX98" fmla="*/ 2001057 w 9662615"/>
              <a:gd name="connsiteY98" fmla="*/ 1516449 h 1583140"/>
              <a:gd name="connsiteX99" fmla="*/ 1896330 w 9662615"/>
              <a:gd name="connsiteY99" fmla="*/ 1525725 h 1583140"/>
              <a:gd name="connsiteX100" fmla="*/ 1835994 w 9662615"/>
              <a:gd name="connsiteY100" fmla="*/ 1527678 h 1583140"/>
              <a:gd name="connsiteX101" fmla="*/ 1671119 w 9662615"/>
              <a:gd name="connsiteY101" fmla="*/ 1536701 h 1583140"/>
              <a:gd name="connsiteX102" fmla="*/ 1601337 w 9662615"/>
              <a:gd name="connsiteY102" fmla="*/ 1548552 h 1583140"/>
              <a:gd name="connsiteX103" fmla="*/ 1407755 w 9662615"/>
              <a:gd name="connsiteY103" fmla="*/ 1571444 h 1583140"/>
              <a:gd name="connsiteX104" fmla="*/ 1271994 w 9662615"/>
              <a:gd name="connsiteY104" fmla="*/ 1579471 h 1583140"/>
              <a:gd name="connsiteX105" fmla="*/ 1249226 w 9662615"/>
              <a:gd name="connsiteY105" fmla="*/ 1583140 h 1583140"/>
              <a:gd name="connsiteX106" fmla="*/ 1217719 w 9662615"/>
              <a:gd name="connsiteY106" fmla="*/ 1580863 h 1583140"/>
              <a:gd name="connsiteX107" fmla="*/ 1091432 w 9662615"/>
              <a:gd name="connsiteY107" fmla="*/ 1571003 h 1583140"/>
              <a:gd name="connsiteX108" fmla="*/ 992039 w 9662615"/>
              <a:gd name="connsiteY108" fmla="*/ 1556662 h 1583140"/>
              <a:gd name="connsiteX109" fmla="*/ 868264 w 9662615"/>
              <a:gd name="connsiteY109" fmla="*/ 1566392 h 1583140"/>
              <a:gd name="connsiteX110" fmla="*/ 792765 w 9662615"/>
              <a:gd name="connsiteY110" fmla="*/ 1563102 h 1583140"/>
              <a:gd name="connsiteX111" fmla="*/ 669055 w 9662615"/>
              <a:gd name="connsiteY111" fmla="*/ 1543638 h 1583140"/>
              <a:gd name="connsiteX112" fmla="*/ 506152 w 9662615"/>
              <a:gd name="connsiteY112" fmla="*/ 1549124 h 1583140"/>
              <a:gd name="connsiteX113" fmla="*/ 472797 w 9662615"/>
              <a:gd name="connsiteY113" fmla="*/ 1568904 h 1583140"/>
              <a:gd name="connsiteX114" fmla="*/ 427864 w 9662615"/>
              <a:gd name="connsiteY114" fmla="*/ 1580848 h 1583140"/>
              <a:gd name="connsiteX115" fmla="*/ 408381 w 9662615"/>
              <a:gd name="connsiteY115" fmla="*/ 1552940 h 1583140"/>
              <a:gd name="connsiteX116" fmla="*/ 267163 w 9662615"/>
              <a:gd name="connsiteY116" fmla="*/ 1531913 h 1583140"/>
              <a:gd name="connsiteX117" fmla="*/ 196644 w 9662615"/>
              <a:gd name="connsiteY117" fmla="*/ 1524565 h 1583140"/>
              <a:gd name="connsiteX118" fmla="*/ 86819 w 9662615"/>
              <a:gd name="connsiteY118" fmla="*/ 1519517 h 1583140"/>
              <a:gd name="connsiteX119" fmla="*/ 53369 w 9662615"/>
              <a:gd name="connsiteY119" fmla="*/ 1516853 h 1583140"/>
              <a:gd name="connsiteX120" fmla="*/ 2359 w 9662615"/>
              <a:gd name="connsiteY120" fmla="*/ 1515247 h 1583140"/>
              <a:gd name="connsiteX121" fmla="*/ 0 w 9662615"/>
              <a:gd name="connsiteY121" fmla="*/ 1514932 h 1583140"/>
              <a:gd name="connsiteX122" fmla="*/ 0 w 9662615"/>
              <a:gd name="connsiteY122" fmla="*/ 0 h 1583140"/>
              <a:gd name="connsiteX0" fmla="*/ 0 w 9662615"/>
              <a:gd name="connsiteY0" fmla="*/ 0 h 1583140"/>
              <a:gd name="connsiteX1" fmla="*/ 9662615 w 9662615"/>
              <a:gd name="connsiteY1" fmla="*/ 0 h 1583140"/>
              <a:gd name="connsiteX2" fmla="*/ 9662615 w 9662615"/>
              <a:gd name="connsiteY2" fmla="*/ 1280346 h 1583140"/>
              <a:gd name="connsiteX3" fmla="*/ 9658420 w 9662615"/>
              <a:gd name="connsiteY3" fmla="*/ 1280106 h 1583140"/>
              <a:gd name="connsiteX4" fmla="*/ 9469546 w 9662615"/>
              <a:gd name="connsiteY4" fmla="*/ 1289837 h 1583140"/>
              <a:gd name="connsiteX5" fmla="*/ 9385895 w 9662615"/>
              <a:gd name="connsiteY5" fmla="*/ 1269203 h 1583140"/>
              <a:gd name="connsiteX6" fmla="*/ 9144767 w 9662615"/>
              <a:gd name="connsiteY6" fmla="*/ 1264120 h 1583140"/>
              <a:gd name="connsiteX7" fmla="*/ 8837252 w 9662615"/>
              <a:gd name="connsiteY7" fmla="*/ 1350515 h 1583140"/>
              <a:gd name="connsiteX8" fmla="*/ 8705466 w 9662615"/>
              <a:gd name="connsiteY8" fmla="*/ 1342419 h 1583140"/>
              <a:gd name="connsiteX9" fmla="*/ 8652221 w 9662615"/>
              <a:gd name="connsiteY9" fmla="*/ 1326906 h 1583140"/>
              <a:gd name="connsiteX10" fmla="*/ 8632312 w 9662615"/>
              <a:gd name="connsiteY10" fmla="*/ 1326025 h 1583140"/>
              <a:gd name="connsiteX11" fmla="*/ 8591582 w 9662615"/>
              <a:gd name="connsiteY11" fmla="*/ 1341666 h 1583140"/>
              <a:gd name="connsiteX12" fmla="*/ 8537336 w 9662615"/>
              <a:gd name="connsiteY12" fmla="*/ 1341684 h 1583140"/>
              <a:gd name="connsiteX13" fmla="*/ 8472508 w 9662615"/>
              <a:gd name="connsiteY13" fmla="*/ 1363109 h 1583140"/>
              <a:gd name="connsiteX14" fmla="*/ 8258477 w 9662615"/>
              <a:gd name="connsiteY14" fmla="*/ 1370666 h 1583140"/>
              <a:gd name="connsiteX15" fmla="*/ 8197961 w 9662615"/>
              <a:gd name="connsiteY15" fmla="*/ 1392804 h 1583140"/>
              <a:gd name="connsiteX16" fmla="*/ 8171196 w 9662615"/>
              <a:gd name="connsiteY16" fmla="*/ 1397216 h 1583140"/>
              <a:gd name="connsiteX17" fmla="*/ 8127667 w 9662615"/>
              <a:gd name="connsiteY17" fmla="*/ 1418254 h 1583140"/>
              <a:gd name="connsiteX18" fmla="*/ 7974579 w 9662615"/>
              <a:gd name="connsiteY18" fmla="*/ 1383439 h 1583140"/>
              <a:gd name="connsiteX19" fmla="*/ 7768351 w 9662615"/>
              <a:gd name="connsiteY19" fmla="*/ 1395051 h 1583140"/>
              <a:gd name="connsiteX20" fmla="*/ 7635985 w 9662615"/>
              <a:gd name="connsiteY20" fmla="*/ 1386363 h 1583140"/>
              <a:gd name="connsiteX21" fmla="*/ 7466069 w 9662615"/>
              <a:gd name="connsiteY21" fmla="*/ 1377654 h 1583140"/>
              <a:gd name="connsiteX22" fmla="*/ 7355642 w 9662615"/>
              <a:gd name="connsiteY22" fmla="*/ 1407761 h 1583140"/>
              <a:gd name="connsiteX23" fmla="*/ 7151610 w 9662615"/>
              <a:gd name="connsiteY23" fmla="*/ 1397856 h 1583140"/>
              <a:gd name="connsiteX24" fmla="*/ 7082147 w 9662615"/>
              <a:gd name="connsiteY24" fmla="*/ 1406113 h 1583140"/>
              <a:gd name="connsiteX25" fmla="*/ 7014958 w 9662615"/>
              <a:gd name="connsiteY25" fmla="*/ 1396883 h 1583140"/>
              <a:gd name="connsiteX26" fmla="*/ 6907567 w 9662615"/>
              <a:gd name="connsiteY26" fmla="*/ 1419149 h 1583140"/>
              <a:gd name="connsiteX27" fmla="*/ 6748428 w 9662615"/>
              <a:gd name="connsiteY27" fmla="*/ 1420308 h 1583140"/>
              <a:gd name="connsiteX28" fmla="*/ 6654257 w 9662615"/>
              <a:gd name="connsiteY28" fmla="*/ 1424143 h 1583140"/>
              <a:gd name="connsiteX29" fmla="*/ 6620123 w 9662615"/>
              <a:gd name="connsiteY29" fmla="*/ 1430535 h 1583140"/>
              <a:gd name="connsiteX30" fmla="*/ 6571355 w 9662615"/>
              <a:gd name="connsiteY30" fmla="*/ 1436144 h 1583140"/>
              <a:gd name="connsiteX31" fmla="*/ 6486557 w 9662615"/>
              <a:gd name="connsiteY31" fmla="*/ 1449861 h 1583140"/>
              <a:gd name="connsiteX32" fmla="*/ 6370419 w 9662615"/>
              <a:gd name="connsiteY32" fmla="*/ 1461649 h 1583140"/>
              <a:gd name="connsiteX33" fmla="*/ 6278839 w 9662615"/>
              <a:gd name="connsiteY33" fmla="*/ 1449160 h 1583140"/>
              <a:gd name="connsiteX34" fmla="*/ 6272455 w 9662615"/>
              <a:gd name="connsiteY34" fmla="*/ 1453191 h 1583140"/>
              <a:gd name="connsiteX35" fmla="*/ 6212659 w 9662615"/>
              <a:gd name="connsiteY35" fmla="*/ 1454850 h 1583140"/>
              <a:gd name="connsiteX36" fmla="*/ 6069317 w 9662615"/>
              <a:gd name="connsiteY36" fmla="*/ 1445838 h 1583140"/>
              <a:gd name="connsiteX37" fmla="*/ 5878477 w 9662615"/>
              <a:gd name="connsiteY37" fmla="*/ 1439180 h 1583140"/>
              <a:gd name="connsiteX38" fmla="*/ 5838387 w 9662615"/>
              <a:gd name="connsiteY38" fmla="*/ 1444679 h 1583140"/>
              <a:gd name="connsiteX39" fmla="*/ 5771136 w 9662615"/>
              <a:gd name="connsiteY39" fmla="*/ 1453639 h 1583140"/>
              <a:gd name="connsiteX40" fmla="*/ 5724081 w 9662615"/>
              <a:gd name="connsiteY40" fmla="*/ 1470431 h 1583140"/>
              <a:gd name="connsiteX41" fmla="*/ 5666577 w 9662615"/>
              <a:gd name="connsiteY41" fmla="*/ 1473921 h 1583140"/>
              <a:gd name="connsiteX42" fmla="*/ 5649068 w 9662615"/>
              <a:gd name="connsiteY42" fmla="*/ 1461676 h 1583140"/>
              <a:gd name="connsiteX43" fmla="*/ 5588902 w 9662615"/>
              <a:gd name="connsiteY43" fmla="*/ 1469647 h 1583140"/>
              <a:gd name="connsiteX44" fmla="*/ 5498090 w 9662615"/>
              <a:gd name="connsiteY44" fmla="*/ 1483173 h 1583140"/>
              <a:gd name="connsiteX45" fmla="*/ 5444641 w 9662615"/>
              <a:gd name="connsiteY45" fmla="*/ 1487602 h 1583140"/>
              <a:gd name="connsiteX46" fmla="*/ 5299812 w 9662615"/>
              <a:gd name="connsiteY46" fmla="*/ 1503362 h 1583140"/>
              <a:gd name="connsiteX47" fmla="*/ 5213947 w 9662615"/>
              <a:gd name="connsiteY47" fmla="*/ 1516637 h 1583140"/>
              <a:gd name="connsiteX48" fmla="*/ 5090342 w 9662615"/>
              <a:gd name="connsiteY48" fmla="*/ 1546680 h 1583140"/>
              <a:gd name="connsiteX49" fmla="*/ 5082104 w 9662615"/>
              <a:gd name="connsiteY49" fmla="*/ 1547781 h 1583140"/>
              <a:gd name="connsiteX50" fmla="*/ 5059484 w 9662615"/>
              <a:gd name="connsiteY50" fmla="*/ 1546802 h 1583140"/>
              <a:gd name="connsiteX51" fmla="*/ 5050958 w 9662615"/>
              <a:gd name="connsiteY51" fmla="*/ 1545776 h 1583140"/>
              <a:gd name="connsiteX52" fmla="*/ 5038524 w 9662615"/>
              <a:gd name="connsiteY52" fmla="*/ 1545675 h 1583140"/>
              <a:gd name="connsiteX53" fmla="*/ 5038223 w 9662615"/>
              <a:gd name="connsiteY53" fmla="*/ 1545881 h 1583140"/>
              <a:gd name="connsiteX54" fmla="*/ 5026564 w 9662615"/>
              <a:gd name="connsiteY54" fmla="*/ 1545376 h 1583140"/>
              <a:gd name="connsiteX55" fmla="*/ 4969433 w 9662615"/>
              <a:gd name="connsiteY55" fmla="*/ 1540263 h 1583140"/>
              <a:gd name="connsiteX56" fmla="*/ 4894799 w 9662615"/>
              <a:gd name="connsiteY56" fmla="*/ 1559476 h 1583140"/>
              <a:gd name="connsiteX57" fmla="*/ 4863775 w 9662615"/>
              <a:gd name="connsiteY57" fmla="*/ 1562633 h 1583140"/>
              <a:gd name="connsiteX58" fmla="*/ 4847242 w 9662615"/>
              <a:gd name="connsiteY58" fmla="*/ 1565435 h 1583140"/>
              <a:gd name="connsiteX59" fmla="*/ 4846237 w 9662615"/>
              <a:gd name="connsiteY59" fmla="*/ 1566331 h 1583140"/>
              <a:gd name="connsiteX60" fmla="*/ 4791466 w 9662615"/>
              <a:gd name="connsiteY60" fmla="*/ 1561324 h 1583140"/>
              <a:gd name="connsiteX61" fmla="*/ 4784247 w 9662615"/>
              <a:gd name="connsiteY61" fmla="*/ 1562342 h 1583140"/>
              <a:gd name="connsiteX62" fmla="*/ 4748477 w 9662615"/>
              <a:gd name="connsiteY62" fmla="*/ 1556925 h 1583140"/>
              <a:gd name="connsiteX63" fmla="*/ 4730033 w 9662615"/>
              <a:gd name="connsiteY63" fmla="*/ 1555274 h 1583140"/>
              <a:gd name="connsiteX64" fmla="*/ 4724747 w 9662615"/>
              <a:gd name="connsiteY64" fmla="*/ 1552439 h 1583140"/>
              <a:gd name="connsiteX65" fmla="*/ 4697562 w 9662615"/>
              <a:gd name="connsiteY65" fmla="*/ 1551206 h 1583140"/>
              <a:gd name="connsiteX66" fmla="*/ 4694469 w 9662615"/>
              <a:gd name="connsiteY66" fmla="*/ 1551958 h 1583140"/>
              <a:gd name="connsiteX67" fmla="*/ 4671940 w 9662615"/>
              <a:gd name="connsiteY67" fmla="*/ 1547617 h 1583140"/>
              <a:gd name="connsiteX68" fmla="*/ 4589320 w 9662615"/>
              <a:gd name="connsiteY68" fmla="*/ 1534660 h 1583140"/>
              <a:gd name="connsiteX69" fmla="*/ 4422155 w 9662615"/>
              <a:gd name="connsiteY69" fmla="*/ 1542059 h 1583140"/>
              <a:gd name="connsiteX70" fmla="*/ 4221826 w 9662615"/>
              <a:gd name="connsiteY70" fmla="*/ 1508923 h 1583140"/>
              <a:gd name="connsiteX71" fmla="*/ 4096601 w 9662615"/>
              <a:gd name="connsiteY71" fmla="*/ 1521563 h 1583140"/>
              <a:gd name="connsiteX72" fmla="*/ 3970635 w 9662615"/>
              <a:gd name="connsiteY72" fmla="*/ 1544815 h 1583140"/>
              <a:gd name="connsiteX73" fmla="*/ 3833906 w 9662615"/>
              <a:gd name="connsiteY73" fmla="*/ 1516637 h 1583140"/>
              <a:gd name="connsiteX74" fmla="*/ 3696258 w 9662615"/>
              <a:gd name="connsiteY74" fmla="*/ 1537563 h 1583140"/>
              <a:gd name="connsiteX75" fmla="*/ 3594070 w 9662615"/>
              <a:gd name="connsiteY75" fmla="*/ 1509422 h 1583140"/>
              <a:gd name="connsiteX76" fmla="*/ 3565233 w 9662615"/>
              <a:gd name="connsiteY76" fmla="*/ 1515122 h 1583140"/>
              <a:gd name="connsiteX77" fmla="*/ 3560267 w 9662615"/>
              <a:gd name="connsiteY77" fmla="*/ 1516288 h 1583140"/>
              <a:gd name="connsiteX78" fmla="*/ 3540258 w 9662615"/>
              <a:gd name="connsiteY78" fmla="*/ 1516976 h 1583140"/>
              <a:gd name="connsiteX79" fmla="*/ 3534780 w 9662615"/>
              <a:gd name="connsiteY79" fmla="*/ 1522141 h 1583140"/>
              <a:gd name="connsiteX80" fmla="*/ 3504783 w 9662615"/>
              <a:gd name="connsiteY80" fmla="*/ 1526739 h 1583140"/>
              <a:gd name="connsiteX81" fmla="*/ 3430805 w 9662615"/>
              <a:gd name="connsiteY81" fmla="*/ 1542521 h 1583140"/>
              <a:gd name="connsiteX82" fmla="*/ 3292707 w 9662615"/>
              <a:gd name="connsiteY82" fmla="*/ 1520490 h 1583140"/>
              <a:gd name="connsiteX83" fmla="*/ 3187872 w 9662615"/>
              <a:gd name="connsiteY83" fmla="*/ 1519991 h 1583140"/>
              <a:gd name="connsiteX84" fmla="*/ 3148026 w 9662615"/>
              <a:gd name="connsiteY84" fmla="*/ 1524777 h 1583140"/>
              <a:gd name="connsiteX85" fmla="*/ 3092394 w 9662615"/>
              <a:gd name="connsiteY85" fmla="*/ 1528115 h 1583140"/>
              <a:gd name="connsiteX86" fmla="*/ 2994200 w 9662615"/>
              <a:gd name="connsiteY86" fmla="*/ 1537857 h 1583140"/>
              <a:gd name="connsiteX87" fmla="*/ 2862301 w 9662615"/>
              <a:gd name="connsiteY87" fmla="*/ 1544250 h 1583140"/>
              <a:gd name="connsiteX88" fmla="*/ 2766335 w 9662615"/>
              <a:gd name="connsiteY88" fmla="*/ 1527662 h 1583140"/>
              <a:gd name="connsiteX89" fmla="*/ 2757836 w 9662615"/>
              <a:gd name="connsiteY89" fmla="*/ 1531371 h 1583140"/>
              <a:gd name="connsiteX90" fmla="*/ 2691555 w 9662615"/>
              <a:gd name="connsiteY90" fmla="*/ 1530283 h 1583140"/>
              <a:gd name="connsiteX91" fmla="*/ 2459871 w 9662615"/>
              <a:gd name="connsiteY91" fmla="*/ 1500859 h 1583140"/>
              <a:gd name="connsiteX92" fmla="*/ 2330328 w 9662615"/>
              <a:gd name="connsiteY92" fmla="*/ 1499441 h 1583140"/>
              <a:gd name="connsiteX93" fmla="*/ 2284269 w 9662615"/>
              <a:gd name="connsiteY93" fmla="*/ 1503068 h 1583140"/>
              <a:gd name="connsiteX94" fmla="*/ 2207104 w 9662615"/>
              <a:gd name="connsiteY94" fmla="*/ 1508888 h 1583140"/>
              <a:gd name="connsiteX95" fmla="*/ 2149226 w 9662615"/>
              <a:gd name="connsiteY95" fmla="*/ 1523409 h 1583140"/>
              <a:gd name="connsiteX96" fmla="*/ 2084783 w 9662615"/>
              <a:gd name="connsiteY96" fmla="*/ 1524245 h 1583140"/>
              <a:gd name="connsiteX97" fmla="*/ 2070075 w 9662615"/>
              <a:gd name="connsiteY97" fmla="*/ 1511285 h 1583140"/>
              <a:gd name="connsiteX98" fmla="*/ 2001057 w 9662615"/>
              <a:gd name="connsiteY98" fmla="*/ 1516449 h 1583140"/>
              <a:gd name="connsiteX99" fmla="*/ 1896330 w 9662615"/>
              <a:gd name="connsiteY99" fmla="*/ 1525725 h 1583140"/>
              <a:gd name="connsiteX100" fmla="*/ 1835994 w 9662615"/>
              <a:gd name="connsiteY100" fmla="*/ 1527678 h 1583140"/>
              <a:gd name="connsiteX101" fmla="*/ 1671119 w 9662615"/>
              <a:gd name="connsiteY101" fmla="*/ 1536701 h 1583140"/>
              <a:gd name="connsiteX102" fmla="*/ 1601337 w 9662615"/>
              <a:gd name="connsiteY102" fmla="*/ 1548552 h 1583140"/>
              <a:gd name="connsiteX103" fmla="*/ 1407755 w 9662615"/>
              <a:gd name="connsiteY103" fmla="*/ 1571444 h 1583140"/>
              <a:gd name="connsiteX104" fmla="*/ 1271994 w 9662615"/>
              <a:gd name="connsiteY104" fmla="*/ 1579471 h 1583140"/>
              <a:gd name="connsiteX105" fmla="*/ 1249226 w 9662615"/>
              <a:gd name="connsiteY105" fmla="*/ 1583140 h 1583140"/>
              <a:gd name="connsiteX106" fmla="*/ 1217719 w 9662615"/>
              <a:gd name="connsiteY106" fmla="*/ 1580863 h 1583140"/>
              <a:gd name="connsiteX107" fmla="*/ 1091432 w 9662615"/>
              <a:gd name="connsiteY107" fmla="*/ 1571003 h 1583140"/>
              <a:gd name="connsiteX108" fmla="*/ 992039 w 9662615"/>
              <a:gd name="connsiteY108" fmla="*/ 1556662 h 1583140"/>
              <a:gd name="connsiteX109" fmla="*/ 868264 w 9662615"/>
              <a:gd name="connsiteY109" fmla="*/ 1566392 h 1583140"/>
              <a:gd name="connsiteX110" fmla="*/ 792765 w 9662615"/>
              <a:gd name="connsiteY110" fmla="*/ 1563102 h 1583140"/>
              <a:gd name="connsiteX111" fmla="*/ 669055 w 9662615"/>
              <a:gd name="connsiteY111" fmla="*/ 1543638 h 1583140"/>
              <a:gd name="connsiteX112" fmla="*/ 506152 w 9662615"/>
              <a:gd name="connsiteY112" fmla="*/ 1549124 h 1583140"/>
              <a:gd name="connsiteX113" fmla="*/ 472797 w 9662615"/>
              <a:gd name="connsiteY113" fmla="*/ 1568904 h 1583140"/>
              <a:gd name="connsiteX114" fmla="*/ 427864 w 9662615"/>
              <a:gd name="connsiteY114" fmla="*/ 1580848 h 1583140"/>
              <a:gd name="connsiteX115" fmla="*/ 408381 w 9662615"/>
              <a:gd name="connsiteY115" fmla="*/ 1552940 h 1583140"/>
              <a:gd name="connsiteX116" fmla="*/ 267163 w 9662615"/>
              <a:gd name="connsiteY116" fmla="*/ 1531913 h 1583140"/>
              <a:gd name="connsiteX117" fmla="*/ 196644 w 9662615"/>
              <a:gd name="connsiteY117" fmla="*/ 1524565 h 1583140"/>
              <a:gd name="connsiteX118" fmla="*/ 86819 w 9662615"/>
              <a:gd name="connsiteY118" fmla="*/ 1519517 h 1583140"/>
              <a:gd name="connsiteX119" fmla="*/ 53369 w 9662615"/>
              <a:gd name="connsiteY119" fmla="*/ 1516853 h 1583140"/>
              <a:gd name="connsiteX120" fmla="*/ 2359 w 9662615"/>
              <a:gd name="connsiteY120" fmla="*/ 1515247 h 1583140"/>
              <a:gd name="connsiteX121" fmla="*/ 0 w 9662615"/>
              <a:gd name="connsiteY121" fmla="*/ 1514932 h 1583140"/>
              <a:gd name="connsiteX122" fmla="*/ 0 w 9662615"/>
              <a:gd name="connsiteY122" fmla="*/ 0 h 1583140"/>
              <a:gd name="connsiteX0" fmla="*/ 0 w 9662615"/>
              <a:gd name="connsiteY0" fmla="*/ 0 h 1583140"/>
              <a:gd name="connsiteX1" fmla="*/ 9662615 w 9662615"/>
              <a:gd name="connsiteY1" fmla="*/ 0 h 1583140"/>
              <a:gd name="connsiteX2" fmla="*/ 9662615 w 9662615"/>
              <a:gd name="connsiteY2" fmla="*/ 1280346 h 1583140"/>
              <a:gd name="connsiteX3" fmla="*/ 9658420 w 9662615"/>
              <a:gd name="connsiteY3" fmla="*/ 1280106 h 1583140"/>
              <a:gd name="connsiteX4" fmla="*/ 9469546 w 9662615"/>
              <a:gd name="connsiteY4" fmla="*/ 1289837 h 1583140"/>
              <a:gd name="connsiteX5" fmla="*/ 9385895 w 9662615"/>
              <a:gd name="connsiteY5" fmla="*/ 1269203 h 1583140"/>
              <a:gd name="connsiteX6" fmla="*/ 9144767 w 9662615"/>
              <a:gd name="connsiteY6" fmla="*/ 1264120 h 1583140"/>
              <a:gd name="connsiteX7" fmla="*/ 8837252 w 9662615"/>
              <a:gd name="connsiteY7" fmla="*/ 1350515 h 1583140"/>
              <a:gd name="connsiteX8" fmla="*/ 8705466 w 9662615"/>
              <a:gd name="connsiteY8" fmla="*/ 1342419 h 1583140"/>
              <a:gd name="connsiteX9" fmla="*/ 8652221 w 9662615"/>
              <a:gd name="connsiteY9" fmla="*/ 1326906 h 1583140"/>
              <a:gd name="connsiteX10" fmla="*/ 8632312 w 9662615"/>
              <a:gd name="connsiteY10" fmla="*/ 1326025 h 1583140"/>
              <a:gd name="connsiteX11" fmla="*/ 8591582 w 9662615"/>
              <a:gd name="connsiteY11" fmla="*/ 1341666 h 1583140"/>
              <a:gd name="connsiteX12" fmla="*/ 8537336 w 9662615"/>
              <a:gd name="connsiteY12" fmla="*/ 1341684 h 1583140"/>
              <a:gd name="connsiteX13" fmla="*/ 8472508 w 9662615"/>
              <a:gd name="connsiteY13" fmla="*/ 1363109 h 1583140"/>
              <a:gd name="connsiteX14" fmla="*/ 8258477 w 9662615"/>
              <a:gd name="connsiteY14" fmla="*/ 1370666 h 1583140"/>
              <a:gd name="connsiteX15" fmla="*/ 8197961 w 9662615"/>
              <a:gd name="connsiteY15" fmla="*/ 1392804 h 1583140"/>
              <a:gd name="connsiteX16" fmla="*/ 8171196 w 9662615"/>
              <a:gd name="connsiteY16" fmla="*/ 1397216 h 1583140"/>
              <a:gd name="connsiteX17" fmla="*/ 8127667 w 9662615"/>
              <a:gd name="connsiteY17" fmla="*/ 1418254 h 1583140"/>
              <a:gd name="connsiteX18" fmla="*/ 7974579 w 9662615"/>
              <a:gd name="connsiteY18" fmla="*/ 1383439 h 1583140"/>
              <a:gd name="connsiteX19" fmla="*/ 7768351 w 9662615"/>
              <a:gd name="connsiteY19" fmla="*/ 1395051 h 1583140"/>
              <a:gd name="connsiteX20" fmla="*/ 7635985 w 9662615"/>
              <a:gd name="connsiteY20" fmla="*/ 1386363 h 1583140"/>
              <a:gd name="connsiteX21" fmla="*/ 7466069 w 9662615"/>
              <a:gd name="connsiteY21" fmla="*/ 1377654 h 1583140"/>
              <a:gd name="connsiteX22" fmla="*/ 7355642 w 9662615"/>
              <a:gd name="connsiteY22" fmla="*/ 1407761 h 1583140"/>
              <a:gd name="connsiteX23" fmla="*/ 7151610 w 9662615"/>
              <a:gd name="connsiteY23" fmla="*/ 1397856 h 1583140"/>
              <a:gd name="connsiteX24" fmla="*/ 7082147 w 9662615"/>
              <a:gd name="connsiteY24" fmla="*/ 1406113 h 1583140"/>
              <a:gd name="connsiteX25" fmla="*/ 7014958 w 9662615"/>
              <a:gd name="connsiteY25" fmla="*/ 1396883 h 1583140"/>
              <a:gd name="connsiteX26" fmla="*/ 6907567 w 9662615"/>
              <a:gd name="connsiteY26" fmla="*/ 1419149 h 1583140"/>
              <a:gd name="connsiteX27" fmla="*/ 6748428 w 9662615"/>
              <a:gd name="connsiteY27" fmla="*/ 1420308 h 1583140"/>
              <a:gd name="connsiteX28" fmla="*/ 6654257 w 9662615"/>
              <a:gd name="connsiteY28" fmla="*/ 1424143 h 1583140"/>
              <a:gd name="connsiteX29" fmla="*/ 6620123 w 9662615"/>
              <a:gd name="connsiteY29" fmla="*/ 1430535 h 1583140"/>
              <a:gd name="connsiteX30" fmla="*/ 6571355 w 9662615"/>
              <a:gd name="connsiteY30" fmla="*/ 1436144 h 1583140"/>
              <a:gd name="connsiteX31" fmla="*/ 6486557 w 9662615"/>
              <a:gd name="connsiteY31" fmla="*/ 1449861 h 1583140"/>
              <a:gd name="connsiteX32" fmla="*/ 6370419 w 9662615"/>
              <a:gd name="connsiteY32" fmla="*/ 1461649 h 1583140"/>
              <a:gd name="connsiteX33" fmla="*/ 6278839 w 9662615"/>
              <a:gd name="connsiteY33" fmla="*/ 1449160 h 1583140"/>
              <a:gd name="connsiteX34" fmla="*/ 6272455 w 9662615"/>
              <a:gd name="connsiteY34" fmla="*/ 1453191 h 1583140"/>
              <a:gd name="connsiteX35" fmla="*/ 6212659 w 9662615"/>
              <a:gd name="connsiteY35" fmla="*/ 1454850 h 1583140"/>
              <a:gd name="connsiteX36" fmla="*/ 6069317 w 9662615"/>
              <a:gd name="connsiteY36" fmla="*/ 1445838 h 1583140"/>
              <a:gd name="connsiteX37" fmla="*/ 5878477 w 9662615"/>
              <a:gd name="connsiteY37" fmla="*/ 1439180 h 1583140"/>
              <a:gd name="connsiteX38" fmla="*/ 5838387 w 9662615"/>
              <a:gd name="connsiteY38" fmla="*/ 1444679 h 1583140"/>
              <a:gd name="connsiteX39" fmla="*/ 5771136 w 9662615"/>
              <a:gd name="connsiteY39" fmla="*/ 1453639 h 1583140"/>
              <a:gd name="connsiteX40" fmla="*/ 5724081 w 9662615"/>
              <a:gd name="connsiteY40" fmla="*/ 1470431 h 1583140"/>
              <a:gd name="connsiteX41" fmla="*/ 5666577 w 9662615"/>
              <a:gd name="connsiteY41" fmla="*/ 1473921 h 1583140"/>
              <a:gd name="connsiteX42" fmla="*/ 5649068 w 9662615"/>
              <a:gd name="connsiteY42" fmla="*/ 1461676 h 1583140"/>
              <a:gd name="connsiteX43" fmla="*/ 5588902 w 9662615"/>
              <a:gd name="connsiteY43" fmla="*/ 1469647 h 1583140"/>
              <a:gd name="connsiteX44" fmla="*/ 5498090 w 9662615"/>
              <a:gd name="connsiteY44" fmla="*/ 1483173 h 1583140"/>
              <a:gd name="connsiteX45" fmla="*/ 5444641 w 9662615"/>
              <a:gd name="connsiteY45" fmla="*/ 1487602 h 1583140"/>
              <a:gd name="connsiteX46" fmla="*/ 5299812 w 9662615"/>
              <a:gd name="connsiteY46" fmla="*/ 1503362 h 1583140"/>
              <a:gd name="connsiteX47" fmla="*/ 5213947 w 9662615"/>
              <a:gd name="connsiteY47" fmla="*/ 1516637 h 1583140"/>
              <a:gd name="connsiteX48" fmla="*/ 5090342 w 9662615"/>
              <a:gd name="connsiteY48" fmla="*/ 1546680 h 1583140"/>
              <a:gd name="connsiteX49" fmla="*/ 5082104 w 9662615"/>
              <a:gd name="connsiteY49" fmla="*/ 1547781 h 1583140"/>
              <a:gd name="connsiteX50" fmla="*/ 5059484 w 9662615"/>
              <a:gd name="connsiteY50" fmla="*/ 1546802 h 1583140"/>
              <a:gd name="connsiteX51" fmla="*/ 5050958 w 9662615"/>
              <a:gd name="connsiteY51" fmla="*/ 1545776 h 1583140"/>
              <a:gd name="connsiteX52" fmla="*/ 5038524 w 9662615"/>
              <a:gd name="connsiteY52" fmla="*/ 1545675 h 1583140"/>
              <a:gd name="connsiteX53" fmla="*/ 5038223 w 9662615"/>
              <a:gd name="connsiteY53" fmla="*/ 1545881 h 1583140"/>
              <a:gd name="connsiteX54" fmla="*/ 5026564 w 9662615"/>
              <a:gd name="connsiteY54" fmla="*/ 1545376 h 1583140"/>
              <a:gd name="connsiteX55" fmla="*/ 4969433 w 9662615"/>
              <a:gd name="connsiteY55" fmla="*/ 1540263 h 1583140"/>
              <a:gd name="connsiteX56" fmla="*/ 4894799 w 9662615"/>
              <a:gd name="connsiteY56" fmla="*/ 1559476 h 1583140"/>
              <a:gd name="connsiteX57" fmla="*/ 4863775 w 9662615"/>
              <a:gd name="connsiteY57" fmla="*/ 1562633 h 1583140"/>
              <a:gd name="connsiteX58" fmla="*/ 4847242 w 9662615"/>
              <a:gd name="connsiteY58" fmla="*/ 1565435 h 1583140"/>
              <a:gd name="connsiteX59" fmla="*/ 4846237 w 9662615"/>
              <a:gd name="connsiteY59" fmla="*/ 1566331 h 1583140"/>
              <a:gd name="connsiteX60" fmla="*/ 4791466 w 9662615"/>
              <a:gd name="connsiteY60" fmla="*/ 1561324 h 1583140"/>
              <a:gd name="connsiteX61" fmla="*/ 4784247 w 9662615"/>
              <a:gd name="connsiteY61" fmla="*/ 1562342 h 1583140"/>
              <a:gd name="connsiteX62" fmla="*/ 4748477 w 9662615"/>
              <a:gd name="connsiteY62" fmla="*/ 1556925 h 1583140"/>
              <a:gd name="connsiteX63" fmla="*/ 4730033 w 9662615"/>
              <a:gd name="connsiteY63" fmla="*/ 1555274 h 1583140"/>
              <a:gd name="connsiteX64" fmla="*/ 4724747 w 9662615"/>
              <a:gd name="connsiteY64" fmla="*/ 1552439 h 1583140"/>
              <a:gd name="connsiteX65" fmla="*/ 4697562 w 9662615"/>
              <a:gd name="connsiteY65" fmla="*/ 1551206 h 1583140"/>
              <a:gd name="connsiteX66" fmla="*/ 4694469 w 9662615"/>
              <a:gd name="connsiteY66" fmla="*/ 1551958 h 1583140"/>
              <a:gd name="connsiteX67" fmla="*/ 4671940 w 9662615"/>
              <a:gd name="connsiteY67" fmla="*/ 1547617 h 1583140"/>
              <a:gd name="connsiteX68" fmla="*/ 4589320 w 9662615"/>
              <a:gd name="connsiteY68" fmla="*/ 1534660 h 1583140"/>
              <a:gd name="connsiteX69" fmla="*/ 4422155 w 9662615"/>
              <a:gd name="connsiteY69" fmla="*/ 1542059 h 1583140"/>
              <a:gd name="connsiteX70" fmla="*/ 4221826 w 9662615"/>
              <a:gd name="connsiteY70" fmla="*/ 1508923 h 1583140"/>
              <a:gd name="connsiteX71" fmla="*/ 4096601 w 9662615"/>
              <a:gd name="connsiteY71" fmla="*/ 1521563 h 1583140"/>
              <a:gd name="connsiteX72" fmla="*/ 3970635 w 9662615"/>
              <a:gd name="connsiteY72" fmla="*/ 1544815 h 1583140"/>
              <a:gd name="connsiteX73" fmla="*/ 3833906 w 9662615"/>
              <a:gd name="connsiteY73" fmla="*/ 1516637 h 1583140"/>
              <a:gd name="connsiteX74" fmla="*/ 3696258 w 9662615"/>
              <a:gd name="connsiteY74" fmla="*/ 1537563 h 1583140"/>
              <a:gd name="connsiteX75" fmla="*/ 3594070 w 9662615"/>
              <a:gd name="connsiteY75" fmla="*/ 1509422 h 1583140"/>
              <a:gd name="connsiteX76" fmla="*/ 3565233 w 9662615"/>
              <a:gd name="connsiteY76" fmla="*/ 1515122 h 1583140"/>
              <a:gd name="connsiteX77" fmla="*/ 3560267 w 9662615"/>
              <a:gd name="connsiteY77" fmla="*/ 1516288 h 1583140"/>
              <a:gd name="connsiteX78" fmla="*/ 3540258 w 9662615"/>
              <a:gd name="connsiteY78" fmla="*/ 1516976 h 1583140"/>
              <a:gd name="connsiteX79" fmla="*/ 3534780 w 9662615"/>
              <a:gd name="connsiteY79" fmla="*/ 1522141 h 1583140"/>
              <a:gd name="connsiteX80" fmla="*/ 3504783 w 9662615"/>
              <a:gd name="connsiteY80" fmla="*/ 1526739 h 1583140"/>
              <a:gd name="connsiteX81" fmla="*/ 3430805 w 9662615"/>
              <a:gd name="connsiteY81" fmla="*/ 1542521 h 1583140"/>
              <a:gd name="connsiteX82" fmla="*/ 3292707 w 9662615"/>
              <a:gd name="connsiteY82" fmla="*/ 1520490 h 1583140"/>
              <a:gd name="connsiteX83" fmla="*/ 3187872 w 9662615"/>
              <a:gd name="connsiteY83" fmla="*/ 1519991 h 1583140"/>
              <a:gd name="connsiteX84" fmla="*/ 3148026 w 9662615"/>
              <a:gd name="connsiteY84" fmla="*/ 1524777 h 1583140"/>
              <a:gd name="connsiteX85" fmla="*/ 3092394 w 9662615"/>
              <a:gd name="connsiteY85" fmla="*/ 1528115 h 1583140"/>
              <a:gd name="connsiteX86" fmla="*/ 2994200 w 9662615"/>
              <a:gd name="connsiteY86" fmla="*/ 1537857 h 1583140"/>
              <a:gd name="connsiteX87" fmla="*/ 2862301 w 9662615"/>
              <a:gd name="connsiteY87" fmla="*/ 1544250 h 1583140"/>
              <a:gd name="connsiteX88" fmla="*/ 2766335 w 9662615"/>
              <a:gd name="connsiteY88" fmla="*/ 1527662 h 1583140"/>
              <a:gd name="connsiteX89" fmla="*/ 2757836 w 9662615"/>
              <a:gd name="connsiteY89" fmla="*/ 1531371 h 1583140"/>
              <a:gd name="connsiteX90" fmla="*/ 2691555 w 9662615"/>
              <a:gd name="connsiteY90" fmla="*/ 1530283 h 1583140"/>
              <a:gd name="connsiteX91" fmla="*/ 2491676 w 9662615"/>
              <a:gd name="connsiteY91" fmla="*/ 1500859 h 1583140"/>
              <a:gd name="connsiteX92" fmla="*/ 2330328 w 9662615"/>
              <a:gd name="connsiteY92" fmla="*/ 1499441 h 1583140"/>
              <a:gd name="connsiteX93" fmla="*/ 2284269 w 9662615"/>
              <a:gd name="connsiteY93" fmla="*/ 1503068 h 1583140"/>
              <a:gd name="connsiteX94" fmla="*/ 2207104 w 9662615"/>
              <a:gd name="connsiteY94" fmla="*/ 1508888 h 1583140"/>
              <a:gd name="connsiteX95" fmla="*/ 2149226 w 9662615"/>
              <a:gd name="connsiteY95" fmla="*/ 1523409 h 1583140"/>
              <a:gd name="connsiteX96" fmla="*/ 2084783 w 9662615"/>
              <a:gd name="connsiteY96" fmla="*/ 1524245 h 1583140"/>
              <a:gd name="connsiteX97" fmla="*/ 2070075 w 9662615"/>
              <a:gd name="connsiteY97" fmla="*/ 1511285 h 1583140"/>
              <a:gd name="connsiteX98" fmla="*/ 2001057 w 9662615"/>
              <a:gd name="connsiteY98" fmla="*/ 1516449 h 1583140"/>
              <a:gd name="connsiteX99" fmla="*/ 1896330 w 9662615"/>
              <a:gd name="connsiteY99" fmla="*/ 1525725 h 1583140"/>
              <a:gd name="connsiteX100" fmla="*/ 1835994 w 9662615"/>
              <a:gd name="connsiteY100" fmla="*/ 1527678 h 1583140"/>
              <a:gd name="connsiteX101" fmla="*/ 1671119 w 9662615"/>
              <a:gd name="connsiteY101" fmla="*/ 1536701 h 1583140"/>
              <a:gd name="connsiteX102" fmla="*/ 1601337 w 9662615"/>
              <a:gd name="connsiteY102" fmla="*/ 1548552 h 1583140"/>
              <a:gd name="connsiteX103" fmla="*/ 1407755 w 9662615"/>
              <a:gd name="connsiteY103" fmla="*/ 1571444 h 1583140"/>
              <a:gd name="connsiteX104" fmla="*/ 1271994 w 9662615"/>
              <a:gd name="connsiteY104" fmla="*/ 1579471 h 1583140"/>
              <a:gd name="connsiteX105" fmla="*/ 1249226 w 9662615"/>
              <a:gd name="connsiteY105" fmla="*/ 1583140 h 1583140"/>
              <a:gd name="connsiteX106" fmla="*/ 1217719 w 9662615"/>
              <a:gd name="connsiteY106" fmla="*/ 1580863 h 1583140"/>
              <a:gd name="connsiteX107" fmla="*/ 1091432 w 9662615"/>
              <a:gd name="connsiteY107" fmla="*/ 1571003 h 1583140"/>
              <a:gd name="connsiteX108" fmla="*/ 992039 w 9662615"/>
              <a:gd name="connsiteY108" fmla="*/ 1556662 h 1583140"/>
              <a:gd name="connsiteX109" fmla="*/ 868264 w 9662615"/>
              <a:gd name="connsiteY109" fmla="*/ 1566392 h 1583140"/>
              <a:gd name="connsiteX110" fmla="*/ 792765 w 9662615"/>
              <a:gd name="connsiteY110" fmla="*/ 1563102 h 1583140"/>
              <a:gd name="connsiteX111" fmla="*/ 669055 w 9662615"/>
              <a:gd name="connsiteY111" fmla="*/ 1543638 h 1583140"/>
              <a:gd name="connsiteX112" fmla="*/ 506152 w 9662615"/>
              <a:gd name="connsiteY112" fmla="*/ 1549124 h 1583140"/>
              <a:gd name="connsiteX113" fmla="*/ 472797 w 9662615"/>
              <a:gd name="connsiteY113" fmla="*/ 1568904 h 1583140"/>
              <a:gd name="connsiteX114" fmla="*/ 427864 w 9662615"/>
              <a:gd name="connsiteY114" fmla="*/ 1580848 h 1583140"/>
              <a:gd name="connsiteX115" fmla="*/ 408381 w 9662615"/>
              <a:gd name="connsiteY115" fmla="*/ 1552940 h 1583140"/>
              <a:gd name="connsiteX116" fmla="*/ 267163 w 9662615"/>
              <a:gd name="connsiteY116" fmla="*/ 1531913 h 1583140"/>
              <a:gd name="connsiteX117" fmla="*/ 196644 w 9662615"/>
              <a:gd name="connsiteY117" fmla="*/ 1524565 h 1583140"/>
              <a:gd name="connsiteX118" fmla="*/ 86819 w 9662615"/>
              <a:gd name="connsiteY118" fmla="*/ 1519517 h 1583140"/>
              <a:gd name="connsiteX119" fmla="*/ 53369 w 9662615"/>
              <a:gd name="connsiteY119" fmla="*/ 1516853 h 1583140"/>
              <a:gd name="connsiteX120" fmla="*/ 2359 w 9662615"/>
              <a:gd name="connsiteY120" fmla="*/ 1515247 h 1583140"/>
              <a:gd name="connsiteX121" fmla="*/ 0 w 9662615"/>
              <a:gd name="connsiteY121" fmla="*/ 1514932 h 1583140"/>
              <a:gd name="connsiteX122" fmla="*/ 0 w 9662615"/>
              <a:gd name="connsiteY122" fmla="*/ 0 h 1583140"/>
              <a:gd name="connsiteX0" fmla="*/ 0 w 9662615"/>
              <a:gd name="connsiteY0" fmla="*/ 0 h 1583140"/>
              <a:gd name="connsiteX1" fmla="*/ 9662615 w 9662615"/>
              <a:gd name="connsiteY1" fmla="*/ 0 h 1583140"/>
              <a:gd name="connsiteX2" fmla="*/ 9662615 w 9662615"/>
              <a:gd name="connsiteY2" fmla="*/ 1280346 h 1583140"/>
              <a:gd name="connsiteX3" fmla="*/ 9658420 w 9662615"/>
              <a:gd name="connsiteY3" fmla="*/ 1280106 h 1583140"/>
              <a:gd name="connsiteX4" fmla="*/ 9469546 w 9662615"/>
              <a:gd name="connsiteY4" fmla="*/ 1289837 h 1583140"/>
              <a:gd name="connsiteX5" fmla="*/ 9385895 w 9662615"/>
              <a:gd name="connsiteY5" fmla="*/ 1269203 h 1583140"/>
              <a:gd name="connsiteX6" fmla="*/ 9144767 w 9662615"/>
              <a:gd name="connsiteY6" fmla="*/ 1264120 h 1583140"/>
              <a:gd name="connsiteX7" fmla="*/ 8837252 w 9662615"/>
              <a:gd name="connsiteY7" fmla="*/ 1350515 h 1583140"/>
              <a:gd name="connsiteX8" fmla="*/ 8705466 w 9662615"/>
              <a:gd name="connsiteY8" fmla="*/ 1342419 h 1583140"/>
              <a:gd name="connsiteX9" fmla="*/ 8652221 w 9662615"/>
              <a:gd name="connsiteY9" fmla="*/ 1326906 h 1583140"/>
              <a:gd name="connsiteX10" fmla="*/ 8632312 w 9662615"/>
              <a:gd name="connsiteY10" fmla="*/ 1326025 h 1583140"/>
              <a:gd name="connsiteX11" fmla="*/ 8591582 w 9662615"/>
              <a:gd name="connsiteY11" fmla="*/ 1341666 h 1583140"/>
              <a:gd name="connsiteX12" fmla="*/ 8537336 w 9662615"/>
              <a:gd name="connsiteY12" fmla="*/ 1341684 h 1583140"/>
              <a:gd name="connsiteX13" fmla="*/ 8472508 w 9662615"/>
              <a:gd name="connsiteY13" fmla="*/ 1363109 h 1583140"/>
              <a:gd name="connsiteX14" fmla="*/ 8258477 w 9662615"/>
              <a:gd name="connsiteY14" fmla="*/ 1370666 h 1583140"/>
              <a:gd name="connsiteX15" fmla="*/ 8197961 w 9662615"/>
              <a:gd name="connsiteY15" fmla="*/ 1392804 h 1583140"/>
              <a:gd name="connsiteX16" fmla="*/ 8171196 w 9662615"/>
              <a:gd name="connsiteY16" fmla="*/ 1397216 h 1583140"/>
              <a:gd name="connsiteX17" fmla="*/ 8127667 w 9662615"/>
              <a:gd name="connsiteY17" fmla="*/ 1418254 h 1583140"/>
              <a:gd name="connsiteX18" fmla="*/ 7974579 w 9662615"/>
              <a:gd name="connsiteY18" fmla="*/ 1383439 h 1583140"/>
              <a:gd name="connsiteX19" fmla="*/ 7768351 w 9662615"/>
              <a:gd name="connsiteY19" fmla="*/ 1395051 h 1583140"/>
              <a:gd name="connsiteX20" fmla="*/ 7635985 w 9662615"/>
              <a:gd name="connsiteY20" fmla="*/ 1386363 h 1583140"/>
              <a:gd name="connsiteX21" fmla="*/ 7466069 w 9662615"/>
              <a:gd name="connsiteY21" fmla="*/ 1377654 h 1583140"/>
              <a:gd name="connsiteX22" fmla="*/ 7355642 w 9662615"/>
              <a:gd name="connsiteY22" fmla="*/ 1407761 h 1583140"/>
              <a:gd name="connsiteX23" fmla="*/ 7151610 w 9662615"/>
              <a:gd name="connsiteY23" fmla="*/ 1397856 h 1583140"/>
              <a:gd name="connsiteX24" fmla="*/ 7082147 w 9662615"/>
              <a:gd name="connsiteY24" fmla="*/ 1406113 h 1583140"/>
              <a:gd name="connsiteX25" fmla="*/ 7014958 w 9662615"/>
              <a:gd name="connsiteY25" fmla="*/ 1396883 h 1583140"/>
              <a:gd name="connsiteX26" fmla="*/ 6907567 w 9662615"/>
              <a:gd name="connsiteY26" fmla="*/ 1419149 h 1583140"/>
              <a:gd name="connsiteX27" fmla="*/ 6748428 w 9662615"/>
              <a:gd name="connsiteY27" fmla="*/ 1420308 h 1583140"/>
              <a:gd name="connsiteX28" fmla="*/ 6654257 w 9662615"/>
              <a:gd name="connsiteY28" fmla="*/ 1424143 h 1583140"/>
              <a:gd name="connsiteX29" fmla="*/ 6620123 w 9662615"/>
              <a:gd name="connsiteY29" fmla="*/ 1430535 h 1583140"/>
              <a:gd name="connsiteX30" fmla="*/ 6571355 w 9662615"/>
              <a:gd name="connsiteY30" fmla="*/ 1436144 h 1583140"/>
              <a:gd name="connsiteX31" fmla="*/ 6486557 w 9662615"/>
              <a:gd name="connsiteY31" fmla="*/ 1449861 h 1583140"/>
              <a:gd name="connsiteX32" fmla="*/ 6370419 w 9662615"/>
              <a:gd name="connsiteY32" fmla="*/ 1461649 h 1583140"/>
              <a:gd name="connsiteX33" fmla="*/ 6278839 w 9662615"/>
              <a:gd name="connsiteY33" fmla="*/ 1449160 h 1583140"/>
              <a:gd name="connsiteX34" fmla="*/ 6272455 w 9662615"/>
              <a:gd name="connsiteY34" fmla="*/ 1453191 h 1583140"/>
              <a:gd name="connsiteX35" fmla="*/ 6212659 w 9662615"/>
              <a:gd name="connsiteY35" fmla="*/ 1454850 h 1583140"/>
              <a:gd name="connsiteX36" fmla="*/ 6069317 w 9662615"/>
              <a:gd name="connsiteY36" fmla="*/ 1445838 h 1583140"/>
              <a:gd name="connsiteX37" fmla="*/ 5878477 w 9662615"/>
              <a:gd name="connsiteY37" fmla="*/ 1439180 h 1583140"/>
              <a:gd name="connsiteX38" fmla="*/ 5838387 w 9662615"/>
              <a:gd name="connsiteY38" fmla="*/ 1444679 h 1583140"/>
              <a:gd name="connsiteX39" fmla="*/ 5771136 w 9662615"/>
              <a:gd name="connsiteY39" fmla="*/ 1453639 h 1583140"/>
              <a:gd name="connsiteX40" fmla="*/ 5724081 w 9662615"/>
              <a:gd name="connsiteY40" fmla="*/ 1470431 h 1583140"/>
              <a:gd name="connsiteX41" fmla="*/ 5666577 w 9662615"/>
              <a:gd name="connsiteY41" fmla="*/ 1473921 h 1583140"/>
              <a:gd name="connsiteX42" fmla="*/ 5649068 w 9662615"/>
              <a:gd name="connsiteY42" fmla="*/ 1461676 h 1583140"/>
              <a:gd name="connsiteX43" fmla="*/ 5588902 w 9662615"/>
              <a:gd name="connsiteY43" fmla="*/ 1469647 h 1583140"/>
              <a:gd name="connsiteX44" fmla="*/ 5498090 w 9662615"/>
              <a:gd name="connsiteY44" fmla="*/ 1483173 h 1583140"/>
              <a:gd name="connsiteX45" fmla="*/ 5444641 w 9662615"/>
              <a:gd name="connsiteY45" fmla="*/ 1487602 h 1583140"/>
              <a:gd name="connsiteX46" fmla="*/ 5299812 w 9662615"/>
              <a:gd name="connsiteY46" fmla="*/ 1503362 h 1583140"/>
              <a:gd name="connsiteX47" fmla="*/ 5213947 w 9662615"/>
              <a:gd name="connsiteY47" fmla="*/ 1516637 h 1583140"/>
              <a:gd name="connsiteX48" fmla="*/ 5090342 w 9662615"/>
              <a:gd name="connsiteY48" fmla="*/ 1546680 h 1583140"/>
              <a:gd name="connsiteX49" fmla="*/ 5082104 w 9662615"/>
              <a:gd name="connsiteY49" fmla="*/ 1547781 h 1583140"/>
              <a:gd name="connsiteX50" fmla="*/ 5059484 w 9662615"/>
              <a:gd name="connsiteY50" fmla="*/ 1546802 h 1583140"/>
              <a:gd name="connsiteX51" fmla="*/ 5050958 w 9662615"/>
              <a:gd name="connsiteY51" fmla="*/ 1545776 h 1583140"/>
              <a:gd name="connsiteX52" fmla="*/ 5038524 w 9662615"/>
              <a:gd name="connsiteY52" fmla="*/ 1545675 h 1583140"/>
              <a:gd name="connsiteX53" fmla="*/ 5038223 w 9662615"/>
              <a:gd name="connsiteY53" fmla="*/ 1545881 h 1583140"/>
              <a:gd name="connsiteX54" fmla="*/ 5026564 w 9662615"/>
              <a:gd name="connsiteY54" fmla="*/ 1545376 h 1583140"/>
              <a:gd name="connsiteX55" fmla="*/ 4969433 w 9662615"/>
              <a:gd name="connsiteY55" fmla="*/ 1540263 h 1583140"/>
              <a:gd name="connsiteX56" fmla="*/ 4894799 w 9662615"/>
              <a:gd name="connsiteY56" fmla="*/ 1559476 h 1583140"/>
              <a:gd name="connsiteX57" fmla="*/ 4863775 w 9662615"/>
              <a:gd name="connsiteY57" fmla="*/ 1562633 h 1583140"/>
              <a:gd name="connsiteX58" fmla="*/ 4847242 w 9662615"/>
              <a:gd name="connsiteY58" fmla="*/ 1565435 h 1583140"/>
              <a:gd name="connsiteX59" fmla="*/ 4846237 w 9662615"/>
              <a:gd name="connsiteY59" fmla="*/ 1566331 h 1583140"/>
              <a:gd name="connsiteX60" fmla="*/ 4791466 w 9662615"/>
              <a:gd name="connsiteY60" fmla="*/ 1561324 h 1583140"/>
              <a:gd name="connsiteX61" fmla="*/ 4784247 w 9662615"/>
              <a:gd name="connsiteY61" fmla="*/ 1562342 h 1583140"/>
              <a:gd name="connsiteX62" fmla="*/ 4748477 w 9662615"/>
              <a:gd name="connsiteY62" fmla="*/ 1556925 h 1583140"/>
              <a:gd name="connsiteX63" fmla="*/ 4730033 w 9662615"/>
              <a:gd name="connsiteY63" fmla="*/ 1555274 h 1583140"/>
              <a:gd name="connsiteX64" fmla="*/ 4724747 w 9662615"/>
              <a:gd name="connsiteY64" fmla="*/ 1552439 h 1583140"/>
              <a:gd name="connsiteX65" fmla="*/ 4697562 w 9662615"/>
              <a:gd name="connsiteY65" fmla="*/ 1551206 h 1583140"/>
              <a:gd name="connsiteX66" fmla="*/ 4694469 w 9662615"/>
              <a:gd name="connsiteY66" fmla="*/ 1551958 h 1583140"/>
              <a:gd name="connsiteX67" fmla="*/ 4671940 w 9662615"/>
              <a:gd name="connsiteY67" fmla="*/ 1547617 h 1583140"/>
              <a:gd name="connsiteX68" fmla="*/ 4589320 w 9662615"/>
              <a:gd name="connsiteY68" fmla="*/ 1534660 h 1583140"/>
              <a:gd name="connsiteX69" fmla="*/ 4422155 w 9662615"/>
              <a:gd name="connsiteY69" fmla="*/ 1542059 h 1583140"/>
              <a:gd name="connsiteX70" fmla="*/ 4221826 w 9662615"/>
              <a:gd name="connsiteY70" fmla="*/ 1508923 h 1583140"/>
              <a:gd name="connsiteX71" fmla="*/ 4096601 w 9662615"/>
              <a:gd name="connsiteY71" fmla="*/ 1521563 h 1583140"/>
              <a:gd name="connsiteX72" fmla="*/ 3970635 w 9662615"/>
              <a:gd name="connsiteY72" fmla="*/ 1544815 h 1583140"/>
              <a:gd name="connsiteX73" fmla="*/ 3833906 w 9662615"/>
              <a:gd name="connsiteY73" fmla="*/ 1516637 h 1583140"/>
              <a:gd name="connsiteX74" fmla="*/ 3696258 w 9662615"/>
              <a:gd name="connsiteY74" fmla="*/ 1537563 h 1583140"/>
              <a:gd name="connsiteX75" fmla="*/ 3594070 w 9662615"/>
              <a:gd name="connsiteY75" fmla="*/ 1509422 h 1583140"/>
              <a:gd name="connsiteX76" fmla="*/ 3565233 w 9662615"/>
              <a:gd name="connsiteY76" fmla="*/ 1515122 h 1583140"/>
              <a:gd name="connsiteX77" fmla="*/ 3560267 w 9662615"/>
              <a:gd name="connsiteY77" fmla="*/ 1516288 h 1583140"/>
              <a:gd name="connsiteX78" fmla="*/ 3540258 w 9662615"/>
              <a:gd name="connsiteY78" fmla="*/ 1516976 h 1583140"/>
              <a:gd name="connsiteX79" fmla="*/ 3534780 w 9662615"/>
              <a:gd name="connsiteY79" fmla="*/ 1522141 h 1583140"/>
              <a:gd name="connsiteX80" fmla="*/ 3504783 w 9662615"/>
              <a:gd name="connsiteY80" fmla="*/ 1526739 h 1583140"/>
              <a:gd name="connsiteX81" fmla="*/ 3430805 w 9662615"/>
              <a:gd name="connsiteY81" fmla="*/ 1542521 h 1583140"/>
              <a:gd name="connsiteX82" fmla="*/ 3292707 w 9662615"/>
              <a:gd name="connsiteY82" fmla="*/ 1520490 h 1583140"/>
              <a:gd name="connsiteX83" fmla="*/ 3187872 w 9662615"/>
              <a:gd name="connsiteY83" fmla="*/ 1519991 h 1583140"/>
              <a:gd name="connsiteX84" fmla="*/ 3148026 w 9662615"/>
              <a:gd name="connsiteY84" fmla="*/ 1524777 h 1583140"/>
              <a:gd name="connsiteX85" fmla="*/ 3092394 w 9662615"/>
              <a:gd name="connsiteY85" fmla="*/ 1528115 h 1583140"/>
              <a:gd name="connsiteX86" fmla="*/ 2994200 w 9662615"/>
              <a:gd name="connsiteY86" fmla="*/ 1537857 h 1583140"/>
              <a:gd name="connsiteX87" fmla="*/ 2862301 w 9662615"/>
              <a:gd name="connsiteY87" fmla="*/ 1544250 h 1583140"/>
              <a:gd name="connsiteX88" fmla="*/ 2766335 w 9662615"/>
              <a:gd name="connsiteY88" fmla="*/ 1527662 h 1583140"/>
              <a:gd name="connsiteX89" fmla="*/ 2757836 w 9662615"/>
              <a:gd name="connsiteY89" fmla="*/ 1531371 h 1583140"/>
              <a:gd name="connsiteX90" fmla="*/ 2691555 w 9662615"/>
              <a:gd name="connsiteY90" fmla="*/ 1530283 h 1583140"/>
              <a:gd name="connsiteX91" fmla="*/ 2491676 w 9662615"/>
              <a:gd name="connsiteY91" fmla="*/ 1500859 h 1583140"/>
              <a:gd name="connsiteX92" fmla="*/ 2378036 w 9662615"/>
              <a:gd name="connsiteY92" fmla="*/ 1520645 h 1583140"/>
              <a:gd name="connsiteX93" fmla="*/ 2284269 w 9662615"/>
              <a:gd name="connsiteY93" fmla="*/ 1503068 h 1583140"/>
              <a:gd name="connsiteX94" fmla="*/ 2207104 w 9662615"/>
              <a:gd name="connsiteY94" fmla="*/ 1508888 h 1583140"/>
              <a:gd name="connsiteX95" fmla="*/ 2149226 w 9662615"/>
              <a:gd name="connsiteY95" fmla="*/ 1523409 h 1583140"/>
              <a:gd name="connsiteX96" fmla="*/ 2084783 w 9662615"/>
              <a:gd name="connsiteY96" fmla="*/ 1524245 h 1583140"/>
              <a:gd name="connsiteX97" fmla="*/ 2070075 w 9662615"/>
              <a:gd name="connsiteY97" fmla="*/ 1511285 h 1583140"/>
              <a:gd name="connsiteX98" fmla="*/ 2001057 w 9662615"/>
              <a:gd name="connsiteY98" fmla="*/ 1516449 h 1583140"/>
              <a:gd name="connsiteX99" fmla="*/ 1896330 w 9662615"/>
              <a:gd name="connsiteY99" fmla="*/ 1525725 h 1583140"/>
              <a:gd name="connsiteX100" fmla="*/ 1835994 w 9662615"/>
              <a:gd name="connsiteY100" fmla="*/ 1527678 h 1583140"/>
              <a:gd name="connsiteX101" fmla="*/ 1671119 w 9662615"/>
              <a:gd name="connsiteY101" fmla="*/ 1536701 h 1583140"/>
              <a:gd name="connsiteX102" fmla="*/ 1601337 w 9662615"/>
              <a:gd name="connsiteY102" fmla="*/ 1548552 h 1583140"/>
              <a:gd name="connsiteX103" fmla="*/ 1407755 w 9662615"/>
              <a:gd name="connsiteY103" fmla="*/ 1571444 h 1583140"/>
              <a:gd name="connsiteX104" fmla="*/ 1271994 w 9662615"/>
              <a:gd name="connsiteY104" fmla="*/ 1579471 h 1583140"/>
              <a:gd name="connsiteX105" fmla="*/ 1249226 w 9662615"/>
              <a:gd name="connsiteY105" fmla="*/ 1583140 h 1583140"/>
              <a:gd name="connsiteX106" fmla="*/ 1217719 w 9662615"/>
              <a:gd name="connsiteY106" fmla="*/ 1580863 h 1583140"/>
              <a:gd name="connsiteX107" fmla="*/ 1091432 w 9662615"/>
              <a:gd name="connsiteY107" fmla="*/ 1571003 h 1583140"/>
              <a:gd name="connsiteX108" fmla="*/ 992039 w 9662615"/>
              <a:gd name="connsiteY108" fmla="*/ 1556662 h 1583140"/>
              <a:gd name="connsiteX109" fmla="*/ 868264 w 9662615"/>
              <a:gd name="connsiteY109" fmla="*/ 1566392 h 1583140"/>
              <a:gd name="connsiteX110" fmla="*/ 792765 w 9662615"/>
              <a:gd name="connsiteY110" fmla="*/ 1563102 h 1583140"/>
              <a:gd name="connsiteX111" fmla="*/ 669055 w 9662615"/>
              <a:gd name="connsiteY111" fmla="*/ 1543638 h 1583140"/>
              <a:gd name="connsiteX112" fmla="*/ 506152 w 9662615"/>
              <a:gd name="connsiteY112" fmla="*/ 1549124 h 1583140"/>
              <a:gd name="connsiteX113" fmla="*/ 472797 w 9662615"/>
              <a:gd name="connsiteY113" fmla="*/ 1568904 h 1583140"/>
              <a:gd name="connsiteX114" fmla="*/ 427864 w 9662615"/>
              <a:gd name="connsiteY114" fmla="*/ 1580848 h 1583140"/>
              <a:gd name="connsiteX115" fmla="*/ 408381 w 9662615"/>
              <a:gd name="connsiteY115" fmla="*/ 1552940 h 1583140"/>
              <a:gd name="connsiteX116" fmla="*/ 267163 w 9662615"/>
              <a:gd name="connsiteY116" fmla="*/ 1531913 h 1583140"/>
              <a:gd name="connsiteX117" fmla="*/ 196644 w 9662615"/>
              <a:gd name="connsiteY117" fmla="*/ 1524565 h 1583140"/>
              <a:gd name="connsiteX118" fmla="*/ 86819 w 9662615"/>
              <a:gd name="connsiteY118" fmla="*/ 1519517 h 1583140"/>
              <a:gd name="connsiteX119" fmla="*/ 53369 w 9662615"/>
              <a:gd name="connsiteY119" fmla="*/ 1516853 h 1583140"/>
              <a:gd name="connsiteX120" fmla="*/ 2359 w 9662615"/>
              <a:gd name="connsiteY120" fmla="*/ 1515247 h 1583140"/>
              <a:gd name="connsiteX121" fmla="*/ 0 w 9662615"/>
              <a:gd name="connsiteY121" fmla="*/ 1514932 h 1583140"/>
              <a:gd name="connsiteX122" fmla="*/ 0 w 9662615"/>
              <a:gd name="connsiteY122" fmla="*/ 0 h 1583140"/>
              <a:gd name="connsiteX0" fmla="*/ 0 w 9662615"/>
              <a:gd name="connsiteY0" fmla="*/ 0 h 1587534"/>
              <a:gd name="connsiteX1" fmla="*/ 9662615 w 9662615"/>
              <a:gd name="connsiteY1" fmla="*/ 0 h 1587534"/>
              <a:gd name="connsiteX2" fmla="*/ 9662615 w 9662615"/>
              <a:gd name="connsiteY2" fmla="*/ 1280346 h 1587534"/>
              <a:gd name="connsiteX3" fmla="*/ 9658420 w 9662615"/>
              <a:gd name="connsiteY3" fmla="*/ 1280106 h 1587534"/>
              <a:gd name="connsiteX4" fmla="*/ 9469546 w 9662615"/>
              <a:gd name="connsiteY4" fmla="*/ 1289837 h 1587534"/>
              <a:gd name="connsiteX5" fmla="*/ 9385895 w 9662615"/>
              <a:gd name="connsiteY5" fmla="*/ 1269203 h 1587534"/>
              <a:gd name="connsiteX6" fmla="*/ 9144767 w 9662615"/>
              <a:gd name="connsiteY6" fmla="*/ 1264120 h 1587534"/>
              <a:gd name="connsiteX7" fmla="*/ 8837252 w 9662615"/>
              <a:gd name="connsiteY7" fmla="*/ 1350515 h 1587534"/>
              <a:gd name="connsiteX8" fmla="*/ 8705466 w 9662615"/>
              <a:gd name="connsiteY8" fmla="*/ 1342419 h 1587534"/>
              <a:gd name="connsiteX9" fmla="*/ 8652221 w 9662615"/>
              <a:gd name="connsiteY9" fmla="*/ 1326906 h 1587534"/>
              <a:gd name="connsiteX10" fmla="*/ 8632312 w 9662615"/>
              <a:gd name="connsiteY10" fmla="*/ 1326025 h 1587534"/>
              <a:gd name="connsiteX11" fmla="*/ 8591582 w 9662615"/>
              <a:gd name="connsiteY11" fmla="*/ 1341666 h 1587534"/>
              <a:gd name="connsiteX12" fmla="*/ 8537336 w 9662615"/>
              <a:gd name="connsiteY12" fmla="*/ 1341684 h 1587534"/>
              <a:gd name="connsiteX13" fmla="*/ 8472508 w 9662615"/>
              <a:gd name="connsiteY13" fmla="*/ 1363109 h 1587534"/>
              <a:gd name="connsiteX14" fmla="*/ 8258477 w 9662615"/>
              <a:gd name="connsiteY14" fmla="*/ 1370666 h 1587534"/>
              <a:gd name="connsiteX15" fmla="*/ 8197961 w 9662615"/>
              <a:gd name="connsiteY15" fmla="*/ 1392804 h 1587534"/>
              <a:gd name="connsiteX16" fmla="*/ 8171196 w 9662615"/>
              <a:gd name="connsiteY16" fmla="*/ 1397216 h 1587534"/>
              <a:gd name="connsiteX17" fmla="*/ 8127667 w 9662615"/>
              <a:gd name="connsiteY17" fmla="*/ 1418254 h 1587534"/>
              <a:gd name="connsiteX18" fmla="*/ 7974579 w 9662615"/>
              <a:gd name="connsiteY18" fmla="*/ 1383439 h 1587534"/>
              <a:gd name="connsiteX19" fmla="*/ 7768351 w 9662615"/>
              <a:gd name="connsiteY19" fmla="*/ 1395051 h 1587534"/>
              <a:gd name="connsiteX20" fmla="*/ 7635985 w 9662615"/>
              <a:gd name="connsiteY20" fmla="*/ 1386363 h 1587534"/>
              <a:gd name="connsiteX21" fmla="*/ 7466069 w 9662615"/>
              <a:gd name="connsiteY21" fmla="*/ 1377654 h 1587534"/>
              <a:gd name="connsiteX22" fmla="*/ 7355642 w 9662615"/>
              <a:gd name="connsiteY22" fmla="*/ 1407761 h 1587534"/>
              <a:gd name="connsiteX23" fmla="*/ 7151610 w 9662615"/>
              <a:gd name="connsiteY23" fmla="*/ 1397856 h 1587534"/>
              <a:gd name="connsiteX24" fmla="*/ 7082147 w 9662615"/>
              <a:gd name="connsiteY24" fmla="*/ 1406113 h 1587534"/>
              <a:gd name="connsiteX25" fmla="*/ 7014958 w 9662615"/>
              <a:gd name="connsiteY25" fmla="*/ 1396883 h 1587534"/>
              <a:gd name="connsiteX26" fmla="*/ 6907567 w 9662615"/>
              <a:gd name="connsiteY26" fmla="*/ 1419149 h 1587534"/>
              <a:gd name="connsiteX27" fmla="*/ 6748428 w 9662615"/>
              <a:gd name="connsiteY27" fmla="*/ 1420308 h 1587534"/>
              <a:gd name="connsiteX28" fmla="*/ 6654257 w 9662615"/>
              <a:gd name="connsiteY28" fmla="*/ 1424143 h 1587534"/>
              <a:gd name="connsiteX29" fmla="*/ 6620123 w 9662615"/>
              <a:gd name="connsiteY29" fmla="*/ 1430535 h 1587534"/>
              <a:gd name="connsiteX30" fmla="*/ 6571355 w 9662615"/>
              <a:gd name="connsiteY30" fmla="*/ 1436144 h 1587534"/>
              <a:gd name="connsiteX31" fmla="*/ 6486557 w 9662615"/>
              <a:gd name="connsiteY31" fmla="*/ 1449861 h 1587534"/>
              <a:gd name="connsiteX32" fmla="*/ 6370419 w 9662615"/>
              <a:gd name="connsiteY32" fmla="*/ 1461649 h 1587534"/>
              <a:gd name="connsiteX33" fmla="*/ 6278839 w 9662615"/>
              <a:gd name="connsiteY33" fmla="*/ 1449160 h 1587534"/>
              <a:gd name="connsiteX34" fmla="*/ 6272455 w 9662615"/>
              <a:gd name="connsiteY34" fmla="*/ 1453191 h 1587534"/>
              <a:gd name="connsiteX35" fmla="*/ 6212659 w 9662615"/>
              <a:gd name="connsiteY35" fmla="*/ 1454850 h 1587534"/>
              <a:gd name="connsiteX36" fmla="*/ 6069317 w 9662615"/>
              <a:gd name="connsiteY36" fmla="*/ 1445838 h 1587534"/>
              <a:gd name="connsiteX37" fmla="*/ 5878477 w 9662615"/>
              <a:gd name="connsiteY37" fmla="*/ 1439180 h 1587534"/>
              <a:gd name="connsiteX38" fmla="*/ 5838387 w 9662615"/>
              <a:gd name="connsiteY38" fmla="*/ 1444679 h 1587534"/>
              <a:gd name="connsiteX39" fmla="*/ 5771136 w 9662615"/>
              <a:gd name="connsiteY39" fmla="*/ 1453639 h 1587534"/>
              <a:gd name="connsiteX40" fmla="*/ 5724081 w 9662615"/>
              <a:gd name="connsiteY40" fmla="*/ 1470431 h 1587534"/>
              <a:gd name="connsiteX41" fmla="*/ 5666577 w 9662615"/>
              <a:gd name="connsiteY41" fmla="*/ 1473921 h 1587534"/>
              <a:gd name="connsiteX42" fmla="*/ 5649068 w 9662615"/>
              <a:gd name="connsiteY42" fmla="*/ 1461676 h 1587534"/>
              <a:gd name="connsiteX43" fmla="*/ 5588902 w 9662615"/>
              <a:gd name="connsiteY43" fmla="*/ 1469647 h 1587534"/>
              <a:gd name="connsiteX44" fmla="*/ 5498090 w 9662615"/>
              <a:gd name="connsiteY44" fmla="*/ 1483173 h 1587534"/>
              <a:gd name="connsiteX45" fmla="*/ 5444641 w 9662615"/>
              <a:gd name="connsiteY45" fmla="*/ 1487602 h 1587534"/>
              <a:gd name="connsiteX46" fmla="*/ 5299812 w 9662615"/>
              <a:gd name="connsiteY46" fmla="*/ 1503362 h 1587534"/>
              <a:gd name="connsiteX47" fmla="*/ 5213947 w 9662615"/>
              <a:gd name="connsiteY47" fmla="*/ 1516637 h 1587534"/>
              <a:gd name="connsiteX48" fmla="*/ 5090342 w 9662615"/>
              <a:gd name="connsiteY48" fmla="*/ 1546680 h 1587534"/>
              <a:gd name="connsiteX49" fmla="*/ 5082104 w 9662615"/>
              <a:gd name="connsiteY49" fmla="*/ 1547781 h 1587534"/>
              <a:gd name="connsiteX50" fmla="*/ 5059484 w 9662615"/>
              <a:gd name="connsiteY50" fmla="*/ 1546802 h 1587534"/>
              <a:gd name="connsiteX51" fmla="*/ 5050958 w 9662615"/>
              <a:gd name="connsiteY51" fmla="*/ 1545776 h 1587534"/>
              <a:gd name="connsiteX52" fmla="*/ 5038524 w 9662615"/>
              <a:gd name="connsiteY52" fmla="*/ 1545675 h 1587534"/>
              <a:gd name="connsiteX53" fmla="*/ 5038223 w 9662615"/>
              <a:gd name="connsiteY53" fmla="*/ 1545881 h 1587534"/>
              <a:gd name="connsiteX54" fmla="*/ 5026564 w 9662615"/>
              <a:gd name="connsiteY54" fmla="*/ 1545376 h 1587534"/>
              <a:gd name="connsiteX55" fmla="*/ 4969433 w 9662615"/>
              <a:gd name="connsiteY55" fmla="*/ 1540263 h 1587534"/>
              <a:gd name="connsiteX56" fmla="*/ 4894799 w 9662615"/>
              <a:gd name="connsiteY56" fmla="*/ 1559476 h 1587534"/>
              <a:gd name="connsiteX57" fmla="*/ 4863775 w 9662615"/>
              <a:gd name="connsiteY57" fmla="*/ 1562633 h 1587534"/>
              <a:gd name="connsiteX58" fmla="*/ 4847242 w 9662615"/>
              <a:gd name="connsiteY58" fmla="*/ 1565435 h 1587534"/>
              <a:gd name="connsiteX59" fmla="*/ 4830335 w 9662615"/>
              <a:gd name="connsiteY59" fmla="*/ 1587534 h 1587534"/>
              <a:gd name="connsiteX60" fmla="*/ 4791466 w 9662615"/>
              <a:gd name="connsiteY60" fmla="*/ 1561324 h 1587534"/>
              <a:gd name="connsiteX61" fmla="*/ 4784247 w 9662615"/>
              <a:gd name="connsiteY61" fmla="*/ 1562342 h 1587534"/>
              <a:gd name="connsiteX62" fmla="*/ 4748477 w 9662615"/>
              <a:gd name="connsiteY62" fmla="*/ 1556925 h 1587534"/>
              <a:gd name="connsiteX63" fmla="*/ 4730033 w 9662615"/>
              <a:gd name="connsiteY63" fmla="*/ 1555274 h 1587534"/>
              <a:gd name="connsiteX64" fmla="*/ 4724747 w 9662615"/>
              <a:gd name="connsiteY64" fmla="*/ 1552439 h 1587534"/>
              <a:gd name="connsiteX65" fmla="*/ 4697562 w 9662615"/>
              <a:gd name="connsiteY65" fmla="*/ 1551206 h 1587534"/>
              <a:gd name="connsiteX66" fmla="*/ 4694469 w 9662615"/>
              <a:gd name="connsiteY66" fmla="*/ 1551958 h 1587534"/>
              <a:gd name="connsiteX67" fmla="*/ 4671940 w 9662615"/>
              <a:gd name="connsiteY67" fmla="*/ 1547617 h 1587534"/>
              <a:gd name="connsiteX68" fmla="*/ 4589320 w 9662615"/>
              <a:gd name="connsiteY68" fmla="*/ 1534660 h 1587534"/>
              <a:gd name="connsiteX69" fmla="*/ 4422155 w 9662615"/>
              <a:gd name="connsiteY69" fmla="*/ 1542059 h 1587534"/>
              <a:gd name="connsiteX70" fmla="*/ 4221826 w 9662615"/>
              <a:gd name="connsiteY70" fmla="*/ 1508923 h 1587534"/>
              <a:gd name="connsiteX71" fmla="*/ 4096601 w 9662615"/>
              <a:gd name="connsiteY71" fmla="*/ 1521563 h 1587534"/>
              <a:gd name="connsiteX72" fmla="*/ 3970635 w 9662615"/>
              <a:gd name="connsiteY72" fmla="*/ 1544815 h 1587534"/>
              <a:gd name="connsiteX73" fmla="*/ 3833906 w 9662615"/>
              <a:gd name="connsiteY73" fmla="*/ 1516637 h 1587534"/>
              <a:gd name="connsiteX74" fmla="*/ 3696258 w 9662615"/>
              <a:gd name="connsiteY74" fmla="*/ 1537563 h 1587534"/>
              <a:gd name="connsiteX75" fmla="*/ 3594070 w 9662615"/>
              <a:gd name="connsiteY75" fmla="*/ 1509422 h 1587534"/>
              <a:gd name="connsiteX76" fmla="*/ 3565233 w 9662615"/>
              <a:gd name="connsiteY76" fmla="*/ 1515122 h 1587534"/>
              <a:gd name="connsiteX77" fmla="*/ 3560267 w 9662615"/>
              <a:gd name="connsiteY77" fmla="*/ 1516288 h 1587534"/>
              <a:gd name="connsiteX78" fmla="*/ 3540258 w 9662615"/>
              <a:gd name="connsiteY78" fmla="*/ 1516976 h 1587534"/>
              <a:gd name="connsiteX79" fmla="*/ 3534780 w 9662615"/>
              <a:gd name="connsiteY79" fmla="*/ 1522141 h 1587534"/>
              <a:gd name="connsiteX80" fmla="*/ 3504783 w 9662615"/>
              <a:gd name="connsiteY80" fmla="*/ 1526739 h 1587534"/>
              <a:gd name="connsiteX81" fmla="*/ 3430805 w 9662615"/>
              <a:gd name="connsiteY81" fmla="*/ 1542521 h 1587534"/>
              <a:gd name="connsiteX82" fmla="*/ 3292707 w 9662615"/>
              <a:gd name="connsiteY82" fmla="*/ 1520490 h 1587534"/>
              <a:gd name="connsiteX83" fmla="*/ 3187872 w 9662615"/>
              <a:gd name="connsiteY83" fmla="*/ 1519991 h 1587534"/>
              <a:gd name="connsiteX84" fmla="*/ 3148026 w 9662615"/>
              <a:gd name="connsiteY84" fmla="*/ 1524777 h 1587534"/>
              <a:gd name="connsiteX85" fmla="*/ 3092394 w 9662615"/>
              <a:gd name="connsiteY85" fmla="*/ 1528115 h 1587534"/>
              <a:gd name="connsiteX86" fmla="*/ 2994200 w 9662615"/>
              <a:gd name="connsiteY86" fmla="*/ 1537857 h 1587534"/>
              <a:gd name="connsiteX87" fmla="*/ 2862301 w 9662615"/>
              <a:gd name="connsiteY87" fmla="*/ 1544250 h 1587534"/>
              <a:gd name="connsiteX88" fmla="*/ 2766335 w 9662615"/>
              <a:gd name="connsiteY88" fmla="*/ 1527662 h 1587534"/>
              <a:gd name="connsiteX89" fmla="*/ 2757836 w 9662615"/>
              <a:gd name="connsiteY89" fmla="*/ 1531371 h 1587534"/>
              <a:gd name="connsiteX90" fmla="*/ 2691555 w 9662615"/>
              <a:gd name="connsiteY90" fmla="*/ 1530283 h 1587534"/>
              <a:gd name="connsiteX91" fmla="*/ 2491676 w 9662615"/>
              <a:gd name="connsiteY91" fmla="*/ 1500859 h 1587534"/>
              <a:gd name="connsiteX92" fmla="*/ 2378036 w 9662615"/>
              <a:gd name="connsiteY92" fmla="*/ 1520645 h 1587534"/>
              <a:gd name="connsiteX93" fmla="*/ 2284269 w 9662615"/>
              <a:gd name="connsiteY93" fmla="*/ 1503068 h 1587534"/>
              <a:gd name="connsiteX94" fmla="*/ 2207104 w 9662615"/>
              <a:gd name="connsiteY94" fmla="*/ 1508888 h 1587534"/>
              <a:gd name="connsiteX95" fmla="*/ 2149226 w 9662615"/>
              <a:gd name="connsiteY95" fmla="*/ 1523409 h 1587534"/>
              <a:gd name="connsiteX96" fmla="*/ 2084783 w 9662615"/>
              <a:gd name="connsiteY96" fmla="*/ 1524245 h 1587534"/>
              <a:gd name="connsiteX97" fmla="*/ 2070075 w 9662615"/>
              <a:gd name="connsiteY97" fmla="*/ 1511285 h 1587534"/>
              <a:gd name="connsiteX98" fmla="*/ 2001057 w 9662615"/>
              <a:gd name="connsiteY98" fmla="*/ 1516449 h 1587534"/>
              <a:gd name="connsiteX99" fmla="*/ 1896330 w 9662615"/>
              <a:gd name="connsiteY99" fmla="*/ 1525725 h 1587534"/>
              <a:gd name="connsiteX100" fmla="*/ 1835994 w 9662615"/>
              <a:gd name="connsiteY100" fmla="*/ 1527678 h 1587534"/>
              <a:gd name="connsiteX101" fmla="*/ 1671119 w 9662615"/>
              <a:gd name="connsiteY101" fmla="*/ 1536701 h 1587534"/>
              <a:gd name="connsiteX102" fmla="*/ 1601337 w 9662615"/>
              <a:gd name="connsiteY102" fmla="*/ 1548552 h 1587534"/>
              <a:gd name="connsiteX103" fmla="*/ 1407755 w 9662615"/>
              <a:gd name="connsiteY103" fmla="*/ 1571444 h 1587534"/>
              <a:gd name="connsiteX104" fmla="*/ 1271994 w 9662615"/>
              <a:gd name="connsiteY104" fmla="*/ 1579471 h 1587534"/>
              <a:gd name="connsiteX105" fmla="*/ 1249226 w 9662615"/>
              <a:gd name="connsiteY105" fmla="*/ 1583140 h 1587534"/>
              <a:gd name="connsiteX106" fmla="*/ 1217719 w 9662615"/>
              <a:gd name="connsiteY106" fmla="*/ 1580863 h 1587534"/>
              <a:gd name="connsiteX107" fmla="*/ 1091432 w 9662615"/>
              <a:gd name="connsiteY107" fmla="*/ 1571003 h 1587534"/>
              <a:gd name="connsiteX108" fmla="*/ 992039 w 9662615"/>
              <a:gd name="connsiteY108" fmla="*/ 1556662 h 1587534"/>
              <a:gd name="connsiteX109" fmla="*/ 868264 w 9662615"/>
              <a:gd name="connsiteY109" fmla="*/ 1566392 h 1587534"/>
              <a:gd name="connsiteX110" fmla="*/ 792765 w 9662615"/>
              <a:gd name="connsiteY110" fmla="*/ 1563102 h 1587534"/>
              <a:gd name="connsiteX111" fmla="*/ 669055 w 9662615"/>
              <a:gd name="connsiteY111" fmla="*/ 1543638 h 1587534"/>
              <a:gd name="connsiteX112" fmla="*/ 506152 w 9662615"/>
              <a:gd name="connsiteY112" fmla="*/ 1549124 h 1587534"/>
              <a:gd name="connsiteX113" fmla="*/ 472797 w 9662615"/>
              <a:gd name="connsiteY113" fmla="*/ 1568904 h 1587534"/>
              <a:gd name="connsiteX114" fmla="*/ 427864 w 9662615"/>
              <a:gd name="connsiteY114" fmla="*/ 1580848 h 1587534"/>
              <a:gd name="connsiteX115" fmla="*/ 408381 w 9662615"/>
              <a:gd name="connsiteY115" fmla="*/ 1552940 h 1587534"/>
              <a:gd name="connsiteX116" fmla="*/ 267163 w 9662615"/>
              <a:gd name="connsiteY116" fmla="*/ 1531913 h 1587534"/>
              <a:gd name="connsiteX117" fmla="*/ 196644 w 9662615"/>
              <a:gd name="connsiteY117" fmla="*/ 1524565 h 1587534"/>
              <a:gd name="connsiteX118" fmla="*/ 86819 w 9662615"/>
              <a:gd name="connsiteY118" fmla="*/ 1519517 h 1587534"/>
              <a:gd name="connsiteX119" fmla="*/ 53369 w 9662615"/>
              <a:gd name="connsiteY119" fmla="*/ 1516853 h 1587534"/>
              <a:gd name="connsiteX120" fmla="*/ 2359 w 9662615"/>
              <a:gd name="connsiteY120" fmla="*/ 1515247 h 1587534"/>
              <a:gd name="connsiteX121" fmla="*/ 0 w 9662615"/>
              <a:gd name="connsiteY121" fmla="*/ 1514932 h 1587534"/>
              <a:gd name="connsiteX122" fmla="*/ 0 w 9662615"/>
              <a:gd name="connsiteY122" fmla="*/ 0 h 1587534"/>
              <a:gd name="connsiteX0" fmla="*/ 0 w 9662615"/>
              <a:gd name="connsiteY0" fmla="*/ 0 h 1587534"/>
              <a:gd name="connsiteX1" fmla="*/ 9662615 w 9662615"/>
              <a:gd name="connsiteY1" fmla="*/ 0 h 1587534"/>
              <a:gd name="connsiteX2" fmla="*/ 9662615 w 9662615"/>
              <a:gd name="connsiteY2" fmla="*/ 1280346 h 1587534"/>
              <a:gd name="connsiteX3" fmla="*/ 9658420 w 9662615"/>
              <a:gd name="connsiteY3" fmla="*/ 1280106 h 1587534"/>
              <a:gd name="connsiteX4" fmla="*/ 9469546 w 9662615"/>
              <a:gd name="connsiteY4" fmla="*/ 1289837 h 1587534"/>
              <a:gd name="connsiteX5" fmla="*/ 9385895 w 9662615"/>
              <a:gd name="connsiteY5" fmla="*/ 1269203 h 1587534"/>
              <a:gd name="connsiteX6" fmla="*/ 9144767 w 9662615"/>
              <a:gd name="connsiteY6" fmla="*/ 1264120 h 1587534"/>
              <a:gd name="connsiteX7" fmla="*/ 8837252 w 9662615"/>
              <a:gd name="connsiteY7" fmla="*/ 1350515 h 1587534"/>
              <a:gd name="connsiteX8" fmla="*/ 8705466 w 9662615"/>
              <a:gd name="connsiteY8" fmla="*/ 1342419 h 1587534"/>
              <a:gd name="connsiteX9" fmla="*/ 8652221 w 9662615"/>
              <a:gd name="connsiteY9" fmla="*/ 1326906 h 1587534"/>
              <a:gd name="connsiteX10" fmla="*/ 8632312 w 9662615"/>
              <a:gd name="connsiteY10" fmla="*/ 1326025 h 1587534"/>
              <a:gd name="connsiteX11" fmla="*/ 8591582 w 9662615"/>
              <a:gd name="connsiteY11" fmla="*/ 1341666 h 1587534"/>
              <a:gd name="connsiteX12" fmla="*/ 8537336 w 9662615"/>
              <a:gd name="connsiteY12" fmla="*/ 1341684 h 1587534"/>
              <a:gd name="connsiteX13" fmla="*/ 8472508 w 9662615"/>
              <a:gd name="connsiteY13" fmla="*/ 1363109 h 1587534"/>
              <a:gd name="connsiteX14" fmla="*/ 8258477 w 9662615"/>
              <a:gd name="connsiteY14" fmla="*/ 1370666 h 1587534"/>
              <a:gd name="connsiteX15" fmla="*/ 8197961 w 9662615"/>
              <a:gd name="connsiteY15" fmla="*/ 1392804 h 1587534"/>
              <a:gd name="connsiteX16" fmla="*/ 8171196 w 9662615"/>
              <a:gd name="connsiteY16" fmla="*/ 1397216 h 1587534"/>
              <a:gd name="connsiteX17" fmla="*/ 8127667 w 9662615"/>
              <a:gd name="connsiteY17" fmla="*/ 1418254 h 1587534"/>
              <a:gd name="connsiteX18" fmla="*/ 7974579 w 9662615"/>
              <a:gd name="connsiteY18" fmla="*/ 1383439 h 1587534"/>
              <a:gd name="connsiteX19" fmla="*/ 7768351 w 9662615"/>
              <a:gd name="connsiteY19" fmla="*/ 1395051 h 1587534"/>
              <a:gd name="connsiteX20" fmla="*/ 7635985 w 9662615"/>
              <a:gd name="connsiteY20" fmla="*/ 1386363 h 1587534"/>
              <a:gd name="connsiteX21" fmla="*/ 7466069 w 9662615"/>
              <a:gd name="connsiteY21" fmla="*/ 1377654 h 1587534"/>
              <a:gd name="connsiteX22" fmla="*/ 7355642 w 9662615"/>
              <a:gd name="connsiteY22" fmla="*/ 1407761 h 1587534"/>
              <a:gd name="connsiteX23" fmla="*/ 7151610 w 9662615"/>
              <a:gd name="connsiteY23" fmla="*/ 1397856 h 1587534"/>
              <a:gd name="connsiteX24" fmla="*/ 7082147 w 9662615"/>
              <a:gd name="connsiteY24" fmla="*/ 1406113 h 1587534"/>
              <a:gd name="connsiteX25" fmla="*/ 7014958 w 9662615"/>
              <a:gd name="connsiteY25" fmla="*/ 1396883 h 1587534"/>
              <a:gd name="connsiteX26" fmla="*/ 6907567 w 9662615"/>
              <a:gd name="connsiteY26" fmla="*/ 1419149 h 1587534"/>
              <a:gd name="connsiteX27" fmla="*/ 6748428 w 9662615"/>
              <a:gd name="connsiteY27" fmla="*/ 1420308 h 1587534"/>
              <a:gd name="connsiteX28" fmla="*/ 6654257 w 9662615"/>
              <a:gd name="connsiteY28" fmla="*/ 1424143 h 1587534"/>
              <a:gd name="connsiteX29" fmla="*/ 6620123 w 9662615"/>
              <a:gd name="connsiteY29" fmla="*/ 1430535 h 1587534"/>
              <a:gd name="connsiteX30" fmla="*/ 6571355 w 9662615"/>
              <a:gd name="connsiteY30" fmla="*/ 1436144 h 1587534"/>
              <a:gd name="connsiteX31" fmla="*/ 6486557 w 9662615"/>
              <a:gd name="connsiteY31" fmla="*/ 1449861 h 1587534"/>
              <a:gd name="connsiteX32" fmla="*/ 6370419 w 9662615"/>
              <a:gd name="connsiteY32" fmla="*/ 1461649 h 1587534"/>
              <a:gd name="connsiteX33" fmla="*/ 6278839 w 9662615"/>
              <a:gd name="connsiteY33" fmla="*/ 1449160 h 1587534"/>
              <a:gd name="connsiteX34" fmla="*/ 6272455 w 9662615"/>
              <a:gd name="connsiteY34" fmla="*/ 1453191 h 1587534"/>
              <a:gd name="connsiteX35" fmla="*/ 6212659 w 9662615"/>
              <a:gd name="connsiteY35" fmla="*/ 1454850 h 1587534"/>
              <a:gd name="connsiteX36" fmla="*/ 6069317 w 9662615"/>
              <a:gd name="connsiteY36" fmla="*/ 1445838 h 1587534"/>
              <a:gd name="connsiteX37" fmla="*/ 5878477 w 9662615"/>
              <a:gd name="connsiteY37" fmla="*/ 1439180 h 1587534"/>
              <a:gd name="connsiteX38" fmla="*/ 5838387 w 9662615"/>
              <a:gd name="connsiteY38" fmla="*/ 1444679 h 1587534"/>
              <a:gd name="connsiteX39" fmla="*/ 5771136 w 9662615"/>
              <a:gd name="connsiteY39" fmla="*/ 1453639 h 1587534"/>
              <a:gd name="connsiteX40" fmla="*/ 5724081 w 9662615"/>
              <a:gd name="connsiteY40" fmla="*/ 1470431 h 1587534"/>
              <a:gd name="connsiteX41" fmla="*/ 5666577 w 9662615"/>
              <a:gd name="connsiteY41" fmla="*/ 1473921 h 1587534"/>
              <a:gd name="connsiteX42" fmla="*/ 5649068 w 9662615"/>
              <a:gd name="connsiteY42" fmla="*/ 1461676 h 1587534"/>
              <a:gd name="connsiteX43" fmla="*/ 5588902 w 9662615"/>
              <a:gd name="connsiteY43" fmla="*/ 1469647 h 1587534"/>
              <a:gd name="connsiteX44" fmla="*/ 5498090 w 9662615"/>
              <a:gd name="connsiteY44" fmla="*/ 1483173 h 1587534"/>
              <a:gd name="connsiteX45" fmla="*/ 5444641 w 9662615"/>
              <a:gd name="connsiteY45" fmla="*/ 1487602 h 1587534"/>
              <a:gd name="connsiteX46" fmla="*/ 5299812 w 9662615"/>
              <a:gd name="connsiteY46" fmla="*/ 1503362 h 1587534"/>
              <a:gd name="connsiteX47" fmla="*/ 5213947 w 9662615"/>
              <a:gd name="connsiteY47" fmla="*/ 1516637 h 1587534"/>
              <a:gd name="connsiteX48" fmla="*/ 5090342 w 9662615"/>
              <a:gd name="connsiteY48" fmla="*/ 1546680 h 1587534"/>
              <a:gd name="connsiteX49" fmla="*/ 5082104 w 9662615"/>
              <a:gd name="connsiteY49" fmla="*/ 1547781 h 1587534"/>
              <a:gd name="connsiteX50" fmla="*/ 5059484 w 9662615"/>
              <a:gd name="connsiteY50" fmla="*/ 1546802 h 1587534"/>
              <a:gd name="connsiteX51" fmla="*/ 5050958 w 9662615"/>
              <a:gd name="connsiteY51" fmla="*/ 1545776 h 1587534"/>
              <a:gd name="connsiteX52" fmla="*/ 5038524 w 9662615"/>
              <a:gd name="connsiteY52" fmla="*/ 1545675 h 1587534"/>
              <a:gd name="connsiteX53" fmla="*/ 5038223 w 9662615"/>
              <a:gd name="connsiteY53" fmla="*/ 1545881 h 1587534"/>
              <a:gd name="connsiteX54" fmla="*/ 5026564 w 9662615"/>
              <a:gd name="connsiteY54" fmla="*/ 1545376 h 1587534"/>
              <a:gd name="connsiteX55" fmla="*/ 4969433 w 9662615"/>
              <a:gd name="connsiteY55" fmla="*/ 1540263 h 1587534"/>
              <a:gd name="connsiteX56" fmla="*/ 4894799 w 9662615"/>
              <a:gd name="connsiteY56" fmla="*/ 1559476 h 1587534"/>
              <a:gd name="connsiteX57" fmla="*/ 4863775 w 9662615"/>
              <a:gd name="connsiteY57" fmla="*/ 1562633 h 1587534"/>
              <a:gd name="connsiteX58" fmla="*/ 4847242 w 9662615"/>
              <a:gd name="connsiteY58" fmla="*/ 1565435 h 1587534"/>
              <a:gd name="connsiteX59" fmla="*/ 4830335 w 9662615"/>
              <a:gd name="connsiteY59" fmla="*/ 1587534 h 1587534"/>
              <a:gd name="connsiteX60" fmla="*/ 4791466 w 9662615"/>
              <a:gd name="connsiteY60" fmla="*/ 1561324 h 1587534"/>
              <a:gd name="connsiteX61" fmla="*/ 4784247 w 9662615"/>
              <a:gd name="connsiteY61" fmla="*/ 1562342 h 1587534"/>
              <a:gd name="connsiteX62" fmla="*/ 4748477 w 9662615"/>
              <a:gd name="connsiteY62" fmla="*/ 1556925 h 1587534"/>
              <a:gd name="connsiteX63" fmla="*/ 4730033 w 9662615"/>
              <a:gd name="connsiteY63" fmla="*/ 1555274 h 1587534"/>
              <a:gd name="connsiteX64" fmla="*/ 4724747 w 9662615"/>
              <a:gd name="connsiteY64" fmla="*/ 1552439 h 1587534"/>
              <a:gd name="connsiteX65" fmla="*/ 4697562 w 9662615"/>
              <a:gd name="connsiteY65" fmla="*/ 1551206 h 1587534"/>
              <a:gd name="connsiteX66" fmla="*/ 4694469 w 9662615"/>
              <a:gd name="connsiteY66" fmla="*/ 1551958 h 1587534"/>
              <a:gd name="connsiteX67" fmla="*/ 4671940 w 9662615"/>
              <a:gd name="connsiteY67" fmla="*/ 1547617 h 1587534"/>
              <a:gd name="connsiteX68" fmla="*/ 4541612 w 9662615"/>
              <a:gd name="connsiteY68" fmla="*/ 1545262 h 1587534"/>
              <a:gd name="connsiteX69" fmla="*/ 4422155 w 9662615"/>
              <a:gd name="connsiteY69" fmla="*/ 1542059 h 1587534"/>
              <a:gd name="connsiteX70" fmla="*/ 4221826 w 9662615"/>
              <a:gd name="connsiteY70" fmla="*/ 1508923 h 1587534"/>
              <a:gd name="connsiteX71" fmla="*/ 4096601 w 9662615"/>
              <a:gd name="connsiteY71" fmla="*/ 1521563 h 1587534"/>
              <a:gd name="connsiteX72" fmla="*/ 3970635 w 9662615"/>
              <a:gd name="connsiteY72" fmla="*/ 1544815 h 1587534"/>
              <a:gd name="connsiteX73" fmla="*/ 3833906 w 9662615"/>
              <a:gd name="connsiteY73" fmla="*/ 1516637 h 1587534"/>
              <a:gd name="connsiteX74" fmla="*/ 3696258 w 9662615"/>
              <a:gd name="connsiteY74" fmla="*/ 1537563 h 1587534"/>
              <a:gd name="connsiteX75" fmla="*/ 3594070 w 9662615"/>
              <a:gd name="connsiteY75" fmla="*/ 1509422 h 1587534"/>
              <a:gd name="connsiteX76" fmla="*/ 3565233 w 9662615"/>
              <a:gd name="connsiteY76" fmla="*/ 1515122 h 1587534"/>
              <a:gd name="connsiteX77" fmla="*/ 3560267 w 9662615"/>
              <a:gd name="connsiteY77" fmla="*/ 1516288 h 1587534"/>
              <a:gd name="connsiteX78" fmla="*/ 3540258 w 9662615"/>
              <a:gd name="connsiteY78" fmla="*/ 1516976 h 1587534"/>
              <a:gd name="connsiteX79" fmla="*/ 3534780 w 9662615"/>
              <a:gd name="connsiteY79" fmla="*/ 1522141 h 1587534"/>
              <a:gd name="connsiteX80" fmla="*/ 3504783 w 9662615"/>
              <a:gd name="connsiteY80" fmla="*/ 1526739 h 1587534"/>
              <a:gd name="connsiteX81" fmla="*/ 3430805 w 9662615"/>
              <a:gd name="connsiteY81" fmla="*/ 1542521 h 1587534"/>
              <a:gd name="connsiteX82" fmla="*/ 3292707 w 9662615"/>
              <a:gd name="connsiteY82" fmla="*/ 1520490 h 1587534"/>
              <a:gd name="connsiteX83" fmla="*/ 3187872 w 9662615"/>
              <a:gd name="connsiteY83" fmla="*/ 1519991 h 1587534"/>
              <a:gd name="connsiteX84" fmla="*/ 3148026 w 9662615"/>
              <a:gd name="connsiteY84" fmla="*/ 1524777 h 1587534"/>
              <a:gd name="connsiteX85" fmla="*/ 3092394 w 9662615"/>
              <a:gd name="connsiteY85" fmla="*/ 1528115 h 1587534"/>
              <a:gd name="connsiteX86" fmla="*/ 2994200 w 9662615"/>
              <a:gd name="connsiteY86" fmla="*/ 1537857 h 1587534"/>
              <a:gd name="connsiteX87" fmla="*/ 2862301 w 9662615"/>
              <a:gd name="connsiteY87" fmla="*/ 1544250 h 1587534"/>
              <a:gd name="connsiteX88" fmla="*/ 2766335 w 9662615"/>
              <a:gd name="connsiteY88" fmla="*/ 1527662 h 1587534"/>
              <a:gd name="connsiteX89" fmla="*/ 2757836 w 9662615"/>
              <a:gd name="connsiteY89" fmla="*/ 1531371 h 1587534"/>
              <a:gd name="connsiteX90" fmla="*/ 2691555 w 9662615"/>
              <a:gd name="connsiteY90" fmla="*/ 1530283 h 1587534"/>
              <a:gd name="connsiteX91" fmla="*/ 2491676 w 9662615"/>
              <a:gd name="connsiteY91" fmla="*/ 1500859 h 1587534"/>
              <a:gd name="connsiteX92" fmla="*/ 2378036 w 9662615"/>
              <a:gd name="connsiteY92" fmla="*/ 1520645 h 1587534"/>
              <a:gd name="connsiteX93" fmla="*/ 2284269 w 9662615"/>
              <a:gd name="connsiteY93" fmla="*/ 1503068 h 1587534"/>
              <a:gd name="connsiteX94" fmla="*/ 2207104 w 9662615"/>
              <a:gd name="connsiteY94" fmla="*/ 1508888 h 1587534"/>
              <a:gd name="connsiteX95" fmla="*/ 2149226 w 9662615"/>
              <a:gd name="connsiteY95" fmla="*/ 1523409 h 1587534"/>
              <a:gd name="connsiteX96" fmla="*/ 2084783 w 9662615"/>
              <a:gd name="connsiteY96" fmla="*/ 1524245 h 1587534"/>
              <a:gd name="connsiteX97" fmla="*/ 2070075 w 9662615"/>
              <a:gd name="connsiteY97" fmla="*/ 1511285 h 1587534"/>
              <a:gd name="connsiteX98" fmla="*/ 2001057 w 9662615"/>
              <a:gd name="connsiteY98" fmla="*/ 1516449 h 1587534"/>
              <a:gd name="connsiteX99" fmla="*/ 1896330 w 9662615"/>
              <a:gd name="connsiteY99" fmla="*/ 1525725 h 1587534"/>
              <a:gd name="connsiteX100" fmla="*/ 1835994 w 9662615"/>
              <a:gd name="connsiteY100" fmla="*/ 1527678 h 1587534"/>
              <a:gd name="connsiteX101" fmla="*/ 1671119 w 9662615"/>
              <a:gd name="connsiteY101" fmla="*/ 1536701 h 1587534"/>
              <a:gd name="connsiteX102" fmla="*/ 1601337 w 9662615"/>
              <a:gd name="connsiteY102" fmla="*/ 1548552 h 1587534"/>
              <a:gd name="connsiteX103" fmla="*/ 1407755 w 9662615"/>
              <a:gd name="connsiteY103" fmla="*/ 1571444 h 1587534"/>
              <a:gd name="connsiteX104" fmla="*/ 1271994 w 9662615"/>
              <a:gd name="connsiteY104" fmla="*/ 1579471 h 1587534"/>
              <a:gd name="connsiteX105" fmla="*/ 1249226 w 9662615"/>
              <a:gd name="connsiteY105" fmla="*/ 1583140 h 1587534"/>
              <a:gd name="connsiteX106" fmla="*/ 1217719 w 9662615"/>
              <a:gd name="connsiteY106" fmla="*/ 1580863 h 1587534"/>
              <a:gd name="connsiteX107" fmla="*/ 1091432 w 9662615"/>
              <a:gd name="connsiteY107" fmla="*/ 1571003 h 1587534"/>
              <a:gd name="connsiteX108" fmla="*/ 992039 w 9662615"/>
              <a:gd name="connsiteY108" fmla="*/ 1556662 h 1587534"/>
              <a:gd name="connsiteX109" fmla="*/ 868264 w 9662615"/>
              <a:gd name="connsiteY109" fmla="*/ 1566392 h 1587534"/>
              <a:gd name="connsiteX110" fmla="*/ 792765 w 9662615"/>
              <a:gd name="connsiteY110" fmla="*/ 1563102 h 1587534"/>
              <a:gd name="connsiteX111" fmla="*/ 669055 w 9662615"/>
              <a:gd name="connsiteY111" fmla="*/ 1543638 h 1587534"/>
              <a:gd name="connsiteX112" fmla="*/ 506152 w 9662615"/>
              <a:gd name="connsiteY112" fmla="*/ 1549124 h 1587534"/>
              <a:gd name="connsiteX113" fmla="*/ 472797 w 9662615"/>
              <a:gd name="connsiteY113" fmla="*/ 1568904 h 1587534"/>
              <a:gd name="connsiteX114" fmla="*/ 427864 w 9662615"/>
              <a:gd name="connsiteY114" fmla="*/ 1580848 h 1587534"/>
              <a:gd name="connsiteX115" fmla="*/ 408381 w 9662615"/>
              <a:gd name="connsiteY115" fmla="*/ 1552940 h 1587534"/>
              <a:gd name="connsiteX116" fmla="*/ 267163 w 9662615"/>
              <a:gd name="connsiteY116" fmla="*/ 1531913 h 1587534"/>
              <a:gd name="connsiteX117" fmla="*/ 196644 w 9662615"/>
              <a:gd name="connsiteY117" fmla="*/ 1524565 h 1587534"/>
              <a:gd name="connsiteX118" fmla="*/ 86819 w 9662615"/>
              <a:gd name="connsiteY118" fmla="*/ 1519517 h 1587534"/>
              <a:gd name="connsiteX119" fmla="*/ 53369 w 9662615"/>
              <a:gd name="connsiteY119" fmla="*/ 1516853 h 1587534"/>
              <a:gd name="connsiteX120" fmla="*/ 2359 w 9662615"/>
              <a:gd name="connsiteY120" fmla="*/ 1515247 h 1587534"/>
              <a:gd name="connsiteX121" fmla="*/ 0 w 9662615"/>
              <a:gd name="connsiteY121" fmla="*/ 1514932 h 1587534"/>
              <a:gd name="connsiteX122" fmla="*/ 0 w 9662615"/>
              <a:gd name="connsiteY122" fmla="*/ 0 h 1587534"/>
              <a:gd name="connsiteX0" fmla="*/ 0 w 9662615"/>
              <a:gd name="connsiteY0" fmla="*/ 0 h 1587534"/>
              <a:gd name="connsiteX1" fmla="*/ 9662615 w 9662615"/>
              <a:gd name="connsiteY1" fmla="*/ 0 h 1587534"/>
              <a:gd name="connsiteX2" fmla="*/ 9662615 w 9662615"/>
              <a:gd name="connsiteY2" fmla="*/ 1280346 h 1587534"/>
              <a:gd name="connsiteX3" fmla="*/ 9658420 w 9662615"/>
              <a:gd name="connsiteY3" fmla="*/ 1280106 h 1587534"/>
              <a:gd name="connsiteX4" fmla="*/ 9469546 w 9662615"/>
              <a:gd name="connsiteY4" fmla="*/ 1289837 h 1587534"/>
              <a:gd name="connsiteX5" fmla="*/ 9385895 w 9662615"/>
              <a:gd name="connsiteY5" fmla="*/ 1269203 h 1587534"/>
              <a:gd name="connsiteX6" fmla="*/ 9144767 w 9662615"/>
              <a:gd name="connsiteY6" fmla="*/ 1264120 h 1587534"/>
              <a:gd name="connsiteX7" fmla="*/ 8837252 w 9662615"/>
              <a:gd name="connsiteY7" fmla="*/ 1350515 h 1587534"/>
              <a:gd name="connsiteX8" fmla="*/ 8705466 w 9662615"/>
              <a:gd name="connsiteY8" fmla="*/ 1342419 h 1587534"/>
              <a:gd name="connsiteX9" fmla="*/ 8652221 w 9662615"/>
              <a:gd name="connsiteY9" fmla="*/ 1326906 h 1587534"/>
              <a:gd name="connsiteX10" fmla="*/ 8632312 w 9662615"/>
              <a:gd name="connsiteY10" fmla="*/ 1326025 h 1587534"/>
              <a:gd name="connsiteX11" fmla="*/ 8591582 w 9662615"/>
              <a:gd name="connsiteY11" fmla="*/ 1341666 h 1587534"/>
              <a:gd name="connsiteX12" fmla="*/ 8537336 w 9662615"/>
              <a:gd name="connsiteY12" fmla="*/ 1341684 h 1587534"/>
              <a:gd name="connsiteX13" fmla="*/ 8472508 w 9662615"/>
              <a:gd name="connsiteY13" fmla="*/ 1363109 h 1587534"/>
              <a:gd name="connsiteX14" fmla="*/ 8258477 w 9662615"/>
              <a:gd name="connsiteY14" fmla="*/ 1370666 h 1587534"/>
              <a:gd name="connsiteX15" fmla="*/ 8197961 w 9662615"/>
              <a:gd name="connsiteY15" fmla="*/ 1392804 h 1587534"/>
              <a:gd name="connsiteX16" fmla="*/ 8171196 w 9662615"/>
              <a:gd name="connsiteY16" fmla="*/ 1397216 h 1587534"/>
              <a:gd name="connsiteX17" fmla="*/ 8127667 w 9662615"/>
              <a:gd name="connsiteY17" fmla="*/ 1418254 h 1587534"/>
              <a:gd name="connsiteX18" fmla="*/ 7974579 w 9662615"/>
              <a:gd name="connsiteY18" fmla="*/ 1383439 h 1587534"/>
              <a:gd name="connsiteX19" fmla="*/ 7768351 w 9662615"/>
              <a:gd name="connsiteY19" fmla="*/ 1395051 h 1587534"/>
              <a:gd name="connsiteX20" fmla="*/ 7635985 w 9662615"/>
              <a:gd name="connsiteY20" fmla="*/ 1386363 h 1587534"/>
              <a:gd name="connsiteX21" fmla="*/ 7466069 w 9662615"/>
              <a:gd name="connsiteY21" fmla="*/ 1377654 h 1587534"/>
              <a:gd name="connsiteX22" fmla="*/ 7355642 w 9662615"/>
              <a:gd name="connsiteY22" fmla="*/ 1407761 h 1587534"/>
              <a:gd name="connsiteX23" fmla="*/ 7151610 w 9662615"/>
              <a:gd name="connsiteY23" fmla="*/ 1397856 h 1587534"/>
              <a:gd name="connsiteX24" fmla="*/ 7082147 w 9662615"/>
              <a:gd name="connsiteY24" fmla="*/ 1406113 h 1587534"/>
              <a:gd name="connsiteX25" fmla="*/ 7014958 w 9662615"/>
              <a:gd name="connsiteY25" fmla="*/ 1396883 h 1587534"/>
              <a:gd name="connsiteX26" fmla="*/ 6907567 w 9662615"/>
              <a:gd name="connsiteY26" fmla="*/ 1419149 h 1587534"/>
              <a:gd name="connsiteX27" fmla="*/ 6748428 w 9662615"/>
              <a:gd name="connsiteY27" fmla="*/ 1420308 h 1587534"/>
              <a:gd name="connsiteX28" fmla="*/ 6654257 w 9662615"/>
              <a:gd name="connsiteY28" fmla="*/ 1424143 h 1587534"/>
              <a:gd name="connsiteX29" fmla="*/ 6620123 w 9662615"/>
              <a:gd name="connsiteY29" fmla="*/ 1430535 h 1587534"/>
              <a:gd name="connsiteX30" fmla="*/ 6571355 w 9662615"/>
              <a:gd name="connsiteY30" fmla="*/ 1436144 h 1587534"/>
              <a:gd name="connsiteX31" fmla="*/ 6486557 w 9662615"/>
              <a:gd name="connsiteY31" fmla="*/ 1449861 h 1587534"/>
              <a:gd name="connsiteX32" fmla="*/ 6370419 w 9662615"/>
              <a:gd name="connsiteY32" fmla="*/ 1461649 h 1587534"/>
              <a:gd name="connsiteX33" fmla="*/ 6278839 w 9662615"/>
              <a:gd name="connsiteY33" fmla="*/ 1449160 h 1587534"/>
              <a:gd name="connsiteX34" fmla="*/ 6272455 w 9662615"/>
              <a:gd name="connsiteY34" fmla="*/ 1453191 h 1587534"/>
              <a:gd name="connsiteX35" fmla="*/ 6212659 w 9662615"/>
              <a:gd name="connsiteY35" fmla="*/ 1454850 h 1587534"/>
              <a:gd name="connsiteX36" fmla="*/ 6069317 w 9662615"/>
              <a:gd name="connsiteY36" fmla="*/ 1445838 h 1587534"/>
              <a:gd name="connsiteX37" fmla="*/ 5878477 w 9662615"/>
              <a:gd name="connsiteY37" fmla="*/ 1439180 h 1587534"/>
              <a:gd name="connsiteX38" fmla="*/ 5838387 w 9662615"/>
              <a:gd name="connsiteY38" fmla="*/ 1444679 h 1587534"/>
              <a:gd name="connsiteX39" fmla="*/ 5771136 w 9662615"/>
              <a:gd name="connsiteY39" fmla="*/ 1453639 h 1587534"/>
              <a:gd name="connsiteX40" fmla="*/ 5724081 w 9662615"/>
              <a:gd name="connsiteY40" fmla="*/ 1470431 h 1587534"/>
              <a:gd name="connsiteX41" fmla="*/ 5666577 w 9662615"/>
              <a:gd name="connsiteY41" fmla="*/ 1473921 h 1587534"/>
              <a:gd name="connsiteX42" fmla="*/ 5649068 w 9662615"/>
              <a:gd name="connsiteY42" fmla="*/ 1461676 h 1587534"/>
              <a:gd name="connsiteX43" fmla="*/ 5588902 w 9662615"/>
              <a:gd name="connsiteY43" fmla="*/ 1469647 h 1587534"/>
              <a:gd name="connsiteX44" fmla="*/ 5498090 w 9662615"/>
              <a:gd name="connsiteY44" fmla="*/ 1483173 h 1587534"/>
              <a:gd name="connsiteX45" fmla="*/ 5444641 w 9662615"/>
              <a:gd name="connsiteY45" fmla="*/ 1487602 h 1587534"/>
              <a:gd name="connsiteX46" fmla="*/ 5299812 w 9662615"/>
              <a:gd name="connsiteY46" fmla="*/ 1503362 h 1587534"/>
              <a:gd name="connsiteX47" fmla="*/ 5213947 w 9662615"/>
              <a:gd name="connsiteY47" fmla="*/ 1516637 h 1587534"/>
              <a:gd name="connsiteX48" fmla="*/ 5090342 w 9662615"/>
              <a:gd name="connsiteY48" fmla="*/ 1546680 h 1587534"/>
              <a:gd name="connsiteX49" fmla="*/ 5082104 w 9662615"/>
              <a:gd name="connsiteY49" fmla="*/ 1547781 h 1587534"/>
              <a:gd name="connsiteX50" fmla="*/ 5059484 w 9662615"/>
              <a:gd name="connsiteY50" fmla="*/ 1546802 h 1587534"/>
              <a:gd name="connsiteX51" fmla="*/ 5050958 w 9662615"/>
              <a:gd name="connsiteY51" fmla="*/ 1545776 h 1587534"/>
              <a:gd name="connsiteX52" fmla="*/ 5038524 w 9662615"/>
              <a:gd name="connsiteY52" fmla="*/ 1545675 h 1587534"/>
              <a:gd name="connsiteX53" fmla="*/ 5038223 w 9662615"/>
              <a:gd name="connsiteY53" fmla="*/ 1545881 h 1587534"/>
              <a:gd name="connsiteX54" fmla="*/ 5026564 w 9662615"/>
              <a:gd name="connsiteY54" fmla="*/ 1545376 h 1587534"/>
              <a:gd name="connsiteX55" fmla="*/ 4969433 w 9662615"/>
              <a:gd name="connsiteY55" fmla="*/ 1540263 h 1587534"/>
              <a:gd name="connsiteX56" fmla="*/ 4894799 w 9662615"/>
              <a:gd name="connsiteY56" fmla="*/ 1559476 h 1587534"/>
              <a:gd name="connsiteX57" fmla="*/ 4863775 w 9662615"/>
              <a:gd name="connsiteY57" fmla="*/ 1562633 h 1587534"/>
              <a:gd name="connsiteX58" fmla="*/ 4847242 w 9662615"/>
              <a:gd name="connsiteY58" fmla="*/ 1565435 h 1587534"/>
              <a:gd name="connsiteX59" fmla="*/ 4830335 w 9662615"/>
              <a:gd name="connsiteY59" fmla="*/ 1587534 h 1587534"/>
              <a:gd name="connsiteX60" fmla="*/ 4791466 w 9662615"/>
              <a:gd name="connsiteY60" fmla="*/ 1561324 h 1587534"/>
              <a:gd name="connsiteX61" fmla="*/ 4784247 w 9662615"/>
              <a:gd name="connsiteY61" fmla="*/ 1562342 h 1587534"/>
              <a:gd name="connsiteX62" fmla="*/ 4748477 w 9662615"/>
              <a:gd name="connsiteY62" fmla="*/ 1556925 h 1587534"/>
              <a:gd name="connsiteX63" fmla="*/ 4730033 w 9662615"/>
              <a:gd name="connsiteY63" fmla="*/ 1555274 h 1587534"/>
              <a:gd name="connsiteX64" fmla="*/ 4724747 w 9662615"/>
              <a:gd name="connsiteY64" fmla="*/ 1552439 h 1587534"/>
              <a:gd name="connsiteX65" fmla="*/ 4697562 w 9662615"/>
              <a:gd name="connsiteY65" fmla="*/ 1551206 h 1587534"/>
              <a:gd name="connsiteX66" fmla="*/ 4694469 w 9662615"/>
              <a:gd name="connsiteY66" fmla="*/ 1551958 h 1587534"/>
              <a:gd name="connsiteX67" fmla="*/ 4603028 w 9662615"/>
              <a:gd name="connsiteY67" fmla="*/ 1568821 h 1587534"/>
              <a:gd name="connsiteX68" fmla="*/ 4541612 w 9662615"/>
              <a:gd name="connsiteY68" fmla="*/ 1545262 h 1587534"/>
              <a:gd name="connsiteX69" fmla="*/ 4422155 w 9662615"/>
              <a:gd name="connsiteY69" fmla="*/ 1542059 h 1587534"/>
              <a:gd name="connsiteX70" fmla="*/ 4221826 w 9662615"/>
              <a:gd name="connsiteY70" fmla="*/ 1508923 h 1587534"/>
              <a:gd name="connsiteX71" fmla="*/ 4096601 w 9662615"/>
              <a:gd name="connsiteY71" fmla="*/ 1521563 h 1587534"/>
              <a:gd name="connsiteX72" fmla="*/ 3970635 w 9662615"/>
              <a:gd name="connsiteY72" fmla="*/ 1544815 h 1587534"/>
              <a:gd name="connsiteX73" fmla="*/ 3833906 w 9662615"/>
              <a:gd name="connsiteY73" fmla="*/ 1516637 h 1587534"/>
              <a:gd name="connsiteX74" fmla="*/ 3696258 w 9662615"/>
              <a:gd name="connsiteY74" fmla="*/ 1537563 h 1587534"/>
              <a:gd name="connsiteX75" fmla="*/ 3594070 w 9662615"/>
              <a:gd name="connsiteY75" fmla="*/ 1509422 h 1587534"/>
              <a:gd name="connsiteX76" fmla="*/ 3565233 w 9662615"/>
              <a:gd name="connsiteY76" fmla="*/ 1515122 h 1587534"/>
              <a:gd name="connsiteX77" fmla="*/ 3560267 w 9662615"/>
              <a:gd name="connsiteY77" fmla="*/ 1516288 h 1587534"/>
              <a:gd name="connsiteX78" fmla="*/ 3540258 w 9662615"/>
              <a:gd name="connsiteY78" fmla="*/ 1516976 h 1587534"/>
              <a:gd name="connsiteX79" fmla="*/ 3534780 w 9662615"/>
              <a:gd name="connsiteY79" fmla="*/ 1522141 h 1587534"/>
              <a:gd name="connsiteX80" fmla="*/ 3504783 w 9662615"/>
              <a:gd name="connsiteY80" fmla="*/ 1526739 h 1587534"/>
              <a:gd name="connsiteX81" fmla="*/ 3430805 w 9662615"/>
              <a:gd name="connsiteY81" fmla="*/ 1542521 h 1587534"/>
              <a:gd name="connsiteX82" fmla="*/ 3292707 w 9662615"/>
              <a:gd name="connsiteY82" fmla="*/ 1520490 h 1587534"/>
              <a:gd name="connsiteX83" fmla="*/ 3187872 w 9662615"/>
              <a:gd name="connsiteY83" fmla="*/ 1519991 h 1587534"/>
              <a:gd name="connsiteX84" fmla="*/ 3148026 w 9662615"/>
              <a:gd name="connsiteY84" fmla="*/ 1524777 h 1587534"/>
              <a:gd name="connsiteX85" fmla="*/ 3092394 w 9662615"/>
              <a:gd name="connsiteY85" fmla="*/ 1528115 h 1587534"/>
              <a:gd name="connsiteX86" fmla="*/ 2994200 w 9662615"/>
              <a:gd name="connsiteY86" fmla="*/ 1537857 h 1587534"/>
              <a:gd name="connsiteX87" fmla="*/ 2862301 w 9662615"/>
              <a:gd name="connsiteY87" fmla="*/ 1544250 h 1587534"/>
              <a:gd name="connsiteX88" fmla="*/ 2766335 w 9662615"/>
              <a:gd name="connsiteY88" fmla="*/ 1527662 h 1587534"/>
              <a:gd name="connsiteX89" fmla="*/ 2757836 w 9662615"/>
              <a:gd name="connsiteY89" fmla="*/ 1531371 h 1587534"/>
              <a:gd name="connsiteX90" fmla="*/ 2691555 w 9662615"/>
              <a:gd name="connsiteY90" fmla="*/ 1530283 h 1587534"/>
              <a:gd name="connsiteX91" fmla="*/ 2491676 w 9662615"/>
              <a:gd name="connsiteY91" fmla="*/ 1500859 h 1587534"/>
              <a:gd name="connsiteX92" fmla="*/ 2378036 w 9662615"/>
              <a:gd name="connsiteY92" fmla="*/ 1520645 h 1587534"/>
              <a:gd name="connsiteX93" fmla="*/ 2284269 w 9662615"/>
              <a:gd name="connsiteY93" fmla="*/ 1503068 h 1587534"/>
              <a:gd name="connsiteX94" fmla="*/ 2207104 w 9662615"/>
              <a:gd name="connsiteY94" fmla="*/ 1508888 h 1587534"/>
              <a:gd name="connsiteX95" fmla="*/ 2149226 w 9662615"/>
              <a:gd name="connsiteY95" fmla="*/ 1523409 h 1587534"/>
              <a:gd name="connsiteX96" fmla="*/ 2084783 w 9662615"/>
              <a:gd name="connsiteY96" fmla="*/ 1524245 h 1587534"/>
              <a:gd name="connsiteX97" fmla="*/ 2070075 w 9662615"/>
              <a:gd name="connsiteY97" fmla="*/ 1511285 h 1587534"/>
              <a:gd name="connsiteX98" fmla="*/ 2001057 w 9662615"/>
              <a:gd name="connsiteY98" fmla="*/ 1516449 h 1587534"/>
              <a:gd name="connsiteX99" fmla="*/ 1896330 w 9662615"/>
              <a:gd name="connsiteY99" fmla="*/ 1525725 h 1587534"/>
              <a:gd name="connsiteX100" fmla="*/ 1835994 w 9662615"/>
              <a:gd name="connsiteY100" fmla="*/ 1527678 h 1587534"/>
              <a:gd name="connsiteX101" fmla="*/ 1671119 w 9662615"/>
              <a:gd name="connsiteY101" fmla="*/ 1536701 h 1587534"/>
              <a:gd name="connsiteX102" fmla="*/ 1601337 w 9662615"/>
              <a:gd name="connsiteY102" fmla="*/ 1548552 h 1587534"/>
              <a:gd name="connsiteX103" fmla="*/ 1407755 w 9662615"/>
              <a:gd name="connsiteY103" fmla="*/ 1571444 h 1587534"/>
              <a:gd name="connsiteX104" fmla="*/ 1271994 w 9662615"/>
              <a:gd name="connsiteY104" fmla="*/ 1579471 h 1587534"/>
              <a:gd name="connsiteX105" fmla="*/ 1249226 w 9662615"/>
              <a:gd name="connsiteY105" fmla="*/ 1583140 h 1587534"/>
              <a:gd name="connsiteX106" fmla="*/ 1217719 w 9662615"/>
              <a:gd name="connsiteY106" fmla="*/ 1580863 h 1587534"/>
              <a:gd name="connsiteX107" fmla="*/ 1091432 w 9662615"/>
              <a:gd name="connsiteY107" fmla="*/ 1571003 h 1587534"/>
              <a:gd name="connsiteX108" fmla="*/ 992039 w 9662615"/>
              <a:gd name="connsiteY108" fmla="*/ 1556662 h 1587534"/>
              <a:gd name="connsiteX109" fmla="*/ 868264 w 9662615"/>
              <a:gd name="connsiteY109" fmla="*/ 1566392 h 1587534"/>
              <a:gd name="connsiteX110" fmla="*/ 792765 w 9662615"/>
              <a:gd name="connsiteY110" fmla="*/ 1563102 h 1587534"/>
              <a:gd name="connsiteX111" fmla="*/ 669055 w 9662615"/>
              <a:gd name="connsiteY111" fmla="*/ 1543638 h 1587534"/>
              <a:gd name="connsiteX112" fmla="*/ 506152 w 9662615"/>
              <a:gd name="connsiteY112" fmla="*/ 1549124 h 1587534"/>
              <a:gd name="connsiteX113" fmla="*/ 472797 w 9662615"/>
              <a:gd name="connsiteY113" fmla="*/ 1568904 h 1587534"/>
              <a:gd name="connsiteX114" fmla="*/ 427864 w 9662615"/>
              <a:gd name="connsiteY114" fmla="*/ 1580848 h 1587534"/>
              <a:gd name="connsiteX115" fmla="*/ 408381 w 9662615"/>
              <a:gd name="connsiteY115" fmla="*/ 1552940 h 1587534"/>
              <a:gd name="connsiteX116" fmla="*/ 267163 w 9662615"/>
              <a:gd name="connsiteY116" fmla="*/ 1531913 h 1587534"/>
              <a:gd name="connsiteX117" fmla="*/ 196644 w 9662615"/>
              <a:gd name="connsiteY117" fmla="*/ 1524565 h 1587534"/>
              <a:gd name="connsiteX118" fmla="*/ 86819 w 9662615"/>
              <a:gd name="connsiteY118" fmla="*/ 1519517 h 1587534"/>
              <a:gd name="connsiteX119" fmla="*/ 53369 w 9662615"/>
              <a:gd name="connsiteY119" fmla="*/ 1516853 h 1587534"/>
              <a:gd name="connsiteX120" fmla="*/ 2359 w 9662615"/>
              <a:gd name="connsiteY120" fmla="*/ 1515247 h 1587534"/>
              <a:gd name="connsiteX121" fmla="*/ 0 w 9662615"/>
              <a:gd name="connsiteY121" fmla="*/ 1514932 h 1587534"/>
              <a:gd name="connsiteX122" fmla="*/ 0 w 9662615"/>
              <a:gd name="connsiteY122" fmla="*/ 0 h 1587534"/>
              <a:gd name="connsiteX0" fmla="*/ 0 w 9662615"/>
              <a:gd name="connsiteY0" fmla="*/ 0 h 1587534"/>
              <a:gd name="connsiteX1" fmla="*/ 9662615 w 9662615"/>
              <a:gd name="connsiteY1" fmla="*/ 0 h 1587534"/>
              <a:gd name="connsiteX2" fmla="*/ 9662615 w 9662615"/>
              <a:gd name="connsiteY2" fmla="*/ 1280346 h 1587534"/>
              <a:gd name="connsiteX3" fmla="*/ 9658420 w 9662615"/>
              <a:gd name="connsiteY3" fmla="*/ 1280106 h 1587534"/>
              <a:gd name="connsiteX4" fmla="*/ 9469546 w 9662615"/>
              <a:gd name="connsiteY4" fmla="*/ 1289837 h 1587534"/>
              <a:gd name="connsiteX5" fmla="*/ 9385895 w 9662615"/>
              <a:gd name="connsiteY5" fmla="*/ 1269203 h 1587534"/>
              <a:gd name="connsiteX6" fmla="*/ 9144767 w 9662615"/>
              <a:gd name="connsiteY6" fmla="*/ 1264120 h 1587534"/>
              <a:gd name="connsiteX7" fmla="*/ 8837252 w 9662615"/>
              <a:gd name="connsiteY7" fmla="*/ 1350515 h 1587534"/>
              <a:gd name="connsiteX8" fmla="*/ 8705466 w 9662615"/>
              <a:gd name="connsiteY8" fmla="*/ 1342419 h 1587534"/>
              <a:gd name="connsiteX9" fmla="*/ 8652221 w 9662615"/>
              <a:gd name="connsiteY9" fmla="*/ 1326906 h 1587534"/>
              <a:gd name="connsiteX10" fmla="*/ 8632312 w 9662615"/>
              <a:gd name="connsiteY10" fmla="*/ 1326025 h 1587534"/>
              <a:gd name="connsiteX11" fmla="*/ 8591582 w 9662615"/>
              <a:gd name="connsiteY11" fmla="*/ 1341666 h 1587534"/>
              <a:gd name="connsiteX12" fmla="*/ 8537336 w 9662615"/>
              <a:gd name="connsiteY12" fmla="*/ 1341684 h 1587534"/>
              <a:gd name="connsiteX13" fmla="*/ 8472508 w 9662615"/>
              <a:gd name="connsiteY13" fmla="*/ 1363109 h 1587534"/>
              <a:gd name="connsiteX14" fmla="*/ 8258477 w 9662615"/>
              <a:gd name="connsiteY14" fmla="*/ 1370666 h 1587534"/>
              <a:gd name="connsiteX15" fmla="*/ 8197961 w 9662615"/>
              <a:gd name="connsiteY15" fmla="*/ 1392804 h 1587534"/>
              <a:gd name="connsiteX16" fmla="*/ 8171196 w 9662615"/>
              <a:gd name="connsiteY16" fmla="*/ 1397216 h 1587534"/>
              <a:gd name="connsiteX17" fmla="*/ 8127667 w 9662615"/>
              <a:gd name="connsiteY17" fmla="*/ 1418254 h 1587534"/>
              <a:gd name="connsiteX18" fmla="*/ 7974579 w 9662615"/>
              <a:gd name="connsiteY18" fmla="*/ 1383439 h 1587534"/>
              <a:gd name="connsiteX19" fmla="*/ 7768351 w 9662615"/>
              <a:gd name="connsiteY19" fmla="*/ 1395051 h 1587534"/>
              <a:gd name="connsiteX20" fmla="*/ 7635985 w 9662615"/>
              <a:gd name="connsiteY20" fmla="*/ 1386363 h 1587534"/>
              <a:gd name="connsiteX21" fmla="*/ 7466069 w 9662615"/>
              <a:gd name="connsiteY21" fmla="*/ 1377654 h 1587534"/>
              <a:gd name="connsiteX22" fmla="*/ 7355642 w 9662615"/>
              <a:gd name="connsiteY22" fmla="*/ 1407761 h 1587534"/>
              <a:gd name="connsiteX23" fmla="*/ 7151610 w 9662615"/>
              <a:gd name="connsiteY23" fmla="*/ 1397856 h 1587534"/>
              <a:gd name="connsiteX24" fmla="*/ 7082147 w 9662615"/>
              <a:gd name="connsiteY24" fmla="*/ 1406113 h 1587534"/>
              <a:gd name="connsiteX25" fmla="*/ 7014958 w 9662615"/>
              <a:gd name="connsiteY25" fmla="*/ 1396883 h 1587534"/>
              <a:gd name="connsiteX26" fmla="*/ 6907567 w 9662615"/>
              <a:gd name="connsiteY26" fmla="*/ 1419149 h 1587534"/>
              <a:gd name="connsiteX27" fmla="*/ 6748428 w 9662615"/>
              <a:gd name="connsiteY27" fmla="*/ 1420308 h 1587534"/>
              <a:gd name="connsiteX28" fmla="*/ 6654257 w 9662615"/>
              <a:gd name="connsiteY28" fmla="*/ 1424143 h 1587534"/>
              <a:gd name="connsiteX29" fmla="*/ 6620123 w 9662615"/>
              <a:gd name="connsiteY29" fmla="*/ 1430535 h 1587534"/>
              <a:gd name="connsiteX30" fmla="*/ 6571355 w 9662615"/>
              <a:gd name="connsiteY30" fmla="*/ 1436144 h 1587534"/>
              <a:gd name="connsiteX31" fmla="*/ 6486557 w 9662615"/>
              <a:gd name="connsiteY31" fmla="*/ 1449861 h 1587534"/>
              <a:gd name="connsiteX32" fmla="*/ 6370419 w 9662615"/>
              <a:gd name="connsiteY32" fmla="*/ 1461649 h 1587534"/>
              <a:gd name="connsiteX33" fmla="*/ 6278839 w 9662615"/>
              <a:gd name="connsiteY33" fmla="*/ 1449160 h 1587534"/>
              <a:gd name="connsiteX34" fmla="*/ 6272455 w 9662615"/>
              <a:gd name="connsiteY34" fmla="*/ 1453191 h 1587534"/>
              <a:gd name="connsiteX35" fmla="*/ 6212659 w 9662615"/>
              <a:gd name="connsiteY35" fmla="*/ 1454850 h 1587534"/>
              <a:gd name="connsiteX36" fmla="*/ 6069317 w 9662615"/>
              <a:gd name="connsiteY36" fmla="*/ 1445838 h 1587534"/>
              <a:gd name="connsiteX37" fmla="*/ 5878477 w 9662615"/>
              <a:gd name="connsiteY37" fmla="*/ 1439180 h 1587534"/>
              <a:gd name="connsiteX38" fmla="*/ 5838387 w 9662615"/>
              <a:gd name="connsiteY38" fmla="*/ 1444679 h 1587534"/>
              <a:gd name="connsiteX39" fmla="*/ 5771136 w 9662615"/>
              <a:gd name="connsiteY39" fmla="*/ 1453639 h 1587534"/>
              <a:gd name="connsiteX40" fmla="*/ 5724081 w 9662615"/>
              <a:gd name="connsiteY40" fmla="*/ 1470431 h 1587534"/>
              <a:gd name="connsiteX41" fmla="*/ 5666577 w 9662615"/>
              <a:gd name="connsiteY41" fmla="*/ 1473921 h 1587534"/>
              <a:gd name="connsiteX42" fmla="*/ 5649068 w 9662615"/>
              <a:gd name="connsiteY42" fmla="*/ 1461676 h 1587534"/>
              <a:gd name="connsiteX43" fmla="*/ 5588902 w 9662615"/>
              <a:gd name="connsiteY43" fmla="*/ 1469647 h 1587534"/>
              <a:gd name="connsiteX44" fmla="*/ 5498090 w 9662615"/>
              <a:gd name="connsiteY44" fmla="*/ 1483173 h 1587534"/>
              <a:gd name="connsiteX45" fmla="*/ 5444641 w 9662615"/>
              <a:gd name="connsiteY45" fmla="*/ 1487602 h 1587534"/>
              <a:gd name="connsiteX46" fmla="*/ 5299812 w 9662615"/>
              <a:gd name="connsiteY46" fmla="*/ 1503362 h 1587534"/>
              <a:gd name="connsiteX47" fmla="*/ 5213947 w 9662615"/>
              <a:gd name="connsiteY47" fmla="*/ 1516637 h 1587534"/>
              <a:gd name="connsiteX48" fmla="*/ 5090342 w 9662615"/>
              <a:gd name="connsiteY48" fmla="*/ 1546680 h 1587534"/>
              <a:gd name="connsiteX49" fmla="*/ 5082104 w 9662615"/>
              <a:gd name="connsiteY49" fmla="*/ 1547781 h 1587534"/>
              <a:gd name="connsiteX50" fmla="*/ 5059484 w 9662615"/>
              <a:gd name="connsiteY50" fmla="*/ 1546802 h 1587534"/>
              <a:gd name="connsiteX51" fmla="*/ 5050958 w 9662615"/>
              <a:gd name="connsiteY51" fmla="*/ 1545776 h 1587534"/>
              <a:gd name="connsiteX52" fmla="*/ 5038524 w 9662615"/>
              <a:gd name="connsiteY52" fmla="*/ 1545675 h 1587534"/>
              <a:gd name="connsiteX53" fmla="*/ 5038223 w 9662615"/>
              <a:gd name="connsiteY53" fmla="*/ 1545881 h 1587534"/>
              <a:gd name="connsiteX54" fmla="*/ 5026564 w 9662615"/>
              <a:gd name="connsiteY54" fmla="*/ 1545376 h 1587534"/>
              <a:gd name="connsiteX55" fmla="*/ 4969433 w 9662615"/>
              <a:gd name="connsiteY55" fmla="*/ 1540263 h 1587534"/>
              <a:gd name="connsiteX56" fmla="*/ 4894799 w 9662615"/>
              <a:gd name="connsiteY56" fmla="*/ 1559476 h 1587534"/>
              <a:gd name="connsiteX57" fmla="*/ 4863775 w 9662615"/>
              <a:gd name="connsiteY57" fmla="*/ 1562633 h 1587534"/>
              <a:gd name="connsiteX58" fmla="*/ 4847242 w 9662615"/>
              <a:gd name="connsiteY58" fmla="*/ 1565435 h 1587534"/>
              <a:gd name="connsiteX59" fmla="*/ 4830335 w 9662615"/>
              <a:gd name="connsiteY59" fmla="*/ 1587534 h 1587534"/>
              <a:gd name="connsiteX60" fmla="*/ 4791466 w 9662615"/>
              <a:gd name="connsiteY60" fmla="*/ 1561324 h 1587534"/>
              <a:gd name="connsiteX61" fmla="*/ 4784247 w 9662615"/>
              <a:gd name="connsiteY61" fmla="*/ 1562342 h 1587534"/>
              <a:gd name="connsiteX62" fmla="*/ 4748477 w 9662615"/>
              <a:gd name="connsiteY62" fmla="*/ 1556925 h 1587534"/>
              <a:gd name="connsiteX63" fmla="*/ 4730033 w 9662615"/>
              <a:gd name="connsiteY63" fmla="*/ 1555274 h 1587534"/>
              <a:gd name="connsiteX64" fmla="*/ 4724747 w 9662615"/>
              <a:gd name="connsiteY64" fmla="*/ 1552439 h 1587534"/>
              <a:gd name="connsiteX65" fmla="*/ 4697562 w 9662615"/>
              <a:gd name="connsiteY65" fmla="*/ 1551206 h 1587534"/>
              <a:gd name="connsiteX66" fmla="*/ 4662664 w 9662615"/>
              <a:gd name="connsiteY66" fmla="*/ 1573162 h 1587534"/>
              <a:gd name="connsiteX67" fmla="*/ 4603028 w 9662615"/>
              <a:gd name="connsiteY67" fmla="*/ 1568821 h 1587534"/>
              <a:gd name="connsiteX68" fmla="*/ 4541612 w 9662615"/>
              <a:gd name="connsiteY68" fmla="*/ 1545262 h 1587534"/>
              <a:gd name="connsiteX69" fmla="*/ 4422155 w 9662615"/>
              <a:gd name="connsiteY69" fmla="*/ 1542059 h 1587534"/>
              <a:gd name="connsiteX70" fmla="*/ 4221826 w 9662615"/>
              <a:gd name="connsiteY70" fmla="*/ 1508923 h 1587534"/>
              <a:gd name="connsiteX71" fmla="*/ 4096601 w 9662615"/>
              <a:gd name="connsiteY71" fmla="*/ 1521563 h 1587534"/>
              <a:gd name="connsiteX72" fmla="*/ 3970635 w 9662615"/>
              <a:gd name="connsiteY72" fmla="*/ 1544815 h 1587534"/>
              <a:gd name="connsiteX73" fmla="*/ 3833906 w 9662615"/>
              <a:gd name="connsiteY73" fmla="*/ 1516637 h 1587534"/>
              <a:gd name="connsiteX74" fmla="*/ 3696258 w 9662615"/>
              <a:gd name="connsiteY74" fmla="*/ 1537563 h 1587534"/>
              <a:gd name="connsiteX75" fmla="*/ 3594070 w 9662615"/>
              <a:gd name="connsiteY75" fmla="*/ 1509422 h 1587534"/>
              <a:gd name="connsiteX76" fmla="*/ 3565233 w 9662615"/>
              <a:gd name="connsiteY76" fmla="*/ 1515122 h 1587534"/>
              <a:gd name="connsiteX77" fmla="*/ 3560267 w 9662615"/>
              <a:gd name="connsiteY77" fmla="*/ 1516288 h 1587534"/>
              <a:gd name="connsiteX78" fmla="*/ 3540258 w 9662615"/>
              <a:gd name="connsiteY78" fmla="*/ 1516976 h 1587534"/>
              <a:gd name="connsiteX79" fmla="*/ 3534780 w 9662615"/>
              <a:gd name="connsiteY79" fmla="*/ 1522141 h 1587534"/>
              <a:gd name="connsiteX80" fmla="*/ 3504783 w 9662615"/>
              <a:gd name="connsiteY80" fmla="*/ 1526739 h 1587534"/>
              <a:gd name="connsiteX81" fmla="*/ 3430805 w 9662615"/>
              <a:gd name="connsiteY81" fmla="*/ 1542521 h 1587534"/>
              <a:gd name="connsiteX82" fmla="*/ 3292707 w 9662615"/>
              <a:gd name="connsiteY82" fmla="*/ 1520490 h 1587534"/>
              <a:gd name="connsiteX83" fmla="*/ 3187872 w 9662615"/>
              <a:gd name="connsiteY83" fmla="*/ 1519991 h 1587534"/>
              <a:gd name="connsiteX84" fmla="*/ 3148026 w 9662615"/>
              <a:gd name="connsiteY84" fmla="*/ 1524777 h 1587534"/>
              <a:gd name="connsiteX85" fmla="*/ 3092394 w 9662615"/>
              <a:gd name="connsiteY85" fmla="*/ 1528115 h 1587534"/>
              <a:gd name="connsiteX86" fmla="*/ 2994200 w 9662615"/>
              <a:gd name="connsiteY86" fmla="*/ 1537857 h 1587534"/>
              <a:gd name="connsiteX87" fmla="*/ 2862301 w 9662615"/>
              <a:gd name="connsiteY87" fmla="*/ 1544250 h 1587534"/>
              <a:gd name="connsiteX88" fmla="*/ 2766335 w 9662615"/>
              <a:gd name="connsiteY88" fmla="*/ 1527662 h 1587534"/>
              <a:gd name="connsiteX89" fmla="*/ 2757836 w 9662615"/>
              <a:gd name="connsiteY89" fmla="*/ 1531371 h 1587534"/>
              <a:gd name="connsiteX90" fmla="*/ 2691555 w 9662615"/>
              <a:gd name="connsiteY90" fmla="*/ 1530283 h 1587534"/>
              <a:gd name="connsiteX91" fmla="*/ 2491676 w 9662615"/>
              <a:gd name="connsiteY91" fmla="*/ 1500859 h 1587534"/>
              <a:gd name="connsiteX92" fmla="*/ 2378036 w 9662615"/>
              <a:gd name="connsiteY92" fmla="*/ 1520645 h 1587534"/>
              <a:gd name="connsiteX93" fmla="*/ 2284269 w 9662615"/>
              <a:gd name="connsiteY93" fmla="*/ 1503068 h 1587534"/>
              <a:gd name="connsiteX94" fmla="*/ 2207104 w 9662615"/>
              <a:gd name="connsiteY94" fmla="*/ 1508888 h 1587534"/>
              <a:gd name="connsiteX95" fmla="*/ 2149226 w 9662615"/>
              <a:gd name="connsiteY95" fmla="*/ 1523409 h 1587534"/>
              <a:gd name="connsiteX96" fmla="*/ 2084783 w 9662615"/>
              <a:gd name="connsiteY96" fmla="*/ 1524245 h 1587534"/>
              <a:gd name="connsiteX97" fmla="*/ 2070075 w 9662615"/>
              <a:gd name="connsiteY97" fmla="*/ 1511285 h 1587534"/>
              <a:gd name="connsiteX98" fmla="*/ 2001057 w 9662615"/>
              <a:gd name="connsiteY98" fmla="*/ 1516449 h 1587534"/>
              <a:gd name="connsiteX99" fmla="*/ 1896330 w 9662615"/>
              <a:gd name="connsiteY99" fmla="*/ 1525725 h 1587534"/>
              <a:gd name="connsiteX100" fmla="*/ 1835994 w 9662615"/>
              <a:gd name="connsiteY100" fmla="*/ 1527678 h 1587534"/>
              <a:gd name="connsiteX101" fmla="*/ 1671119 w 9662615"/>
              <a:gd name="connsiteY101" fmla="*/ 1536701 h 1587534"/>
              <a:gd name="connsiteX102" fmla="*/ 1601337 w 9662615"/>
              <a:gd name="connsiteY102" fmla="*/ 1548552 h 1587534"/>
              <a:gd name="connsiteX103" fmla="*/ 1407755 w 9662615"/>
              <a:gd name="connsiteY103" fmla="*/ 1571444 h 1587534"/>
              <a:gd name="connsiteX104" fmla="*/ 1271994 w 9662615"/>
              <a:gd name="connsiteY104" fmla="*/ 1579471 h 1587534"/>
              <a:gd name="connsiteX105" fmla="*/ 1249226 w 9662615"/>
              <a:gd name="connsiteY105" fmla="*/ 1583140 h 1587534"/>
              <a:gd name="connsiteX106" fmla="*/ 1217719 w 9662615"/>
              <a:gd name="connsiteY106" fmla="*/ 1580863 h 1587534"/>
              <a:gd name="connsiteX107" fmla="*/ 1091432 w 9662615"/>
              <a:gd name="connsiteY107" fmla="*/ 1571003 h 1587534"/>
              <a:gd name="connsiteX108" fmla="*/ 992039 w 9662615"/>
              <a:gd name="connsiteY108" fmla="*/ 1556662 h 1587534"/>
              <a:gd name="connsiteX109" fmla="*/ 868264 w 9662615"/>
              <a:gd name="connsiteY109" fmla="*/ 1566392 h 1587534"/>
              <a:gd name="connsiteX110" fmla="*/ 792765 w 9662615"/>
              <a:gd name="connsiteY110" fmla="*/ 1563102 h 1587534"/>
              <a:gd name="connsiteX111" fmla="*/ 669055 w 9662615"/>
              <a:gd name="connsiteY111" fmla="*/ 1543638 h 1587534"/>
              <a:gd name="connsiteX112" fmla="*/ 506152 w 9662615"/>
              <a:gd name="connsiteY112" fmla="*/ 1549124 h 1587534"/>
              <a:gd name="connsiteX113" fmla="*/ 472797 w 9662615"/>
              <a:gd name="connsiteY113" fmla="*/ 1568904 h 1587534"/>
              <a:gd name="connsiteX114" fmla="*/ 427864 w 9662615"/>
              <a:gd name="connsiteY114" fmla="*/ 1580848 h 1587534"/>
              <a:gd name="connsiteX115" fmla="*/ 408381 w 9662615"/>
              <a:gd name="connsiteY115" fmla="*/ 1552940 h 1587534"/>
              <a:gd name="connsiteX116" fmla="*/ 267163 w 9662615"/>
              <a:gd name="connsiteY116" fmla="*/ 1531913 h 1587534"/>
              <a:gd name="connsiteX117" fmla="*/ 196644 w 9662615"/>
              <a:gd name="connsiteY117" fmla="*/ 1524565 h 1587534"/>
              <a:gd name="connsiteX118" fmla="*/ 86819 w 9662615"/>
              <a:gd name="connsiteY118" fmla="*/ 1519517 h 1587534"/>
              <a:gd name="connsiteX119" fmla="*/ 53369 w 9662615"/>
              <a:gd name="connsiteY119" fmla="*/ 1516853 h 1587534"/>
              <a:gd name="connsiteX120" fmla="*/ 2359 w 9662615"/>
              <a:gd name="connsiteY120" fmla="*/ 1515247 h 1587534"/>
              <a:gd name="connsiteX121" fmla="*/ 0 w 9662615"/>
              <a:gd name="connsiteY121" fmla="*/ 1514932 h 1587534"/>
              <a:gd name="connsiteX122" fmla="*/ 0 w 9662615"/>
              <a:gd name="connsiteY122" fmla="*/ 0 h 1587534"/>
              <a:gd name="connsiteX0" fmla="*/ 0 w 9662615"/>
              <a:gd name="connsiteY0" fmla="*/ 0 h 1587534"/>
              <a:gd name="connsiteX1" fmla="*/ 9662615 w 9662615"/>
              <a:gd name="connsiteY1" fmla="*/ 0 h 1587534"/>
              <a:gd name="connsiteX2" fmla="*/ 9662615 w 9662615"/>
              <a:gd name="connsiteY2" fmla="*/ 1280346 h 1587534"/>
              <a:gd name="connsiteX3" fmla="*/ 9658420 w 9662615"/>
              <a:gd name="connsiteY3" fmla="*/ 1280106 h 1587534"/>
              <a:gd name="connsiteX4" fmla="*/ 9469546 w 9662615"/>
              <a:gd name="connsiteY4" fmla="*/ 1289837 h 1587534"/>
              <a:gd name="connsiteX5" fmla="*/ 9385895 w 9662615"/>
              <a:gd name="connsiteY5" fmla="*/ 1269203 h 1587534"/>
              <a:gd name="connsiteX6" fmla="*/ 9144767 w 9662615"/>
              <a:gd name="connsiteY6" fmla="*/ 1264120 h 1587534"/>
              <a:gd name="connsiteX7" fmla="*/ 8837252 w 9662615"/>
              <a:gd name="connsiteY7" fmla="*/ 1350515 h 1587534"/>
              <a:gd name="connsiteX8" fmla="*/ 8705466 w 9662615"/>
              <a:gd name="connsiteY8" fmla="*/ 1342419 h 1587534"/>
              <a:gd name="connsiteX9" fmla="*/ 8652221 w 9662615"/>
              <a:gd name="connsiteY9" fmla="*/ 1326906 h 1587534"/>
              <a:gd name="connsiteX10" fmla="*/ 8632312 w 9662615"/>
              <a:gd name="connsiteY10" fmla="*/ 1326025 h 1587534"/>
              <a:gd name="connsiteX11" fmla="*/ 8591582 w 9662615"/>
              <a:gd name="connsiteY11" fmla="*/ 1341666 h 1587534"/>
              <a:gd name="connsiteX12" fmla="*/ 8537336 w 9662615"/>
              <a:gd name="connsiteY12" fmla="*/ 1341684 h 1587534"/>
              <a:gd name="connsiteX13" fmla="*/ 8472508 w 9662615"/>
              <a:gd name="connsiteY13" fmla="*/ 1363109 h 1587534"/>
              <a:gd name="connsiteX14" fmla="*/ 8258477 w 9662615"/>
              <a:gd name="connsiteY14" fmla="*/ 1370666 h 1587534"/>
              <a:gd name="connsiteX15" fmla="*/ 8197961 w 9662615"/>
              <a:gd name="connsiteY15" fmla="*/ 1392804 h 1587534"/>
              <a:gd name="connsiteX16" fmla="*/ 8171196 w 9662615"/>
              <a:gd name="connsiteY16" fmla="*/ 1397216 h 1587534"/>
              <a:gd name="connsiteX17" fmla="*/ 8127667 w 9662615"/>
              <a:gd name="connsiteY17" fmla="*/ 1418254 h 1587534"/>
              <a:gd name="connsiteX18" fmla="*/ 7974579 w 9662615"/>
              <a:gd name="connsiteY18" fmla="*/ 1383439 h 1587534"/>
              <a:gd name="connsiteX19" fmla="*/ 7768351 w 9662615"/>
              <a:gd name="connsiteY19" fmla="*/ 1395051 h 1587534"/>
              <a:gd name="connsiteX20" fmla="*/ 7635985 w 9662615"/>
              <a:gd name="connsiteY20" fmla="*/ 1386363 h 1587534"/>
              <a:gd name="connsiteX21" fmla="*/ 7466069 w 9662615"/>
              <a:gd name="connsiteY21" fmla="*/ 1377654 h 1587534"/>
              <a:gd name="connsiteX22" fmla="*/ 7355642 w 9662615"/>
              <a:gd name="connsiteY22" fmla="*/ 1407761 h 1587534"/>
              <a:gd name="connsiteX23" fmla="*/ 7151610 w 9662615"/>
              <a:gd name="connsiteY23" fmla="*/ 1397856 h 1587534"/>
              <a:gd name="connsiteX24" fmla="*/ 7082147 w 9662615"/>
              <a:gd name="connsiteY24" fmla="*/ 1406113 h 1587534"/>
              <a:gd name="connsiteX25" fmla="*/ 7014958 w 9662615"/>
              <a:gd name="connsiteY25" fmla="*/ 1396883 h 1587534"/>
              <a:gd name="connsiteX26" fmla="*/ 6907567 w 9662615"/>
              <a:gd name="connsiteY26" fmla="*/ 1419149 h 1587534"/>
              <a:gd name="connsiteX27" fmla="*/ 6748428 w 9662615"/>
              <a:gd name="connsiteY27" fmla="*/ 1420308 h 1587534"/>
              <a:gd name="connsiteX28" fmla="*/ 6654257 w 9662615"/>
              <a:gd name="connsiteY28" fmla="*/ 1424143 h 1587534"/>
              <a:gd name="connsiteX29" fmla="*/ 6620123 w 9662615"/>
              <a:gd name="connsiteY29" fmla="*/ 1430535 h 1587534"/>
              <a:gd name="connsiteX30" fmla="*/ 6571355 w 9662615"/>
              <a:gd name="connsiteY30" fmla="*/ 1436144 h 1587534"/>
              <a:gd name="connsiteX31" fmla="*/ 6486557 w 9662615"/>
              <a:gd name="connsiteY31" fmla="*/ 1449861 h 1587534"/>
              <a:gd name="connsiteX32" fmla="*/ 6370419 w 9662615"/>
              <a:gd name="connsiteY32" fmla="*/ 1461649 h 1587534"/>
              <a:gd name="connsiteX33" fmla="*/ 6278839 w 9662615"/>
              <a:gd name="connsiteY33" fmla="*/ 1449160 h 1587534"/>
              <a:gd name="connsiteX34" fmla="*/ 6272455 w 9662615"/>
              <a:gd name="connsiteY34" fmla="*/ 1453191 h 1587534"/>
              <a:gd name="connsiteX35" fmla="*/ 6212659 w 9662615"/>
              <a:gd name="connsiteY35" fmla="*/ 1454850 h 1587534"/>
              <a:gd name="connsiteX36" fmla="*/ 6069317 w 9662615"/>
              <a:gd name="connsiteY36" fmla="*/ 1445838 h 1587534"/>
              <a:gd name="connsiteX37" fmla="*/ 5878477 w 9662615"/>
              <a:gd name="connsiteY37" fmla="*/ 1439180 h 1587534"/>
              <a:gd name="connsiteX38" fmla="*/ 5838387 w 9662615"/>
              <a:gd name="connsiteY38" fmla="*/ 1444679 h 1587534"/>
              <a:gd name="connsiteX39" fmla="*/ 5771136 w 9662615"/>
              <a:gd name="connsiteY39" fmla="*/ 1453639 h 1587534"/>
              <a:gd name="connsiteX40" fmla="*/ 5724081 w 9662615"/>
              <a:gd name="connsiteY40" fmla="*/ 1470431 h 1587534"/>
              <a:gd name="connsiteX41" fmla="*/ 5666577 w 9662615"/>
              <a:gd name="connsiteY41" fmla="*/ 1473921 h 1587534"/>
              <a:gd name="connsiteX42" fmla="*/ 5649068 w 9662615"/>
              <a:gd name="connsiteY42" fmla="*/ 1461676 h 1587534"/>
              <a:gd name="connsiteX43" fmla="*/ 5588902 w 9662615"/>
              <a:gd name="connsiteY43" fmla="*/ 1469647 h 1587534"/>
              <a:gd name="connsiteX44" fmla="*/ 5498090 w 9662615"/>
              <a:gd name="connsiteY44" fmla="*/ 1483173 h 1587534"/>
              <a:gd name="connsiteX45" fmla="*/ 5444641 w 9662615"/>
              <a:gd name="connsiteY45" fmla="*/ 1487602 h 1587534"/>
              <a:gd name="connsiteX46" fmla="*/ 5299812 w 9662615"/>
              <a:gd name="connsiteY46" fmla="*/ 1503362 h 1587534"/>
              <a:gd name="connsiteX47" fmla="*/ 5213947 w 9662615"/>
              <a:gd name="connsiteY47" fmla="*/ 1516637 h 1587534"/>
              <a:gd name="connsiteX48" fmla="*/ 5090342 w 9662615"/>
              <a:gd name="connsiteY48" fmla="*/ 1546680 h 1587534"/>
              <a:gd name="connsiteX49" fmla="*/ 5082104 w 9662615"/>
              <a:gd name="connsiteY49" fmla="*/ 1547781 h 1587534"/>
              <a:gd name="connsiteX50" fmla="*/ 5059484 w 9662615"/>
              <a:gd name="connsiteY50" fmla="*/ 1546802 h 1587534"/>
              <a:gd name="connsiteX51" fmla="*/ 5050958 w 9662615"/>
              <a:gd name="connsiteY51" fmla="*/ 1545776 h 1587534"/>
              <a:gd name="connsiteX52" fmla="*/ 5038524 w 9662615"/>
              <a:gd name="connsiteY52" fmla="*/ 1545675 h 1587534"/>
              <a:gd name="connsiteX53" fmla="*/ 5038223 w 9662615"/>
              <a:gd name="connsiteY53" fmla="*/ 1545881 h 1587534"/>
              <a:gd name="connsiteX54" fmla="*/ 5026564 w 9662615"/>
              <a:gd name="connsiteY54" fmla="*/ 1545376 h 1587534"/>
              <a:gd name="connsiteX55" fmla="*/ 4969433 w 9662615"/>
              <a:gd name="connsiteY55" fmla="*/ 1540263 h 1587534"/>
              <a:gd name="connsiteX56" fmla="*/ 4921303 w 9662615"/>
              <a:gd name="connsiteY56" fmla="*/ 1575379 h 1587534"/>
              <a:gd name="connsiteX57" fmla="*/ 4863775 w 9662615"/>
              <a:gd name="connsiteY57" fmla="*/ 1562633 h 1587534"/>
              <a:gd name="connsiteX58" fmla="*/ 4847242 w 9662615"/>
              <a:gd name="connsiteY58" fmla="*/ 1565435 h 1587534"/>
              <a:gd name="connsiteX59" fmla="*/ 4830335 w 9662615"/>
              <a:gd name="connsiteY59" fmla="*/ 1587534 h 1587534"/>
              <a:gd name="connsiteX60" fmla="*/ 4791466 w 9662615"/>
              <a:gd name="connsiteY60" fmla="*/ 1561324 h 1587534"/>
              <a:gd name="connsiteX61" fmla="*/ 4784247 w 9662615"/>
              <a:gd name="connsiteY61" fmla="*/ 1562342 h 1587534"/>
              <a:gd name="connsiteX62" fmla="*/ 4748477 w 9662615"/>
              <a:gd name="connsiteY62" fmla="*/ 1556925 h 1587534"/>
              <a:gd name="connsiteX63" fmla="*/ 4730033 w 9662615"/>
              <a:gd name="connsiteY63" fmla="*/ 1555274 h 1587534"/>
              <a:gd name="connsiteX64" fmla="*/ 4724747 w 9662615"/>
              <a:gd name="connsiteY64" fmla="*/ 1552439 h 1587534"/>
              <a:gd name="connsiteX65" fmla="*/ 4697562 w 9662615"/>
              <a:gd name="connsiteY65" fmla="*/ 1551206 h 1587534"/>
              <a:gd name="connsiteX66" fmla="*/ 4662664 w 9662615"/>
              <a:gd name="connsiteY66" fmla="*/ 1573162 h 1587534"/>
              <a:gd name="connsiteX67" fmla="*/ 4603028 w 9662615"/>
              <a:gd name="connsiteY67" fmla="*/ 1568821 h 1587534"/>
              <a:gd name="connsiteX68" fmla="*/ 4541612 w 9662615"/>
              <a:gd name="connsiteY68" fmla="*/ 1545262 h 1587534"/>
              <a:gd name="connsiteX69" fmla="*/ 4422155 w 9662615"/>
              <a:gd name="connsiteY69" fmla="*/ 1542059 h 1587534"/>
              <a:gd name="connsiteX70" fmla="*/ 4221826 w 9662615"/>
              <a:gd name="connsiteY70" fmla="*/ 1508923 h 1587534"/>
              <a:gd name="connsiteX71" fmla="*/ 4096601 w 9662615"/>
              <a:gd name="connsiteY71" fmla="*/ 1521563 h 1587534"/>
              <a:gd name="connsiteX72" fmla="*/ 3970635 w 9662615"/>
              <a:gd name="connsiteY72" fmla="*/ 1544815 h 1587534"/>
              <a:gd name="connsiteX73" fmla="*/ 3833906 w 9662615"/>
              <a:gd name="connsiteY73" fmla="*/ 1516637 h 1587534"/>
              <a:gd name="connsiteX74" fmla="*/ 3696258 w 9662615"/>
              <a:gd name="connsiteY74" fmla="*/ 1537563 h 1587534"/>
              <a:gd name="connsiteX75" fmla="*/ 3594070 w 9662615"/>
              <a:gd name="connsiteY75" fmla="*/ 1509422 h 1587534"/>
              <a:gd name="connsiteX76" fmla="*/ 3565233 w 9662615"/>
              <a:gd name="connsiteY76" fmla="*/ 1515122 h 1587534"/>
              <a:gd name="connsiteX77" fmla="*/ 3560267 w 9662615"/>
              <a:gd name="connsiteY77" fmla="*/ 1516288 h 1587534"/>
              <a:gd name="connsiteX78" fmla="*/ 3540258 w 9662615"/>
              <a:gd name="connsiteY78" fmla="*/ 1516976 h 1587534"/>
              <a:gd name="connsiteX79" fmla="*/ 3534780 w 9662615"/>
              <a:gd name="connsiteY79" fmla="*/ 1522141 h 1587534"/>
              <a:gd name="connsiteX80" fmla="*/ 3504783 w 9662615"/>
              <a:gd name="connsiteY80" fmla="*/ 1526739 h 1587534"/>
              <a:gd name="connsiteX81" fmla="*/ 3430805 w 9662615"/>
              <a:gd name="connsiteY81" fmla="*/ 1542521 h 1587534"/>
              <a:gd name="connsiteX82" fmla="*/ 3292707 w 9662615"/>
              <a:gd name="connsiteY82" fmla="*/ 1520490 h 1587534"/>
              <a:gd name="connsiteX83" fmla="*/ 3187872 w 9662615"/>
              <a:gd name="connsiteY83" fmla="*/ 1519991 h 1587534"/>
              <a:gd name="connsiteX84" fmla="*/ 3148026 w 9662615"/>
              <a:gd name="connsiteY84" fmla="*/ 1524777 h 1587534"/>
              <a:gd name="connsiteX85" fmla="*/ 3092394 w 9662615"/>
              <a:gd name="connsiteY85" fmla="*/ 1528115 h 1587534"/>
              <a:gd name="connsiteX86" fmla="*/ 2994200 w 9662615"/>
              <a:gd name="connsiteY86" fmla="*/ 1537857 h 1587534"/>
              <a:gd name="connsiteX87" fmla="*/ 2862301 w 9662615"/>
              <a:gd name="connsiteY87" fmla="*/ 1544250 h 1587534"/>
              <a:gd name="connsiteX88" fmla="*/ 2766335 w 9662615"/>
              <a:gd name="connsiteY88" fmla="*/ 1527662 h 1587534"/>
              <a:gd name="connsiteX89" fmla="*/ 2757836 w 9662615"/>
              <a:gd name="connsiteY89" fmla="*/ 1531371 h 1587534"/>
              <a:gd name="connsiteX90" fmla="*/ 2691555 w 9662615"/>
              <a:gd name="connsiteY90" fmla="*/ 1530283 h 1587534"/>
              <a:gd name="connsiteX91" fmla="*/ 2491676 w 9662615"/>
              <a:gd name="connsiteY91" fmla="*/ 1500859 h 1587534"/>
              <a:gd name="connsiteX92" fmla="*/ 2378036 w 9662615"/>
              <a:gd name="connsiteY92" fmla="*/ 1520645 h 1587534"/>
              <a:gd name="connsiteX93" fmla="*/ 2284269 w 9662615"/>
              <a:gd name="connsiteY93" fmla="*/ 1503068 h 1587534"/>
              <a:gd name="connsiteX94" fmla="*/ 2207104 w 9662615"/>
              <a:gd name="connsiteY94" fmla="*/ 1508888 h 1587534"/>
              <a:gd name="connsiteX95" fmla="*/ 2149226 w 9662615"/>
              <a:gd name="connsiteY95" fmla="*/ 1523409 h 1587534"/>
              <a:gd name="connsiteX96" fmla="*/ 2084783 w 9662615"/>
              <a:gd name="connsiteY96" fmla="*/ 1524245 h 1587534"/>
              <a:gd name="connsiteX97" fmla="*/ 2070075 w 9662615"/>
              <a:gd name="connsiteY97" fmla="*/ 1511285 h 1587534"/>
              <a:gd name="connsiteX98" fmla="*/ 2001057 w 9662615"/>
              <a:gd name="connsiteY98" fmla="*/ 1516449 h 1587534"/>
              <a:gd name="connsiteX99" fmla="*/ 1896330 w 9662615"/>
              <a:gd name="connsiteY99" fmla="*/ 1525725 h 1587534"/>
              <a:gd name="connsiteX100" fmla="*/ 1835994 w 9662615"/>
              <a:gd name="connsiteY100" fmla="*/ 1527678 h 1587534"/>
              <a:gd name="connsiteX101" fmla="*/ 1671119 w 9662615"/>
              <a:gd name="connsiteY101" fmla="*/ 1536701 h 1587534"/>
              <a:gd name="connsiteX102" fmla="*/ 1601337 w 9662615"/>
              <a:gd name="connsiteY102" fmla="*/ 1548552 h 1587534"/>
              <a:gd name="connsiteX103" fmla="*/ 1407755 w 9662615"/>
              <a:gd name="connsiteY103" fmla="*/ 1571444 h 1587534"/>
              <a:gd name="connsiteX104" fmla="*/ 1271994 w 9662615"/>
              <a:gd name="connsiteY104" fmla="*/ 1579471 h 1587534"/>
              <a:gd name="connsiteX105" fmla="*/ 1249226 w 9662615"/>
              <a:gd name="connsiteY105" fmla="*/ 1583140 h 1587534"/>
              <a:gd name="connsiteX106" fmla="*/ 1217719 w 9662615"/>
              <a:gd name="connsiteY106" fmla="*/ 1580863 h 1587534"/>
              <a:gd name="connsiteX107" fmla="*/ 1091432 w 9662615"/>
              <a:gd name="connsiteY107" fmla="*/ 1571003 h 1587534"/>
              <a:gd name="connsiteX108" fmla="*/ 992039 w 9662615"/>
              <a:gd name="connsiteY108" fmla="*/ 1556662 h 1587534"/>
              <a:gd name="connsiteX109" fmla="*/ 868264 w 9662615"/>
              <a:gd name="connsiteY109" fmla="*/ 1566392 h 1587534"/>
              <a:gd name="connsiteX110" fmla="*/ 792765 w 9662615"/>
              <a:gd name="connsiteY110" fmla="*/ 1563102 h 1587534"/>
              <a:gd name="connsiteX111" fmla="*/ 669055 w 9662615"/>
              <a:gd name="connsiteY111" fmla="*/ 1543638 h 1587534"/>
              <a:gd name="connsiteX112" fmla="*/ 506152 w 9662615"/>
              <a:gd name="connsiteY112" fmla="*/ 1549124 h 1587534"/>
              <a:gd name="connsiteX113" fmla="*/ 472797 w 9662615"/>
              <a:gd name="connsiteY113" fmla="*/ 1568904 h 1587534"/>
              <a:gd name="connsiteX114" fmla="*/ 427864 w 9662615"/>
              <a:gd name="connsiteY114" fmla="*/ 1580848 h 1587534"/>
              <a:gd name="connsiteX115" fmla="*/ 408381 w 9662615"/>
              <a:gd name="connsiteY115" fmla="*/ 1552940 h 1587534"/>
              <a:gd name="connsiteX116" fmla="*/ 267163 w 9662615"/>
              <a:gd name="connsiteY116" fmla="*/ 1531913 h 1587534"/>
              <a:gd name="connsiteX117" fmla="*/ 196644 w 9662615"/>
              <a:gd name="connsiteY117" fmla="*/ 1524565 h 1587534"/>
              <a:gd name="connsiteX118" fmla="*/ 86819 w 9662615"/>
              <a:gd name="connsiteY118" fmla="*/ 1519517 h 1587534"/>
              <a:gd name="connsiteX119" fmla="*/ 53369 w 9662615"/>
              <a:gd name="connsiteY119" fmla="*/ 1516853 h 1587534"/>
              <a:gd name="connsiteX120" fmla="*/ 2359 w 9662615"/>
              <a:gd name="connsiteY120" fmla="*/ 1515247 h 1587534"/>
              <a:gd name="connsiteX121" fmla="*/ 0 w 9662615"/>
              <a:gd name="connsiteY121" fmla="*/ 1514932 h 1587534"/>
              <a:gd name="connsiteX122" fmla="*/ 0 w 9662615"/>
              <a:gd name="connsiteY122" fmla="*/ 0 h 1587534"/>
              <a:gd name="connsiteX0" fmla="*/ 0 w 9662615"/>
              <a:gd name="connsiteY0" fmla="*/ 0 h 1598136"/>
              <a:gd name="connsiteX1" fmla="*/ 9662615 w 9662615"/>
              <a:gd name="connsiteY1" fmla="*/ 0 h 1598136"/>
              <a:gd name="connsiteX2" fmla="*/ 9662615 w 9662615"/>
              <a:gd name="connsiteY2" fmla="*/ 1280346 h 1598136"/>
              <a:gd name="connsiteX3" fmla="*/ 9658420 w 9662615"/>
              <a:gd name="connsiteY3" fmla="*/ 1280106 h 1598136"/>
              <a:gd name="connsiteX4" fmla="*/ 9469546 w 9662615"/>
              <a:gd name="connsiteY4" fmla="*/ 1289837 h 1598136"/>
              <a:gd name="connsiteX5" fmla="*/ 9385895 w 9662615"/>
              <a:gd name="connsiteY5" fmla="*/ 1269203 h 1598136"/>
              <a:gd name="connsiteX6" fmla="*/ 9144767 w 9662615"/>
              <a:gd name="connsiteY6" fmla="*/ 1264120 h 1598136"/>
              <a:gd name="connsiteX7" fmla="*/ 8837252 w 9662615"/>
              <a:gd name="connsiteY7" fmla="*/ 1350515 h 1598136"/>
              <a:gd name="connsiteX8" fmla="*/ 8705466 w 9662615"/>
              <a:gd name="connsiteY8" fmla="*/ 1342419 h 1598136"/>
              <a:gd name="connsiteX9" fmla="*/ 8652221 w 9662615"/>
              <a:gd name="connsiteY9" fmla="*/ 1326906 h 1598136"/>
              <a:gd name="connsiteX10" fmla="*/ 8632312 w 9662615"/>
              <a:gd name="connsiteY10" fmla="*/ 1326025 h 1598136"/>
              <a:gd name="connsiteX11" fmla="*/ 8591582 w 9662615"/>
              <a:gd name="connsiteY11" fmla="*/ 1341666 h 1598136"/>
              <a:gd name="connsiteX12" fmla="*/ 8537336 w 9662615"/>
              <a:gd name="connsiteY12" fmla="*/ 1341684 h 1598136"/>
              <a:gd name="connsiteX13" fmla="*/ 8472508 w 9662615"/>
              <a:gd name="connsiteY13" fmla="*/ 1363109 h 1598136"/>
              <a:gd name="connsiteX14" fmla="*/ 8258477 w 9662615"/>
              <a:gd name="connsiteY14" fmla="*/ 1370666 h 1598136"/>
              <a:gd name="connsiteX15" fmla="*/ 8197961 w 9662615"/>
              <a:gd name="connsiteY15" fmla="*/ 1392804 h 1598136"/>
              <a:gd name="connsiteX16" fmla="*/ 8171196 w 9662615"/>
              <a:gd name="connsiteY16" fmla="*/ 1397216 h 1598136"/>
              <a:gd name="connsiteX17" fmla="*/ 8127667 w 9662615"/>
              <a:gd name="connsiteY17" fmla="*/ 1418254 h 1598136"/>
              <a:gd name="connsiteX18" fmla="*/ 7974579 w 9662615"/>
              <a:gd name="connsiteY18" fmla="*/ 1383439 h 1598136"/>
              <a:gd name="connsiteX19" fmla="*/ 7768351 w 9662615"/>
              <a:gd name="connsiteY19" fmla="*/ 1395051 h 1598136"/>
              <a:gd name="connsiteX20" fmla="*/ 7635985 w 9662615"/>
              <a:gd name="connsiteY20" fmla="*/ 1386363 h 1598136"/>
              <a:gd name="connsiteX21" fmla="*/ 7466069 w 9662615"/>
              <a:gd name="connsiteY21" fmla="*/ 1377654 h 1598136"/>
              <a:gd name="connsiteX22" fmla="*/ 7355642 w 9662615"/>
              <a:gd name="connsiteY22" fmla="*/ 1407761 h 1598136"/>
              <a:gd name="connsiteX23" fmla="*/ 7151610 w 9662615"/>
              <a:gd name="connsiteY23" fmla="*/ 1397856 h 1598136"/>
              <a:gd name="connsiteX24" fmla="*/ 7082147 w 9662615"/>
              <a:gd name="connsiteY24" fmla="*/ 1406113 h 1598136"/>
              <a:gd name="connsiteX25" fmla="*/ 7014958 w 9662615"/>
              <a:gd name="connsiteY25" fmla="*/ 1396883 h 1598136"/>
              <a:gd name="connsiteX26" fmla="*/ 6907567 w 9662615"/>
              <a:gd name="connsiteY26" fmla="*/ 1419149 h 1598136"/>
              <a:gd name="connsiteX27" fmla="*/ 6748428 w 9662615"/>
              <a:gd name="connsiteY27" fmla="*/ 1420308 h 1598136"/>
              <a:gd name="connsiteX28" fmla="*/ 6654257 w 9662615"/>
              <a:gd name="connsiteY28" fmla="*/ 1424143 h 1598136"/>
              <a:gd name="connsiteX29" fmla="*/ 6620123 w 9662615"/>
              <a:gd name="connsiteY29" fmla="*/ 1430535 h 1598136"/>
              <a:gd name="connsiteX30" fmla="*/ 6571355 w 9662615"/>
              <a:gd name="connsiteY30" fmla="*/ 1436144 h 1598136"/>
              <a:gd name="connsiteX31" fmla="*/ 6486557 w 9662615"/>
              <a:gd name="connsiteY31" fmla="*/ 1449861 h 1598136"/>
              <a:gd name="connsiteX32" fmla="*/ 6370419 w 9662615"/>
              <a:gd name="connsiteY32" fmla="*/ 1461649 h 1598136"/>
              <a:gd name="connsiteX33" fmla="*/ 6278839 w 9662615"/>
              <a:gd name="connsiteY33" fmla="*/ 1449160 h 1598136"/>
              <a:gd name="connsiteX34" fmla="*/ 6272455 w 9662615"/>
              <a:gd name="connsiteY34" fmla="*/ 1453191 h 1598136"/>
              <a:gd name="connsiteX35" fmla="*/ 6212659 w 9662615"/>
              <a:gd name="connsiteY35" fmla="*/ 1454850 h 1598136"/>
              <a:gd name="connsiteX36" fmla="*/ 6069317 w 9662615"/>
              <a:gd name="connsiteY36" fmla="*/ 1445838 h 1598136"/>
              <a:gd name="connsiteX37" fmla="*/ 5878477 w 9662615"/>
              <a:gd name="connsiteY37" fmla="*/ 1439180 h 1598136"/>
              <a:gd name="connsiteX38" fmla="*/ 5838387 w 9662615"/>
              <a:gd name="connsiteY38" fmla="*/ 1444679 h 1598136"/>
              <a:gd name="connsiteX39" fmla="*/ 5771136 w 9662615"/>
              <a:gd name="connsiteY39" fmla="*/ 1453639 h 1598136"/>
              <a:gd name="connsiteX40" fmla="*/ 5724081 w 9662615"/>
              <a:gd name="connsiteY40" fmla="*/ 1470431 h 1598136"/>
              <a:gd name="connsiteX41" fmla="*/ 5666577 w 9662615"/>
              <a:gd name="connsiteY41" fmla="*/ 1473921 h 1598136"/>
              <a:gd name="connsiteX42" fmla="*/ 5649068 w 9662615"/>
              <a:gd name="connsiteY42" fmla="*/ 1461676 h 1598136"/>
              <a:gd name="connsiteX43" fmla="*/ 5588902 w 9662615"/>
              <a:gd name="connsiteY43" fmla="*/ 1469647 h 1598136"/>
              <a:gd name="connsiteX44" fmla="*/ 5498090 w 9662615"/>
              <a:gd name="connsiteY44" fmla="*/ 1483173 h 1598136"/>
              <a:gd name="connsiteX45" fmla="*/ 5444641 w 9662615"/>
              <a:gd name="connsiteY45" fmla="*/ 1487602 h 1598136"/>
              <a:gd name="connsiteX46" fmla="*/ 5299812 w 9662615"/>
              <a:gd name="connsiteY46" fmla="*/ 1503362 h 1598136"/>
              <a:gd name="connsiteX47" fmla="*/ 5213947 w 9662615"/>
              <a:gd name="connsiteY47" fmla="*/ 1516637 h 1598136"/>
              <a:gd name="connsiteX48" fmla="*/ 5090342 w 9662615"/>
              <a:gd name="connsiteY48" fmla="*/ 1546680 h 1598136"/>
              <a:gd name="connsiteX49" fmla="*/ 5082104 w 9662615"/>
              <a:gd name="connsiteY49" fmla="*/ 1547781 h 1598136"/>
              <a:gd name="connsiteX50" fmla="*/ 5059484 w 9662615"/>
              <a:gd name="connsiteY50" fmla="*/ 1546802 h 1598136"/>
              <a:gd name="connsiteX51" fmla="*/ 5050958 w 9662615"/>
              <a:gd name="connsiteY51" fmla="*/ 1545776 h 1598136"/>
              <a:gd name="connsiteX52" fmla="*/ 5038524 w 9662615"/>
              <a:gd name="connsiteY52" fmla="*/ 1545675 h 1598136"/>
              <a:gd name="connsiteX53" fmla="*/ 5038223 w 9662615"/>
              <a:gd name="connsiteY53" fmla="*/ 1545881 h 1598136"/>
              <a:gd name="connsiteX54" fmla="*/ 5026564 w 9662615"/>
              <a:gd name="connsiteY54" fmla="*/ 1545376 h 1598136"/>
              <a:gd name="connsiteX55" fmla="*/ 4969433 w 9662615"/>
              <a:gd name="connsiteY55" fmla="*/ 1540263 h 1598136"/>
              <a:gd name="connsiteX56" fmla="*/ 4921303 w 9662615"/>
              <a:gd name="connsiteY56" fmla="*/ 1575379 h 1598136"/>
              <a:gd name="connsiteX57" fmla="*/ 4863775 w 9662615"/>
              <a:gd name="connsiteY57" fmla="*/ 1562633 h 1598136"/>
              <a:gd name="connsiteX58" fmla="*/ 4847242 w 9662615"/>
              <a:gd name="connsiteY58" fmla="*/ 1565435 h 1598136"/>
              <a:gd name="connsiteX59" fmla="*/ 4856839 w 9662615"/>
              <a:gd name="connsiteY59" fmla="*/ 1598136 h 1598136"/>
              <a:gd name="connsiteX60" fmla="*/ 4791466 w 9662615"/>
              <a:gd name="connsiteY60" fmla="*/ 1561324 h 1598136"/>
              <a:gd name="connsiteX61" fmla="*/ 4784247 w 9662615"/>
              <a:gd name="connsiteY61" fmla="*/ 1562342 h 1598136"/>
              <a:gd name="connsiteX62" fmla="*/ 4748477 w 9662615"/>
              <a:gd name="connsiteY62" fmla="*/ 1556925 h 1598136"/>
              <a:gd name="connsiteX63" fmla="*/ 4730033 w 9662615"/>
              <a:gd name="connsiteY63" fmla="*/ 1555274 h 1598136"/>
              <a:gd name="connsiteX64" fmla="*/ 4724747 w 9662615"/>
              <a:gd name="connsiteY64" fmla="*/ 1552439 h 1598136"/>
              <a:gd name="connsiteX65" fmla="*/ 4697562 w 9662615"/>
              <a:gd name="connsiteY65" fmla="*/ 1551206 h 1598136"/>
              <a:gd name="connsiteX66" fmla="*/ 4662664 w 9662615"/>
              <a:gd name="connsiteY66" fmla="*/ 1573162 h 1598136"/>
              <a:gd name="connsiteX67" fmla="*/ 4603028 w 9662615"/>
              <a:gd name="connsiteY67" fmla="*/ 1568821 h 1598136"/>
              <a:gd name="connsiteX68" fmla="*/ 4541612 w 9662615"/>
              <a:gd name="connsiteY68" fmla="*/ 1545262 h 1598136"/>
              <a:gd name="connsiteX69" fmla="*/ 4422155 w 9662615"/>
              <a:gd name="connsiteY69" fmla="*/ 1542059 h 1598136"/>
              <a:gd name="connsiteX70" fmla="*/ 4221826 w 9662615"/>
              <a:gd name="connsiteY70" fmla="*/ 1508923 h 1598136"/>
              <a:gd name="connsiteX71" fmla="*/ 4096601 w 9662615"/>
              <a:gd name="connsiteY71" fmla="*/ 1521563 h 1598136"/>
              <a:gd name="connsiteX72" fmla="*/ 3970635 w 9662615"/>
              <a:gd name="connsiteY72" fmla="*/ 1544815 h 1598136"/>
              <a:gd name="connsiteX73" fmla="*/ 3833906 w 9662615"/>
              <a:gd name="connsiteY73" fmla="*/ 1516637 h 1598136"/>
              <a:gd name="connsiteX74" fmla="*/ 3696258 w 9662615"/>
              <a:gd name="connsiteY74" fmla="*/ 1537563 h 1598136"/>
              <a:gd name="connsiteX75" fmla="*/ 3594070 w 9662615"/>
              <a:gd name="connsiteY75" fmla="*/ 1509422 h 1598136"/>
              <a:gd name="connsiteX76" fmla="*/ 3565233 w 9662615"/>
              <a:gd name="connsiteY76" fmla="*/ 1515122 h 1598136"/>
              <a:gd name="connsiteX77" fmla="*/ 3560267 w 9662615"/>
              <a:gd name="connsiteY77" fmla="*/ 1516288 h 1598136"/>
              <a:gd name="connsiteX78" fmla="*/ 3540258 w 9662615"/>
              <a:gd name="connsiteY78" fmla="*/ 1516976 h 1598136"/>
              <a:gd name="connsiteX79" fmla="*/ 3534780 w 9662615"/>
              <a:gd name="connsiteY79" fmla="*/ 1522141 h 1598136"/>
              <a:gd name="connsiteX80" fmla="*/ 3504783 w 9662615"/>
              <a:gd name="connsiteY80" fmla="*/ 1526739 h 1598136"/>
              <a:gd name="connsiteX81" fmla="*/ 3430805 w 9662615"/>
              <a:gd name="connsiteY81" fmla="*/ 1542521 h 1598136"/>
              <a:gd name="connsiteX82" fmla="*/ 3292707 w 9662615"/>
              <a:gd name="connsiteY82" fmla="*/ 1520490 h 1598136"/>
              <a:gd name="connsiteX83" fmla="*/ 3187872 w 9662615"/>
              <a:gd name="connsiteY83" fmla="*/ 1519991 h 1598136"/>
              <a:gd name="connsiteX84" fmla="*/ 3148026 w 9662615"/>
              <a:gd name="connsiteY84" fmla="*/ 1524777 h 1598136"/>
              <a:gd name="connsiteX85" fmla="*/ 3092394 w 9662615"/>
              <a:gd name="connsiteY85" fmla="*/ 1528115 h 1598136"/>
              <a:gd name="connsiteX86" fmla="*/ 2994200 w 9662615"/>
              <a:gd name="connsiteY86" fmla="*/ 1537857 h 1598136"/>
              <a:gd name="connsiteX87" fmla="*/ 2862301 w 9662615"/>
              <a:gd name="connsiteY87" fmla="*/ 1544250 h 1598136"/>
              <a:gd name="connsiteX88" fmla="*/ 2766335 w 9662615"/>
              <a:gd name="connsiteY88" fmla="*/ 1527662 h 1598136"/>
              <a:gd name="connsiteX89" fmla="*/ 2757836 w 9662615"/>
              <a:gd name="connsiteY89" fmla="*/ 1531371 h 1598136"/>
              <a:gd name="connsiteX90" fmla="*/ 2691555 w 9662615"/>
              <a:gd name="connsiteY90" fmla="*/ 1530283 h 1598136"/>
              <a:gd name="connsiteX91" fmla="*/ 2491676 w 9662615"/>
              <a:gd name="connsiteY91" fmla="*/ 1500859 h 1598136"/>
              <a:gd name="connsiteX92" fmla="*/ 2378036 w 9662615"/>
              <a:gd name="connsiteY92" fmla="*/ 1520645 h 1598136"/>
              <a:gd name="connsiteX93" fmla="*/ 2284269 w 9662615"/>
              <a:gd name="connsiteY93" fmla="*/ 1503068 h 1598136"/>
              <a:gd name="connsiteX94" fmla="*/ 2207104 w 9662615"/>
              <a:gd name="connsiteY94" fmla="*/ 1508888 h 1598136"/>
              <a:gd name="connsiteX95" fmla="*/ 2149226 w 9662615"/>
              <a:gd name="connsiteY95" fmla="*/ 1523409 h 1598136"/>
              <a:gd name="connsiteX96" fmla="*/ 2084783 w 9662615"/>
              <a:gd name="connsiteY96" fmla="*/ 1524245 h 1598136"/>
              <a:gd name="connsiteX97" fmla="*/ 2070075 w 9662615"/>
              <a:gd name="connsiteY97" fmla="*/ 1511285 h 1598136"/>
              <a:gd name="connsiteX98" fmla="*/ 2001057 w 9662615"/>
              <a:gd name="connsiteY98" fmla="*/ 1516449 h 1598136"/>
              <a:gd name="connsiteX99" fmla="*/ 1896330 w 9662615"/>
              <a:gd name="connsiteY99" fmla="*/ 1525725 h 1598136"/>
              <a:gd name="connsiteX100" fmla="*/ 1835994 w 9662615"/>
              <a:gd name="connsiteY100" fmla="*/ 1527678 h 1598136"/>
              <a:gd name="connsiteX101" fmla="*/ 1671119 w 9662615"/>
              <a:gd name="connsiteY101" fmla="*/ 1536701 h 1598136"/>
              <a:gd name="connsiteX102" fmla="*/ 1601337 w 9662615"/>
              <a:gd name="connsiteY102" fmla="*/ 1548552 h 1598136"/>
              <a:gd name="connsiteX103" fmla="*/ 1407755 w 9662615"/>
              <a:gd name="connsiteY103" fmla="*/ 1571444 h 1598136"/>
              <a:gd name="connsiteX104" fmla="*/ 1271994 w 9662615"/>
              <a:gd name="connsiteY104" fmla="*/ 1579471 h 1598136"/>
              <a:gd name="connsiteX105" fmla="*/ 1249226 w 9662615"/>
              <a:gd name="connsiteY105" fmla="*/ 1583140 h 1598136"/>
              <a:gd name="connsiteX106" fmla="*/ 1217719 w 9662615"/>
              <a:gd name="connsiteY106" fmla="*/ 1580863 h 1598136"/>
              <a:gd name="connsiteX107" fmla="*/ 1091432 w 9662615"/>
              <a:gd name="connsiteY107" fmla="*/ 1571003 h 1598136"/>
              <a:gd name="connsiteX108" fmla="*/ 992039 w 9662615"/>
              <a:gd name="connsiteY108" fmla="*/ 1556662 h 1598136"/>
              <a:gd name="connsiteX109" fmla="*/ 868264 w 9662615"/>
              <a:gd name="connsiteY109" fmla="*/ 1566392 h 1598136"/>
              <a:gd name="connsiteX110" fmla="*/ 792765 w 9662615"/>
              <a:gd name="connsiteY110" fmla="*/ 1563102 h 1598136"/>
              <a:gd name="connsiteX111" fmla="*/ 669055 w 9662615"/>
              <a:gd name="connsiteY111" fmla="*/ 1543638 h 1598136"/>
              <a:gd name="connsiteX112" fmla="*/ 506152 w 9662615"/>
              <a:gd name="connsiteY112" fmla="*/ 1549124 h 1598136"/>
              <a:gd name="connsiteX113" fmla="*/ 472797 w 9662615"/>
              <a:gd name="connsiteY113" fmla="*/ 1568904 h 1598136"/>
              <a:gd name="connsiteX114" fmla="*/ 427864 w 9662615"/>
              <a:gd name="connsiteY114" fmla="*/ 1580848 h 1598136"/>
              <a:gd name="connsiteX115" fmla="*/ 408381 w 9662615"/>
              <a:gd name="connsiteY115" fmla="*/ 1552940 h 1598136"/>
              <a:gd name="connsiteX116" fmla="*/ 267163 w 9662615"/>
              <a:gd name="connsiteY116" fmla="*/ 1531913 h 1598136"/>
              <a:gd name="connsiteX117" fmla="*/ 196644 w 9662615"/>
              <a:gd name="connsiteY117" fmla="*/ 1524565 h 1598136"/>
              <a:gd name="connsiteX118" fmla="*/ 86819 w 9662615"/>
              <a:gd name="connsiteY118" fmla="*/ 1519517 h 1598136"/>
              <a:gd name="connsiteX119" fmla="*/ 53369 w 9662615"/>
              <a:gd name="connsiteY119" fmla="*/ 1516853 h 1598136"/>
              <a:gd name="connsiteX120" fmla="*/ 2359 w 9662615"/>
              <a:gd name="connsiteY120" fmla="*/ 1515247 h 1598136"/>
              <a:gd name="connsiteX121" fmla="*/ 0 w 9662615"/>
              <a:gd name="connsiteY121" fmla="*/ 1514932 h 1598136"/>
              <a:gd name="connsiteX122" fmla="*/ 0 w 9662615"/>
              <a:gd name="connsiteY122" fmla="*/ 0 h 1598136"/>
              <a:gd name="connsiteX0" fmla="*/ 0 w 9662615"/>
              <a:gd name="connsiteY0" fmla="*/ 0 h 1598136"/>
              <a:gd name="connsiteX1" fmla="*/ 9662615 w 9662615"/>
              <a:gd name="connsiteY1" fmla="*/ 0 h 1598136"/>
              <a:gd name="connsiteX2" fmla="*/ 9662615 w 9662615"/>
              <a:gd name="connsiteY2" fmla="*/ 1280346 h 1598136"/>
              <a:gd name="connsiteX3" fmla="*/ 9658420 w 9662615"/>
              <a:gd name="connsiteY3" fmla="*/ 1280106 h 1598136"/>
              <a:gd name="connsiteX4" fmla="*/ 9469546 w 9662615"/>
              <a:gd name="connsiteY4" fmla="*/ 1289837 h 1598136"/>
              <a:gd name="connsiteX5" fmla="*/ 9385895 w 9662615"/>
              <a:gd name="connsiteY5" fmla="*/ 1269203 h 1598136"/>
              <a:gd name="connsiteX6" fmla="*/ 9144767 w 9662615"/>
              <a:gd name="connsiteY6" fmla="*/ 1264120 h 1598136"/>
              <a:gd name="connsiteX7" fmla="*/ 8837252 w 9662615"/>
              <a:gd name="connsiteY7" fmla="*/ 1350515 h 1598136"/>
              <a:gd name="connsiteX8" fmla="*/ 8705466 w 9662615"/>
              <a:gd name="connsiteY8" fmla="*/ 1342419 h 1598136"/>
              <a:gd name="connsiteX9" fmla="*/ 8652221 w 9662615"/>
              <a:gd name="connsiteY9" fmla="*/ 1326906 h 1598136"/>
              <a:gd name="connsiteX10" fmla="*/ 8632312 w 9662615"/>
              <a:gd name="connsiteY10" fmla="*/ 1326025 h 1598136"/>
              <a:gd name="connsiteX11" fmla="*/ 8591582 w 9662615"/>
              <a:gd name="connsiteY11" fmla="*/ 1341666 h 1598136"/>
              <a:gd name="connsiteX12" fmla="*/ 8537336 w 9662615"/>
              <a:gd name="connsiteY12" fmla="*/ 1341684 h 1598136"/>
              <a:gd name="connsiteX13" fmla="*/ 8472508 w 9662615"/>
              <a:gd name="connsiteY13" fmla="*/ 1363109 h 1598136"/>
              <a:gd name="connsiteX14" fmla="*/ 8258477 w 9662615"/>
              <a:gd name="connsiteY14" fmla="*/ 1370666 h 1598136"/>
              <a:gd name="connsiteX15" fmla="*/ 8197961 w 9662615"/>
              <a:gd name="connsiteY15" fmla="*/ 1392804 h 1598136"/>
              <a:gd name="connsiteX16" fmla="*/ 8171196 w 9662615"/>
              <a:gd name="connsiteY16" fmla="*/ 1397216 h 1598136"/>
              <a:gd name="connsiteX17" fmla="*/ 8127667 w 9662615"/>
              <a:gd name="connsiteY17" fmla="*/ 1418254 h 1598136"/>
              <a:gd name="connsiteX18" fmla="*/ 7974579 w 9662615"/>
              <a:gd name="connsiteY18" fmla="*/ 1383439 h 1598136"/>
              <a:gd name="connsiteX19" fmla="*/ 7768351 w 9662615"/>
              <a:gd name="connsiteY19" fmla="*/ 1395051 h 1598136"/>
              <a:gd name="connsiteX20" fmla="*/ 7635985 w 9662615"/>
              <a:gd name="connsiteY20" fmla="*/ 1386363 h 1598136"/>
              <a:gd name="connsiteX21" fmla="*/ 7466069 w 9662615"/>
              <a:gd name="connsiteY21" fmla="*/ 1377654 h 1598136"/>
              <a:gd name="connsiteX22" fmla="*/ 7355642 w 9662615"/>
              <a:gd name="connsiteY22" fmla="*/ 1407761 h 1598136"/>
              <a:gd name="connsiteX23" fmla="*/ 7151610 w 9662615"/>
              <a:gd name="connsiteY23" fmla="*/ 1397856 h 1598136"/>
              <a:gd name="connsiteX24" fmla="*/ 7082147 w 9662615"/>
              <a:gd name="connsiteY24" fmla="*/ 1406113 h 1598136"/>
              <a:gd name="connsiteX25" fmla="*/ 7014958 w 9662615"/>
              <a:gd name="connsiteY25" fmla="*/ 1396883 h 1598136"/>
              <a:gd name="connsiteX26" fmla="*/ 6907567 w 9662615"/>
              <a:gd name="connsiteY26" fmla="*/ 1419149 h 1598136"/>
              <a:gd name="connsiteX27" fmla="*/ 6748428 w 9662615"/>
              <a:gd name="connsiteY27" fmla="*/ 1420308 h 1598136"/>
              <a:gd name="connsiteX28" fmla="*/ 6654257 w 9662615"/>
              <a:gd name="connsiteY28" fmla="*/ 1424143 h 1598136"/>
              <a:gd name="connsiteX29" fmla="*/ 6620123 w 9662615"/>
              <a:gd name="connsiteY29" fmla="*/ 1430535 h 1598136"/>
              <a:gd name="connsiteX30" fmla="*/ 6571355 w 9662615"/>
              <a:gd name="connsiteY30" fmla="*/ 1436144 h 1598136"/>
              <a:gd name="connsiteX31" fmla="*/ 6486557 w 9662615"/>
              <a:gd name="connsiteY31" fmla="*/ 1449861 h 1598136"/>
              <a:gd name="connsiteX32" fmla="*/ 6370419 w 9662615"/>
              <a:gd name="connsiteY32" fmla="*/ 1461649 h 1598136"/>
              <a:gd name="connsiteX33" fmla="*/ 6278839 w 9662615"/>
              <a:gd name="connsiteY33" fmla="*/ 1449160 h 1598136"/>
              <a:gd name="connsiteX34" fmla="*/ 6272455 w 9662615"/>
              <a:gd name="connsiteY34" fmla="*/ 1453191 h 1598136"/>
              <a:gd name="connsiteX35" fmla="*/ 6212659 w 9662615"/>
              <a:gd name="connsiteY35" fmla="*/ 1454850 h 1598136"/>
              <a:gd name="connsiteX36" fmla="*/ 6069317 w 9662615"/>
              <a:gd name="connsiteY36" fmla="*/ 1445838 h 1598136"/>
              <a:gd name="connsiteX37" fmla="*/ 5878477 w 9662615"/>
              <a:gd name="connsiteY37" fmla="*/ 1439180 h 1598136"/>
              <a:gd name="connsiteX38" fmla="*/ 5838387 w 9662615"/>
              <a:gd name="connsiteY38" fmla="*/ 1444679 h 1598136"/>
              <a:gd name="connsiteX39" fmla="*/ 5771136 w 9662615"/>
              <a:gd name="connsiteY39" fmla="*/ 1453639 h 1598136"/>
              <a:gd name="connsiteX40" fmla="*/ 5724081 w 9662615"/>
              <a:gd name="connsiteY40" fmla="*/ 1470431 h 1598136"/>
              <a:gd name="connsiteX41" fmla="*/ 5666577 w 9662615"/>
              <a:gd name="connsiteY41" fmla="*/ 1473921 h 1598136"/>
              <a:gd name="connsiteX42" fmla="*/ 5649068 w 9662615"/>
              <a:gd name="connsiteY42" fmla="*/ 1461676 h 1598136"/>
              <a:gd name="connsiteX43" fmla="*/ 5588902 w 9662615"/>
              <a:gd name="connsiteY43" fmla="*/ 1469647 h 1598136"/>
              <a:gd name="connsiteX44" fmla="*/ 5498090 w 9662615"/>
              <a:gd name="connsiteY44" fmla="*/ 1483173 h 1598136"/>
              <a:gd name="connsiteX45" fmla="*/ 5444641 w 9662615"/>
              <a:gd name="connsiteY45" fmla="*/ 1487602 h 1598136"/>
              <a:gd name="connsiteX46" fmla="*/ 5299812 w 9662615"/>
              <a:gd name="connsiteY46" fmla="*/ 1503362 h 1598136"/>
              <a:gd name="connsiteX47" fmla="*/ 5213947 w 9662615"/>
              <a:gd name="connsiteY47" fmla="*/ 1516637 h 1598136"/>
              <a:gd name="connsiteX48" fmla="*/ 5090342 w 9662615"/>
              <a:gd name="connsiteY48" fmla="*/ 1546680 h 1598136"/>
              <a:gd name="connsiteX49" fmla="*/ 5129812 w 9662615"/>
              <a:gd name="connsiteY49" fmla="*/ 1521277 h 1598136"/>
              <a:gd name="connsiteX50" fmla="*/ 5059484 w 9662615"/>
              <a:gd name="connsiteY50" fmla="*/ 1546802 h 1598136"/>
              <a:gd name="connsiteX51" fmla="*/ 5050958 w 9662615"/>
              <a:gd name="connsiteY51" fmla="*/ 1545776 h 1598136"/>
              <a:gd name="connsiteX52" fmla="*/ 5038524 w 9662615"/>
              <a:gd name="connsiteY52" fmla="*/ 1545675 h 1598136"/>
              <a:gd name="connsiteX53" fmla="*/ 5038223 w 9662615"/>
              <a:gd name="connsiteY53" fmla="*/ 1545881 h 1598136"/>
              <a:gd name="connsiteX54" fmla="*/ 5026564 w 9662615"/>
              <a:gd name="connsiteY54" fmla="*/ 1545376 h 1598136"/>
              <a:gd name="connsiteX55" fmla="*/ 4969433 w 9662615"/>
              <a:gd name="connsiteY55" fmla="*/ 1540263 h 1598136"/>
              <a:gd name="connsiteX56" fmla="*/ 4921303 w 9662615"/>
              <a:gd name="connsiteY56" fmla="*/ 1575379 h 1598136"/>
              <a:gd name="connsiteX57" fmla="*/ 4863775 w 9662615"/>
              <a:gd name="connsiteY57" fmla="*/ 1562633 h 1598136"/>
              <a:gd name="connsiteX58" fmla="*/ 4847242 w 9662615"/>
              <a:gd name="connsiteY58" fmla="*/ 1565435 h 1598136"/>
              <a:gd name="connsiteX59" fmla="*/ 4856839 w 9662615"/>
              <a:gd name="connsiteY59" fmla="*/ 1598136 h 1598136"/>
              <a:gd name="connsiteX60" fmla="*/ 4791466 w 9662615"/>
              <a:gd name="connsiteY60" fmla="*/ 1561324 h 1598136"/>
              <a:gd name="connsiteX61" fmla="*/ 4784247 w 9662615"/>
              <a:gd name="connsiteY61" fmla="*/ 1562342 h 1598136"/>
              <a:gd name="connsiteX62" fmla="*/ 4748477 w 9662615"/>
              <a:gd name="connsiteY62" fmla="*/ 1556925 h 1598136"/>
              <a:gd name="connsiteX63" fmla="*/ 4730033 w 9662615"/>
              <a:gd name="connsiteY63" fmla="*/ 1555274 h 1598136"/>
              <a:gd name="connsiteX64" fmla="*/ 4724747 w 9662615"/>
              <a:gd name="connsiteY64" fmla="*/ 1552439 h 1598136"/>
              <a:gd name="connsiteX65" fmla="*/ 4697562 w 9662615"/>
              <a:gd name="connsiteY65" fmla="*/ 1551206 h 1598136"/>
              <a:gd name="connsiteX66" fmla="*/ 4662664 w 9662615"/>
              <a:gd name="connsiteY66" fmla="*/ 1573162 h 1598136"/>
              <a:gd name="connsiteX67" fmla="*/ 4603028 w 9662615"/>
              <a:gd name="connsiteY67" fmla="*/ 1568821 h 1598136"/>
              <a:gd name="connsiteX68" fmla="*/ 4541612 w 9662615"/>
              <a:gd name="connsiteY68" fmla="*/ 1545262 h 1598136"/>
              <a:gd name="connsiteX69" fmla="*/ 4422155 w 9662615"/>
              <a:gd name="connsiteY69" fmla="*/ 1542059 h 1598136"/>
              <a:gd name="connsiteX70" fmla="*/ 4221826 w 9662615"/>
              <a:gd name="connsiteY70" fmla="*/ 1508923 h 1598136"/>
              <a:gd name="connsiteX71" fmla="*/ 4096601 w 9662615"/>
              <a:gd name="connsiteY71" fmla="*/ 1521563 h 1598136"/>
              <a:gd name="connsiteX72" fmla="*/ 3970635 w 9662615"/>
              <a:gd name="connsiteY72" fmla="*/ 1544815 h 1598136"/>
              <a:gd name="connsiteX73" fmla="*/ 3833906 w 9662615"/>
              <a:gd name="connsiteY73" fmla="*/ 1516637 h 1598136"/>
              <a:gd name="connsiteX74" fmla="*/ 3696258 w 9662615"/>
              <a:gd name="connsiteY74" fmla="*/ 1537563 h 1598136"/>
              <a:gd name="connsiteX75" fmla="*/ 3594070 w 9662615"/>
              <a:gd name="connsiteY75" fmla="*/ 1509422 h 1598136"/>
              <a:gd name="connsiteX76" fmla="*/ 3565233 w 9662615"/>
              <a:gd name="connsiteY76" fmla="*/ 1515122 h 1598136"/>
              <a:gd name="connsiteX77" fmla="*/ 3560267 w 9662615"/>
              <a:gd name="connsiteY77" fmla="*/ 1516288 h 1598136"/>
              <a:gd name="connsiteX78" fmla="*/ 3540258 w 9662615"/>
              <a:gd name="connsiteY78" fmla="*/ 1516976 h 1598136"/>
              <a:gd name="connsiteX79" fmla="*/ 3534780 w 9662615"/>
              <a:gd name="connsiteY79" fmla="*/ 1522141 h 1598136"/>
              <a:gd name="connsiteX80" fmla="*/ 3504783 w 9662615"/>
              <a:gd name="connsiteY80" fmla="*/ 1526739 h 1598136"/>
              <a:gd name="connsiteX81" fmla="*/ 3430805 w 9662615"/>
              <a:gd name="connsiteY81" fmla="*/ 1542521 h 1598136"/>
              <a:gd name="connsiteX82" fmla="*/ 3292707 w 9662615"/>
              <a:gd name="connsiteY82" fmla="*/ 1520490 h 1598136"/>
              <a:gd name="connsiteX83" fmla="*/ 3187872 w 9662615"/>
              <a:gd name="connsiteY83" fmla="*/ 1519991 h 1598136"/>
              <a:gd name="connsiteX84" fmla="*/ 3148026 w 9662615"/>
              <a:gd name="connsiteY84" fmla="*/ 1524777 h 1598136"/>
              <a:gd name="connsiteX85" fmla="*/ 3092394 w 9662615"/>
              <a:gd name="connsiteY85" fmla="*/ 1528115 h 1598136"/>
              <a:gd name="connsiteX86" fmla="*/ 2994200 w 9662615"/>
              <a:gd name="connsiteY86" fmla="*/ 1537857 h 1598136"/>
              <a:gd name="connsiteX87" fmla="*/ 2862301 w 9662615"/>
              <a:gd name="connsiteY87" fmla="*/ 1544250 h 1598136"/>
              <a:gd name="connsiteX88" fmla="*/ 2766335 w 9662615"/>
              <a:gd name="connsiteY88" fmla="*/ 1527662 h 1598136"/>
              <a:gd name="connsiteX89" fmla="*/ 2757836 w 9662615"/>
              <a:gd name="connsiteY89" fmla="*/ 1531371 h 1598136"/>
              <a:gd name="connsiteX90" fmla="*/ 2691555 w 9662615"/>
              <a:gd name="connsiteY90" fmla="*/ 1530283 h 1598136"/>
              <a:gd name="connsiteX91" fmla="*/ 2491676 w 9662615"/>
              <a:gd name="connsiteY91" fmla="*/ 1500859 h 1598136"/>
              <a:gd name="connsiteX92" fmla="*/ 2378036 w 9662615"/>
              <a:gd name="connsiteY92" fmla="*/ 1520645 h 1598136"/>
              <a:gd name="connsiteX93" fmla="*/ 2284269 w 9662615"/>
              <a:gd name="connsiteY93" fmla="*/ 1503068 h 1598136"/>
              <a:gd name="connsiteX94" fmla="*/ 2207104 w 9662615"/>
              <a:gd name="connsiteY94" fmla="*/ 1508888 h 1598136"/>
              <a:gd name="connsiteX95" fmla="*/ 2149226 w 9662615"/>
              <a:gd name="connsiteY95" fmla="*/ 1523409 h 1598136"/>
              <a:gd name="connsiteX96" fmla="*/ 2084783 w 9662615"/>
              <a:gd name="connsiteY96" fmla="*/ 1524245 h 1598136"/>
              <a:gd name="connsiteX97" fmla="*/ 2070075 w 9662615"/>
              <a:gd name="connsiteY97" fmla="*/ 1511285 h 1598136"/>
              <a:gd name="connsiteX98" fmla="*/ 2001057 w 9662615"/>
              <a:gd name="connsiteY98" fmla="*/ 1516449 h 1598136"/>
              <a:gd name="connsiteX99" fmla="*/ 1896330 w 9662615"/>
              <a:gd name="connsiteY99" fmla="*/ 1525725 h 1598136"/>
              <a:gd name="connsiteX100" fmla="*/ 1835994 w 9662615"/>
              <a:gd name="connsiteY100" fmla="*/ 1527678 h 1598136"/>
              <a:gd name="connsiteX101" fmla="*/ 1671119 w 9662615"/>
              <a:gd name="connsiteY101" fmla="*/ 1536701 h 1598136"/>
              <a:gd name="connsiteX102" fmla="*/ 1601337 w 9662615"/>
              <a:gd name="connsiteY102" fmla="*/ 1548552 h 1598136"/>
              <a:gd name="connsiteX103" fmla="*/ 1407755 w 9662615"/>
              <a:gd name="connsiteY103" fmla="*/ 1571444 h 1598136"/>
              <a:gd name="connsiteX104" fmla="*/ 1271994 w 9662615"/>
              <a:gd name="connsiteY104" fmla="*/ 1579471 h 1598136"/>
              <a:gd name="connsiteX105" fmla="*/ 1249226 w 9662615"/>
              <a:gd name="connsiteY105" fmla="*/ 1583140 h 1598136"/>
              <a:gd name="connsiteX106" fmla="*/ 1217719 w 9662615"/>
              <a:gd name="connsiteY106" fmla="*/ 1580863 h 1598136"/>
              <a:gd name="connsiteX107" fmla="*/ 1091432 w 9662615"/>
              <a:gd name="connsiteY107" fmla="*/ 1571003 h 1598136"/>
              <a:gd name="connsiteX108" fmla="*/ 992039 w 9662615"/>
              <a:gd name="connsiteY108" fmla="*/ 1556662 h 1598136"/>
              <a:gd name="connsiteX109" fmla="*/ 868264 w 9662615"/>
              <a:gd name="connsiteY109" fmla="*/ 1566392 h 1598136"/>
              <a:gd name="connsiteX110" fmla="*/ 792765 w 9662615"/>
              <a:gd name="connsiteY110" fmla="*/ 1563102 h 1598136"/>
              <a:gd name="connsiteX111" fmla="*/ 669055 w 9662615"/>
              <a:gd name="connsiteY111" fmla="*/ 1543638 h 1598136"/>
              <a:gd name="connsiteX112" fmla="*/ 506152 w 9662615"/>
              <a:gd name="connsiteY112" fmla="*/ 1549124 h 1598136"/>
              <a:gd name="connsiteX113" fmla="*/ 472797 w 9662615"/>
              <a:gd name="connsiteY113" fmla="*/ 1568904 h 1598136"/>
              <a:gd name="connsiteX114" fmla="*/ 427864 w 9662615"/>
              <a:gd name="connsiteY114" fmla="*/ 1580848 h 1598136"/>
              <a:gd name="connsiteX115" fmla="*/ 408381 w 9662615"/>
              <a:gd name="connsiteY115" fmla="*/ 1552940 h 1598136"/>
              <a:gd name="connsiteX116" fmla="*/ 267163 w 9662615"/>
              <a:gd name="connsiteY116" fmla="*/ 1531913 h 1598136"/>
              <a:gd name="connsiteX117" fmla="*/ 196644 w 9662615"/>
              <a:gd name="connsiteY117" fmla="*/ 1524565 h 1598136"/>
              <a:gd name="connsiteX118" fmla="*/ 86819 w 9662615"/>
              <a:gd name="connsiteY118" fmla="*/ 1519517 h 1598136"/>
              <a:gd name="connsiteX119" fmla="*/ 53369 w 9662615"/>
              <a:gd name="connsiteY119" fmla="*/ 1516853 h 1598136"/>
              <a:gd name="connsiteX120" fmla="*/ 2359 w 9662615"/>
              <a:gd name="connsiteY120" fmla="*/ 1515247 h 1598136"/>
              <a:gd name="connsiteX121" fmla="*/ 0 w 9662615"/>
              <a:gd name="connsiteY121" fmla="*/ 1514932 h 1598136"/>
              <a:gd name="connsiteX122" fmla="*/ 0 w 9662615"/>
              <a:gd name="connsiteY122" fmla="*/ 0 h 1598136"/>
              <a:gd name="connsiteX0" fmla="*/ 0 w 9662615"/>
              <a:gd name="connsiteY0" fmla="*/ 0 h 1598136"/>
              <a:gd name="connsiteX1" fmla="*/ 9662615 w 9662615"/>
              <a:gd name="connsiteY1" fmla="*/ 0 h 1598136"/>
              <a:gd name="connsiteX2" fmla="*/ 9662615 w 9662615"/>
              <a:gd name="connsiteY2" fmla="*/ 1280346 h 1598136"/>
              <a:gd name="connsiteX3" fmla="*/ 9658420 w 9662615"/>
              <a:gd name="connsiteY3" fmla="*/ 1280106 h 1598136"/>
              <a:gd name="connsiteX4" fmla="*/ 9469546 w 9662615"/>
              <a:gd name="connsiteY4" fmla="*/ 1289837 h 1598136"/>
              <a:gd name="connsiteX5" fmla="*/ 9385895 w 9662615"/>
              <a:gd name="connsiteY5" fmla="*/ 1269203 h 1598136"/>
              <a:gd name="connsiteX6" fmla="*/ 9144767 w 9662615"/>
              <a:gd name="connsiteY6" fmla="*/ 1264120 h 1598136"/>
              <a:gd name="connsiteX7" fmla="*/ 8837252 w 9662615"/>
              <a:gd name="connsiteY7" fmla="*/ 1350515 h 1598136"/>
              <a:gd name="connsiteX8" fmla="*/ 8705466 w 9662615"/>
              <a:gd name="connsiteY8" fmla="*/ 1342419 h 1598136"/>
              <a:gd name="connsiteX9" fmla="*/ 8652221 w 9662615"/>
              <a:gd name="connsiteY9" fmla="*/ 1326906 h 1598136"/>
              <a:gd name="connsiteX10" fmla="*/ 8632312 w 9662615"/>
              <a:gd name="connsiteY10" fmla="*/ 1326025 h 1598136"/>
              <a:gd name="connsiteX11" fmla="*/ 8591582 w 9662615"/>
              <a:gd name="connsiteY11" fmla="*/ 1341666 h 1598136"/>
              <a:gd name="connsiteX12" fmla="*/ 8537336 w 9662615"/>
              <a:gd name="connsiteY12" fmla="*/ 1341684 h 1598136"/>
              <a:gd name="connsiteX13" fmla="*/ 8472508 w 9662615"/>
              <a:gd name="connsiteY13" fmla="*/ 1363109 h 1598136"/>
              <a:gd name="connsiteX14" fmla="*/ 8258477 w 9662615"/>
              <a:gd name="connsiteY14" fmla="*/ 1370666 h 1598136"/>
              <a:gd name="connsiteX15" fmla="*/ 8197961 w 9662615"/>
              <a:gd name="connsiteY15" fmla="*/ 1392804 h 1598136"/>
              <a:gd name="connsiteX16" fmla="*/ 8171196 w 9662615"/>
              <a:gd name="connsiteY16" fmla="*/ 1397216 h 1598136"/>
              <a:gd name="connsiteX17" fmla="*/ 8127667 w 9662615"/>
              <a:gd name="connsiteY17" fmla="*/ 1418254 h 1598136"/>
              <a:gd name="connsiteX18" fmla="*/ 7974579 w 9662615"/>
              <a:gd name="connsiteY18" fmla="*/ 1383439 h 1598136"/>
              <a:gd name="connsiteX19" fmla="*/ 7768351 w 9662615"/>
              <a:gd name="connsiteY19" fmla="*/ 1395051 h 1598136"/>
              <a:gd name="connsiteX20" fmla="*/ 7635985 w 9662615"/>
              <a:gd name="connsiteY20" fmla="*/ 1386363 h 1598136"/>
              <a:gd name="connsiteX21" fmla="*/ 7466069 w 9662615"/>
              <a:gd name="connsiteY21" fmla="*/ 1377654 h 1598136"/>
              <a:gd name="connsiteX22" fmla="*/ 7355642 w 9662615"/>
              <a:gd name="connsiteY22" fmla="*/ 1407761 h 1598136"/>
              <a:gd name="connsiteX23" fmla="*/ 7151610 w 9662615"/>
              <a:gd name="connsiteY23" fmla="*/ 1397856 h 1598136"/>
              <a:gd name="connsiteX24" fmla="*/ 7082147 w 9662615"/>
              <a:gd name="connsiteY24" fmla="*/ 1406113 h 1598136"/>
              <a:gd name="connsiteX25" fmla="*/ 7014958 w 9662615"/>
              <a:gd name="connsiteY25" fmla="*/ 1396883 h 1598136"/>
              <a:gd name="connsiteX26" fmla="*/ 6907567 w 9662615"/>
              <a:gd name="connsiteY26" fmla="*/ 1419149 h 1598136"/>
              <a:gd name="connsiteX27" fmla="*/ 6748428 w 9662615"/>
              <a:gd name="connsiteY27" fmla="*/ 1420308 h 1598136"/>
              <a:gd name="connsiteX28" fmla="*/ 6654257 w 9662615"/>
              <a:gd name="connsiteY28" fmla="*/ 1424143 h 1598136"/>
              <a:gd name="connsiteX29" fmla="*/ 6620123 w 9662615"/>
              <a:gd name="connsiteY29" fmla="*/ 1430535 h 1598136"/>
              <a:gd name="connsiteX30" fmla="*/ 6571355 w 9662615"/>
              <a:gd name="connsiteY30" fmla="*/ 1436144 h 1598136"/>
              <a:gd name="connsiteX31" fmla="*/ 6486557 w 9662615"/>
              <a:gd name="connsiteY31" fmla="*/ 1449861 h 1598136"/>
              <a:gd name="connsiteX32" fmla="*/ 6370419 w 9662615"/>
              <a:gd name="connsiteY32" fmla="*/ 1461649 h 1598136"/>
              <a:gd name="connsiteX33" fmla="*/ 6278839 w 9662615"/>
              <a:gd name="connsiteY33" fmla="*/ 1449160 h 1598136"/>
              <a:gd name="connsiteX34" fmla="*/ 6272455 w 9662615"/>
              <a:gd name="connsiteY34" fmla="*/ 1453191 h 1598136"/>
              <a:gd name="connsiteX35" fmla="*/ 6212659 w 9662615"/>
              <a:gd name="connsiteY35" fmla="*/ 1454850 h 1598136"/>
              <a:gd name="connsiteX36" fmla="*/ 6069317 w 9662615"/>
              <a:gd name="connsiteY36" fmla="*/ 1445838 h 1598136"/>
              <a:gd name="connsiteX37" fmla="*/ 5878477 w 9662615"/>
              <a:gd name="connsiteY37" fmla="*/ 1439180 h 1598136"/>
              <a:gd name="connsiteX38" fmla="*/ 5838387 w 9662615"/>
              <a:gd name="connsiteY38" fmla="*/ 1444679 h 1598136"/>
              <a:gd name="connsiteX39" fmla="*/ 5771136 w 9662615"/>
              <a:gd name="connsiteY39" fmla="*/ 1453639 h 1598136"/>
              <a:gd name="connsiteX40" fmla="*/ 5724081 w 9662615"/>
              <a:gd name="connsiteY40" fmla="*/ 1470431 h 1598136"/>
              <a:gd name="connsiteX41" fmla="*/ 5666577 w 9662615"/>
              <a:gd name="connsiteY41" fmla="*/ 1473921 h 1598136"/>
              <a:gd name="connsiteX42" fmla="*/ 5649068 w 9662615"/>
              <a:gd name="connsiteY42" fmla="*/ 1461676 h 1598136"/>
              <a:gd name="connsiteX43" fmla="*/ 5588902 w 9662615"/>
              <a:gd name="connsiteY43" fmla="*/ 1469647 h 1598136"/>
              <a:gd name="connsiteX44" fmla="*/ 5498090 w 9662615"/>
              <a:gd name="connsiteY44" fmla="*/ 1483173 h 1598136"/>
              <a:gd name="connsiteX45" fmla="*/ 5444641 w 9662615"/>
              <a:gd name="connsiteY45" fmla="*/ 1487602 h 1598136"/>
              <a:gd name="connsiteX46" fmla="*/ 5299812 w 9662615"/>
              <a:gd name="connsiteY46" fmla="*/ 1503362 h 1598136"/>
              <a:gd name="connsiteX47" fmla="*/ 5213947 w 9662615"/>
              <a:gd name="connsiteY47" fmla="*/ 1516637 h 1598136"/>
              <a:gd name="connsiteX48" fmla="*/ 5090342 w 9662615"/>
              <a:gd name="connsiteY48" fmla="*/ 1546680 h 1598136"/>
              <a:gd name="connsiteX49" fmla="*/ 5129812 w 9662615"/>
              <a:gd name="connsiteY49" fmla="*/ 1521277 h 1598136"/>
              <a:gd name="connsiteX50" fmla="*/ 5059484 w 9662615"/>
              <a:gd name="connsiteY50" fmla="*/ 1546802 h 1598136"/>
              <a:gd name="connsiteX51" fmla="*/ 5050958 w 9662615"/>
              <a:gd name="connsiteY51" fmla="*/ 1545776 h 1598136"/>
              <a:gd name="connsiteX52" fmla="*/ 5038524 w 9662615"/>
              <a:gd name="connsiteY52" fmla="*/ 1545675 h 1598136"/>
              <a:gd name="connsiteX53" fmla="*/ 5026564 w 9662615"/>
              <a:gd name="connsiteY53" fmla="*/ 1545376 h 1598136"/>
              <a:gd name="connsiteX54" fmla="*/ 4969433 w 9662615"/>
              <a:gd name="connsiteY54" fmla="*/ 1540263 h 1598136"/>
              <a:gd name="connsiteX55" fmla="*/ 4921303 w 9662615"/>
              <a:gd name="connsiteY55" fmla="*/ 1575379 h 1598136"/>
              <a:gd name="connsiteX56" fmla="*/ 4863775 w 9662615"/>
              <a:gd name="connsiteY56" fmla="*/ 1562633 h 1598136"/>
              <a:gd name="connsiteX57" fmla="*/ 4847242 w 9662615"/>
              <a:gd name="connsiteY57" fmla="*/ 1565435 h 1598136"/>
              <a:gd name="connsiteX58" fmla="*/ 4856839 w 9662615"/>
              <a:gd name="connsiteY58" fmla="*/ 1598136 h 1598136"/>
              <a:gd name="connsiteX59" fmla="*/ 4791466 w 9662615"/>
              <a:gd name="connsiteY59" fmla="*/ 1561324 h 1598136"/>
              <a:gd name="connsiteX60" fmla="*/ 4784247 w 9662615"/>
              <a:gd name="connsiteY60" fmla="*/ 1562342 h 1598136"/>
              <a:gd name="connsiteX61" fmla="*/ 4748477 w 9662615"/>
              <a:gd name="connsiteY61" fmla="*/ 1556925 h 1598136"/>
              <a:gd name="connsiteX62" fmla="*/ 4730033 w 9662615"/>
              <a:gd name="connsiteY62" fmla="*/ 1555274 h 1598136"/>
              <a:gd name="connsiteX63" fmla="*/ 4724747 w 9662615"/>
              <a:gd name="connsiteY63" fmla="*/ 1552439 h 1598136"/>
              <a:gd name="connsiteX64" fmla="*/ 4697562 w 9662615"/>
              <a:gd name="connsiteY64" fmla="*/ 1551206 h 1598136"/>
              <a:gd name="connsiteX65" fmla="*/ 4662664 w 9662615"/>
              <a:gd name="connsiteY65" fmla="*/ 1573162 h 1598136"/>
              <a:gd name="connsiteX66" fmla="*/ 4603028 w 9662615"/>
              <a:gd name="connsiteY66" fmla="*/ 1568821 h 1598136"/>
              <a:gd name="connsiteX67" fmla="*/ 4541612 w 9662615"/>
              <a:gd name="connsiteY67" fmla="*/ 1545262 h 1598136"/>
              <a:gd name="connsiteX68" fmla="*/ 4422155 w 9662615"/>
              <a:gd name="connsiteY68" fmla="*/ 1542059 h 1598136"/>
              <a:gd name="connsiteX69" fmla="*/ 4221826 w 9662615"/>
              <a:gd name="connsiteY69" fmla="*/ 1508923 h 1598136"/>
              <a:gd name="connsiteX70" fmla="*/ 4096601 w 9662615"/>
              <a:gd name="connsiteY70" fmla="*/ 1521563 h 1598136"/>
              <a:gd name="connsiteX71" fmla="*/ 3970635 w 9662615"/>
              <a:gd name="connsiteY71" fmla="*/ 1544815 h 1598136"/>
              <a:gd name="connsiteX72" fmla="*/ 3833906 w 9662615"/>
              <a:gd name="connsiteY72" fmla="*/ 1516637 h 1598136"/>
              <a:gd name="connsiteX73" fmla="*/ 3696258 w 9662615"/>
              <a:gd name="connsiteY73" fmla="*/ 1537563 h 1598136"/>
              <a:gd name="connsiteX74" fmla="*/ 3594070 w 9662615"/>
              <a:gd name="connsiteY74" fmla="*/ 1509422 h 1598136"/>
              <a:gd name="connsiteX75" fmla="*/ 3565233 w 9662615"/>
              <a:gd name="connsiteY75" fmla="*/ 1515122 h 1598136"/>
              <a:gd name="connsiteX76" fmla="*/ 3560267 w 9662615"/>
              <a:gd name="connsiteY76" fmla="*/ 1516288 h 1598136"/>
              <a:gd name="connsiteX77" fmla="*/ 3540258 w 9662615"/>
              <a:gd name="connsiteY77" fmla="*/ 1516976 h 1598136"/>
              <a:gd name="connsiteX78" fmla="*/ 3534780 w 9662615"/>
              <a:gd name="connsiteY78" fmla="*/ 1522141 h 1598136"/>
              <a:gd name="connsiteX79" fmla="*/ 3504783 w 9662615"/>
              <a:gd name="connsiteY79" fmla="*/ 1526739 h 1598136"/>
              <a:gd name="connsiteX80" fmla="*/ 3430805 w 9662615"/>
              <a:gd name="connsiteY80" fmla="*/ 1542521 h 1598136"/>
              <a:gd name="connsiteX81" fmla="*/ 3292707 w 9662615"/>
              <a:gd name="connsiteY81" fmla="*/ 1520490 h 1598136"/>
              <a:gd name="connsiteX82" fmla="*/ 3187872 w 9662615"/>
              <a:gd name="connsiteY82" fmla="*/ 1519991 h 1598136"/>
              <a:gd name="connsiteX83" fmla="*/ 3148026 w 9662615"/>
              <a:gd name="connsiteY83" fmla="*/ 1524777 h 1598136"/>
              <a:gd name="connsiteX84" fmla="*/ 3092394 w 9662615"/>
              <a:gd name="connsiteY84" fmla="*/ 1528115 h 1598136"/>
              <a:gd name="connsiteX85" fmla="*/ 2994200 w 9662615"/>
              <a:gd name="connsiteY85" fmla="*/ 1537857 h 1598136"/>
              <a:gd name="connsiteX86" fmla="*/ 2862301 w 9662615"/>
              <a:gd name="connsiteY86" fmla="*/ 1544250 h 1598136"/>
              <a:gd name="connsiteX87" fmla="*/ 2766335 w 9662615"/>
              <a:gd name="connsiteY87" fmla="*/ 1527662 h 1598136"/>
              <a:gd name="connsiteX88" fmla="*/ 2757836 w 9662615"/>
              <a:gd name="connsiteY88" fmla="*/ 1531371 h 1598136"/>
              <a:gd name="connsiteX89" fmla="*/ 2691555 w 9662615"/>
              <a:gd name="connsiteY89" fmla="*/ 1530283 h 1598136"/>
              <a:gd name="connsiteX90" fmla="*/ 2491676 w 9662615"/>
              <a:gd name="connsiteY90" fmla="*/ 1500859 h 1598136"/>
              <a:gd name="connsiteX91" fmla="*/ 2378036 w 9662615"/>
              <a:gd name="connsiteY91" fmla="*/ 1520645 h 1598136"/>
              <a:gd name="connsiteX92" fmla="*/ 2284269 w 9662615"/>
              <a:gd name="connsiteY92" fmla="*/ 1503068 h 1598136"/>
              <a:gd name="connsiteX93" fmla="*/ 2207104 w 9662615"/>
              <a:gd name="connsiteY93" fmla="*/ 1508888 h 1598136"/>
              <a:gd name="connsiteX94" fmla="*/ 2149226 w 9662615"/>
              <a:gd name="connsiteY94" fmla="*/ 1523409 h 1598136"/>
              <a:gd name="connsiteX95" fmla="*/ 2084783 w 9662615"/>
              <a:gd name="connsiteY95" fmla="*/ 1524245 h 1598136"/>
              <a:gd name="connsiteX96" fmla="*/ 2070075 w 9662615"/>
              <a:gd name="connsiteY96" fmla="*/ 1511285 h 1598136"/>
              <a:gd name="connsiteX97" fmla="*/ 2001057 w 9662615"/>
              <a:gd name="connsiteY97" fmla="*/ 1516449 h 1598136"/>
              <a:gd name="connsiteX98" fmla="*/ 1896330 w 9662615"/>
              <a:gd name="connsiteY98" fmla="*/ 1525725 h 1598136"/>
              <a:gd name="connsiteX99" fmla="*/ 1835994 w 9662615"/>
              <a:gd name="connsiteY99" fmla="*/ 1527678 h 1598136"/>
              <a:gd name="connsiteX100" fmla="*/ 1671119 w 9662615"/>
              <a:gd name="connsiteY100" fmla="*/ 1536701 h 1598136"/>
              <a:gd name="connsiteX101" fmla="*/ 1601337 w 9662615"/>
              <a:gd name="connsiteY101" fmla="*/ 1548552 h 1598136"/>
              <a:gd name="connsiteX102" fmla="*/ 1407755 w 9662615"/>
              <a:gd name="connsiteY102" fmla="*/ 1571444 h 1598136"/>
              <a:gd name="connsiteX103" fmla="*/ 1271994 w 9662615"/>
              <a:gd name="connsiteY103" fmla="*/ 1579471 h 1598136"/>
              <a:gd name="connsiteX104" fmla="*/ 1249226 w 9662615"/>
              <a:gd name="connsiteY104" fmla="*/ 1583140 h 1598136"/>
              <a:gd name="connsiteX105" fmla="*/ 1217719 w 9662615"/>
              <a:gd name="connsiteY105" fmla="*/ 1580863 h 1598136"/>
              <a:gd name="connsiteX106" fmla="*/ 1091432 w 9662615"/>
              <a:gd name="connsiteY106" fmla="*/ 1571003 h 1598136"/>
              <a:gd name="connsiteX107" fmla="*/ 992039 w 9662615"/>
              <a:gd name="connsiteY107" fmla="*/ 1556662 h 1598136"/>
              <a:gd name="connsiteX108" fmla="*/ 868264 w 9662615"/>
              <a:gd name="connsiteY108" fmla="*/ 1566392 h 1598136"/>
              <a:gd name="connsiteX109" fmla="*/ 792765 w 9662615"/>
              <a:gd name="connsiteY109" fmla="*/ 1563102 h 1598136"/>
              <a:gd name="connsiteX110" fmla="*/ 669055 w 9662615"/>
              <a:gd name="connsiteY110" fmla="*/ 1543638 h 1598136"/>
              <a:gd name="connsiteX111" fmla="*/ 506152 w 9662615"/>
              <a:gd name="connsiteY111" fmla="*/ 1549124 h 1598136"/>
              <a:gd name="connsiteX112" fmla="*/ 472797 w 9662615"/>
              <a:gd name="connsiteY112" fmla="*/ 1568904 h 1598136"/>
              <a:gd name="connsiteX113" fmla="*/ 427864 w 9662615"/>
              <a:gd name="connsiteY113" fmla="*/ 1580848 h 1598136"/>
              <a:gd name="connsiteX114" fmla="*/ 408381 w 9662615"/>
              <a:gd name="connsiteY114" fmla="*/ 1552940 h 1598136"/>
              <a:gd name="connsiteX115" fmla="*/ 267163 w 9662615"/>
              <a:gd name="connsiteY115" fmla="*/ 1531913 h 1598136"/>
              <a:gd name="connsiteX116" fmla="*/ 196644 w 9662615"/>
              <a:gd name="connsiteY116" fmla="*/ 1524565 h 1598136"/>
              <a:gd name="connsiteX117" fmla="*/ 86819 w 9662615"/>
              <a:gd name="connsiteY117" fmla="*/ 1519517 h 1598136"/>
              <a:gd name="connsiteX118" fmla="*/ 53369 w 9662615"/>
              <a:gd name="connsiteY118" fmla="*/ 1516853 h 1598136"/>
              <a:gd name="connsiteX119" fmla="*/ 2359 w 9662615"/>
              <a:gd name="connsiteY119" fmla="*/ 1515247 h 1598136"/>
              <a:gd name="connsiteX120" fmla="*/ 0 w 9662615"/>
              <a:gd name="connsiteY120" fmla="*/ 1514932 h 1598136"/>
              <a:gd name="connsiteX121" fmla="*/ 0 w 9662615"/>
              <a:gd name="connsiteY121" fmla="*/ 0 h 1598136"/>
              <a:gd name="connsiteX0" fmla="*/ 0 w 9662615"/>
              <a:gd name="connsiteY0" fmla="*/ 0 h 1598136"/>
              <a:gd name="connsiteX1" fmla="*/ 9662615 w 9662615"/>
              <a:gd name="connsiteY1" fmla="*/ 0 h 1598136"/>
              <a:gd name="connsiteX2" fmla="*/ 9662615 w 9662615"/>
              <a:gd name="connsiteY2" fmla="*/ 1280346 h 1598136"/>
              <a:gd name="connsiteX3" fmla="*/ 9658420 w 9662615"/>
              <a:gd name="connsiteY3" fmla="*/ 1280106 h 1598136"/>
              <a:gd name="connsiteX4" fmla="*/ 9469546 w 9662615"/>
              <a:gd name="connsiteY4" fmla="*/ 1289837 h 1598136"/>
              <a:gd name="connsiteX5" fmla="*/ 9385895 w 9662615"/>
              <a:gd name="connsiteY5" fmla="*/ 1269203 h 1598136"/>
              <a:gd name="connsiteX6" fmla="*/ 9144767 w 9662615"/>
              <a:gd name="connsiteY6" fmla="*/ 1264120 h 1598136"/>
              <a:gd name="connsiteX7" fmla="*/ 8837252 w 9662615"/>
              <a:gd name="connsiteY7" fmla="*/ 1350515 h 1598136"/>
              <a:gd name="connsiteX8" fmla="*/ 8705466 w 9662615"/>
              <a:gd name="connsiteY8" fmla="*/ 1342419 h 1598136"/>
              <a:gd name="connsiteX9" fmla="*/ 8652221 w 9662615"/>
              <a:gd name="connsiteY9" fmla="*/ 1326906 h 1598136"/>
              <a:gd name="connsiteX10" fmla="*/ 8632312 w 9662615"/>
              <a:gd name="connsiteY10" fmla="*/ 1326025 h 1598136"/>
              <a:gd name="connsiteX11" fmla="*/ 8591582 w 9662615"/>
              <a:gd name="connsiteY11" fmla="*/ 1341666 h 1598136"/>
              <a:gd name="connsiteX12" fmla="*/ 8537336 w 9662615"/>
              <a:gd name="connsiteY12" fmla="*/ 1341684 h 1598136"/>
              <a:gd name="connsiteX13" fmla="*/ 8472508 w 9662615"/>
              <a:gd name="connsiteY13" fmla="*/ 1363109 h 1598136"/>
              <a:gd name="connsiteX14" fmla="*/ 8258477 w 9662615"/>
              <a:gd name="connsiteY14" fmla="*/ 1370666 h 1598136"/>
              <a:gd name="connsiteX15" fmla="*/ 8197961 w 9662615"/>
              <a:gd name="connsiteY15" fmla="*/ 1392804 h 1598136"/>
              <a:gd name="connsiteX16" fmla="*/ 8171196 w 9662615"/>
              <a:gd name="connsiteY16" fmla="*/ 1397216 h 1598136"/>
              <a:gd name="connsiteX17" fmla="*/ 8127667 w 9662615"/>
              <a:gd name="connsiteY17" fmla="*/ 1418254 h 1598136"/>
              <a:gd name="connsiteX18" fmla="*/ 7974579 w 9662615"/>
              <a:gd name="connsiteY18" fmla="*/ 1383439 h 1598136"/>
              <a:gd name="connsiteX19" fmla="*/ 7768351 w 9662615"/>
              <a:gd name="connsiteY19" fmla="*/ 1395051 h 1598136"/>
              <a:gd name="connsiteX20" fmla="*/ 7635985 w 9662615"/>
              <a:gd name="connsiteY20" fmla="*/ 1386363 h 1598136"/>
              <a:gd name="connsiteX21" fmla="*/ 7466069 w 9662615"/>
              <a:gd name="connsiteY21" fmla="*/ 1377654 h 1598136"/>
              <a:gd name="connsiteX22" fmla="*/ 7355642 w 9662615"/>
              <a:gd name="connsiteY22" fmla="*/ 1407761 h 1598136"/>
              <a:gd name="connsiteX23" fmla="*/ 7151610 w 9662615"/>
              <a:gd name="connsiteY23" fmla="*/ 1397856 h 1598136"/>
              <a:gd name="connsiteX24" fmla="*/ 7082147 w 9662615"/>
              <a:gd name="connsiteY24" fmla="*/ 1406113 h 1598136"/>
              <a:gd name="connsiteX25" fmla="*/ 7014958 w 9662615"/>
              <a:gd name="connsiteY25" fmla="*/ 1396883 h 1598136"/>
              <a:gd name="connsiteX26" fmla="*/ 6907567 w 9662615"/>
              <a:gd name="connsiteY26" fmla="*/ 1419149 h 1598136"/>
              <a:gd name="connsiteX27" fmla="*/ 6748428 w 9662615"/>
              <a:gd name="connsiteY27" fmla="*/ 1420308 h 1598136"/>
              <a:gd name="connsiteX28" fmla="*/ 6654257 w 9662615"/>
              <a:gd name="connsiteY28" fmla="*/ 1424143 h 1598136"/>
              <a:gd name="connsiteX29" fmla="*/ 6620123 w 9662615"/>
              <a:gd name="connsiteY29" fmla="*/ 1430535 h 1598136"/>
              <a:gd name="connsiteX30" fmla="*/ 6571355 w 9662615"/>
              <a:gd name="connsiteY30" fmla="*/ 1436144 h 1598136"/>
              <a:gd name="connsiteX31" fmla="*/ 6486557 w 9662615"/>
              <a:gd name="connsiteY31" fmla="*/ 1449861 h 1598136"/>
              <a:gd name="connsiteX32" fmla="*/ 6370419 w 9662615"/>
              <a:gd name="connsiteY32" fmla="*/ 1461649 h 1598136"/>
              <a:gd name="connsiteX33" fmla="*/ 6278839 w 9662615"/>
              <a:gd name="connsiteY33" fmla="*/ 1449160 h 1598136"/>
              <a:gd name="connsiteX34" fmla="*/ 6272455 w 9662615"/>
              <a:gd name="connsiteY34" fmla="*/ 1453191 h 1598136"/>
              <a:gd name="connsiteX35" fmla="*/ 6212659 w 9662615"/>
              <a:gd name="connsiteY35" fmla="*/ 1454850 h 1598136"/>
              <a:gd name="connsiteX36" fmla="*/ 6069317 w 9662615"/>
              <a:gd name="connsiteY36" fmla="*/ 1445838 h 1598136"/>
              <a:gd name="connsiteX37" fmla="*/ 5878477 w 9662615"/>
              <a:gd name="connsiteY37" fmla="*/ 1439180 h 1598136"/>
              <a:gd name="connsiteX38" fmla="*/ 5838387 w 9662615"/>
              <a:gd name="connsiteY38" fmla="*/ 1444679 h 1598136"/>
              <a:gd name="connsiteX39" fmla="*/ 5771136 w 9662615"/>
              <a:gd name="connsiteY39" fmla="*/ 1453639 h 1598136"/>
              <a:gd name="connsiteX40" fmla="*/ 5724081 w 9662615"/>
              <a:gd name="connsiteY40" fmla="*/ 1470431 h 1598136"/>
              <a:gd name="connsiteX41" fmla="*/ 5666577 w 9662615"/>
              <a:gd name="connsiteY41" fmla="*/ 1473921 h 1598136"/>
              <a:gd name="connsiteX42" fmla="*/ 5649068 w 9662615"/>
              <a:gd name="connsiteY42" fmla="*/ 1461676 h 1598136"/>
              <a:gd name="connsiteX43" fmla="*/ 5588902 w 9662615"/>
              <a:gd name="connsiteY43" fmla="*/ 1469647 h 1598136"/>
              <a:gd name="connsiteX44" fmla="*/ 5498090 w 9662615"/>
              <a:gd name="connsiteY44" fmla="*/ 1483173 h 1598136"/>
              <a:gd name="connsiteX45" fmla="*/ 5444641 w 9662615"/>
              <a:gd name="connsiteY45" fmla="*/ 1487602 h 1598136"/>
              <a:gd name="connsiteX46" fmla="*/ 5299812 w 9662615"/>
              <a:gd name="connsiteY46" fmla="*/ 1503362 h 1598136"/>
              <a:gd name="connsiteX47" fmla="*/ 5213947 w 9662615"/>
              <a:gd name="connsiteY47" fmla="*/ 1516637 h 1598136"/>
              <a:gd name="connsiteX48" fmla="*/ 5090342 w 9662615"/>
              <a:gd name="connsiteY48" fmla="*/ 1546680 h 1598136"/>
              <a:gd name="connsiteX49" fmla="*/ 5129812 w 9662615"/>
              <a:gd name="connsiteY49" fmla="*/ 1521277 h 1598136"/>
              <a:gd name="connsiteX50" fmla="*/ 5059484 w 9662615"/>
              <a:gd name="connsiteY50" fmla="*/ 1546802 h 1598136"/>
              <a:gd name="connsiteX51" fmla="*/ 5038524 w 9662615"/>
              <a:gd name="connsiteY51" fmla="*/ 1545675 h 1598136"/>
              <a:gd name="connsiteX52" fmla="*/ 5026564 w 9662615"/>
              <a:gd name="connsiteY52" fmla="*/ 1545376 h 1598136"/>
              <a:gd name="connsiteX53" fmla="*/ 4969433 w 9662615"/>
              <a:gd name="connsiteY53" fmla="*/ 1540263 h 1598136"/>
              <a:gd name="connsiteX54" fmla="*/ 4921303 w 9662615"/>
              <a:gd name="connsiteY54" fmla="*/ 1575379 h 1598136"/>
              <a:gd name="connsiteX55" fmla="*/ 4863775 w 9662615"/>
              <a:gd name="connsiteY55" fmla="*/ 1562633 h 1598136"/>
              <a:gd name="connsiteX56" fmla="*/ 4847242 w 9662615"/>
              <a:gd name="connsiteY56" fmla="*/ 1565435 h 1598136"/>
              <a:gd name="connsiteX57" fmla="*/ 4856839 w 9662615"/>
              <a:gd name="connsiteY57" fmla="*/ 1598136 h 1598136"/>
              <a:gd name="connsiteX58" fmla="*/ 4791466 w 9662615"/>
              <a:gd name="connsiteY58" fmla="*/ 1561324 h 1598136"/>
              <a:gd name="connsiteX59" fmla="*/ 4784247 w 9662615"/>
              <a:gd name="connsiteY59" fmla="*/ 1562342 h 1598136"/>
              <a:gd name="connsiteX60" fmla="*/ 4748477 w 9662615"/>
              <a:gd name="connsiteY60" fmla="*/ 1556925 h 1598136"/>
              <a:gd name="connsiteX61" fmla="*/ 4730033 w 9662615"/>
              <a:gd name="connsiteY61" fmla="*/ 1555274 h 1598136"/>
              <a:gd name="connsiteX62" fmla="*/ 4724747 w 9662615"/>
              <a:gd name="connsiteY62" fmla="*/ 1552439 h 1598136"/>
              <a:gd name="connsiteX63" fmla="*/ 4697562 w 9662615"/>
              <a:gd name="connsiteY63" fmla="*/ 1551206 h 1598136"/>
              <a:gd name="connsiteX64" fmla="*/ 4662664 w 9662615"/>
              <a:gd name="connsiteY64" fmla="*/ 1573162 h 1598136"/>
              <a:gd name="connsiteX65" fmla="*/ 4603028 w 9662615"/>
              <a:gd name="connsiteY65" fmla="*/ 1568821 h 1598136"/>
              <a:gd name="connsiteX66" fmla="*/ 4541612 w 9662615"/>
              <a:gd name="connsiteY66" fmla="*/ 1545262 h 1598136"/>
              <a:gd name="connsiteX67" fmla="*/ 4422155 w 9662615"/>
              <a:gd name="connsiteY67" fmla="*/ 1542059 h 1598136"/>
              <a:gd name="connsiteX68" fmla="*/ 4221826 w 9662615"/>
              <a:gd name="connsiteY68" fmla="*/ 1508923 h 1598136"/>
              <a:gd name="connsiteX69" fmla="*/ 4096601 w 9662615"/>
              <a:gd name="connsiteY69" fmla="*/ 1521563 h 1598136"/>
              <a:gd name="connsiteX70" fmla="*/ 3970635 w 9662615"/>
              <a:gd name="connsiteY70" fmla="*/ 1544815 h 1598136"/>
              <a:gd name="connsiteX71" fmla="*/ 3833906 w 9662615"/>
              <a:gd name="connsiteY71" fmla="*/ 1516637 h 1598136"/>
              <a:gd name="connsiteX72" fmla="*/ 3696258 w 9662615"/>
              <a:gd name="connsiteY72" fmla="*/ 1537563 h 1598136"/>
              <a:gd name="connsiteX73" fmla="*/ 3594070 w 9662615"/>
              <a:gd name="connsiteY73" fmla="*/ 1509422 h 1598136"/>
              <a:gd name="connsiteX74" fmla="*/ 3565233 w 9662615"/>
              <a:gd name="connsiteY74" fmla="*/ 1515122 h 1598136"/>
              <a:gd name="connsiteX75" fmla="*/ 3560267 w 9662615"/>
              <a:gd name="connsiteY75" fmla="*/ 1516288 h 1598136"/>
              <a:gd name="connsiteX76" fmla="*/ 3540258 w 9662615"/>
              <a:gd name="connsiteY76" fmla="*/ 1516976 h 1598136"/>
              <a:gd name="connsiteX77" fmla="*/ 3534780 w 9662615"/>
              <a:gd name="connsiteY77" fmla="*/ 1522141 h 1598136"/>
              <a:gd name="connsiteX78" fmla="*/ 3504783 w 9662615"/>
              <a:gd name="connsiteY78" fmla="*/ 1526739 h 1598136"/>
              <a:gd name="connsiteX79" fmla="*/ 3430805 w 9662615"/>
              <a:gd name="connsiteY79" fmla="*/ 1542521 h 1598136"/>
              <a:gd name="connsiteX80" fmla="*/ 3292707 w 9662615"/>
              <a:gd name="connsiteY80" fmla="*/ 1520490 h 1598136"/>
              <a:gd name="connsiteX81" fmla="*/ 3187872 w 9662615"/>
              <a:gd name="connsiteY81" fmla="*/ 1519991 h 1598136"/>
              <a:gd name="connsiteX82" fmla="*/ 3148026 w 9662615"/>
              <a:gd name="connsiteY82" fmla="*/ 1524777 h 1598136"/>
              <a:gd name="connsiteX83" fmla="*/ 3092394 w 9662615"/>
              <a:gd name="connsiteY83" fmla="*/ 1528115 h 1598136"/>
              <a:gd name="connsiteX84" fmla="*/ 2994200 w 9662615"/>
              <a:gd name="connsiteY84" fmla="*/ 1537857 h 1598136"/>
              <a:gd name="connsiteX85" fmla="*/ 2862301 w 9662615"/>
              <a:gd name="connsiteY85" fmla="*/ 1544250 h 1598136"/>
              <a:gd name="connsiteX86" fmla="*/ 2766335 w 9662615"/>
              <a:gd name="connsiteY86" fmla="*/ 1527662 h 1598136"/>
              <a:gd name="connsiteX87" fmla="*/ 2757836 w 9662615"/>
              <a:gd name="connsiteY87" fmla="*/ 1531371 h 1598136"/>
              <a:gd name="connsiteX88" fmla="*/ 2691555 w 9662615"/>
              <a:gd name="connsiteY88" fmla="*/ 1530283 h 1598136"/>
              <a:gd name="connsiteX89" fmla="*/ 2491676 w 9662615"/>
              <a:gd name="connsiteY89" fmla="*/ 1500859 h 1598136"/>
              <a:gd name="connsiteX90" fmla="*/ 2378036 w 9662615"/>
              <a:gd name="connsiteY90" fmla="*/ 1520645 h 1598136"/>
              <a:gd name="connsiteX91" fmla="*/ 2284269 w 9662615"/>
              <a:gd name="connsiteY91" fmla="*/ 1503068 h 1598136"/>
              <a:gd name="connsiteX92" fmla="*/ 2207104 w 9662615"/>
              <a:gd name="connsiteY92" fmla="*/ 1508888 h 1598136"/>
              <a:gd name="connsiteX93" fmla="*/ 2149226 w 9662615"/>
              <a:gd name="connsiteY93" fmla="*/ 1523409 h 1598136"/>
              <a:gd name="connsiteX94" fmla="*/ 2084783 w 9662615"/>
              <a:gd name="connsiteY94" fmla="*/ 1524245 h 1598136"/>
              <a:gd name="connsiteX95" fmla="*/ 2070075 w 9662615"/>
              <a:gd name="connsiteY95" fmla="*/ 1511285 h 1598136"/>
              <a:gd name="connsiteX96" fmla="*/ 2001057 w 9662615"/>
              <a:gd name="connsiteY96" fmla="*/ 1516449 h 1598136"/>
              <a:gd name="connsiteX97" fmla="*/ 1896330 w 9662615"/>
              <a:gd name="connsiteY97" fmla="*/ 1525725 h 1598136"/>
              <a:gd name="connsiteX98" fmla="*/ 1835994 w 9662615"/>
              <a:gd name="connsiteY98" fmla="*/ 1527678 h 1598136"/>
              <a:gd name="connsiteX99" fmla="*/ 1671119 w 9662615"/>
              <a:gd name="connsiteY99" fmla="*/ 1536701 h 1598136"/>
              <a:gd name="connsiteX100" fmla="*/ 1601337 w 9662615"/>
              <a:gd name="connsiteY100" fmla="*/ 1548552 h 1598136"/>
              <a:gd name="connsiteX101" fmla="*/ 1407755 w 9662615"/>
              <a:gd name="connsiteY101" fmla="*/ 1571444 h 1598136"/>
              <a:gd name="connsiteX102" fmla="*/ 1271994 w 9662615"/>
              <a:gd name="connsiteY102" fmla="*/ 1579471 h 1598136"/>
              <a:gd name="connsiteX103" fmla="*/ 1249226 w 9662615"/>
              <a:gd name="connsiteY103" fmla="*/ 1583140 h 1598136"/>
              <a:gd name="connsiteX104" fmla="*/ 1217719 w 9662615"/>
              <a:gd name="connsiteY104" fmla="*/ 1580863 h 1598136"/>
              <a:gd name="connsiteX105" fmla="*/ 1091432 w 9662615"/>
              <a:gd name="connsiteY105" fmla="*/ 1571003 h 1598136"/>
              <a:gd name="connsiteX106" fmla="*/ 992039 w 9662615"/>
              <a:gd name="connsiteY106" fmla="*/ 1556662 h 1598136"/>
              <a:gd name="connsiteX107" fmla="*/ 868264 w 9662615"/>
              <a:gd name="connsiteY107" fmla="*/ 1566392 h 1598136"/>
              <a:gd name="connsiteX108" fmla="*/ 792765 w 9662615"/>
              <a:gd name="connsiteY108" fmla="*/ 1563102 h 1598136"/>
              <a:gd name="connsiteX109" fmla="*/ 669055 w 9662615"/>
              <a:gd name="connsiteY109" fmla="*/ 1543638 h 1598136"/>
              <a:gd name="connsiteX110" fmla="*/ 506152 w 9662615"/>
              <a:gd name="connsiteY110" fmla="*/ 1549124 h 1598136"/>
              <a:gd name="connsiteX111" fmla="*/ 472797 w 9662615"/>
              <a:gd name="connsiteY111" fmla="*/ 1568904 h 1598136"/>
              <a:gd name="connsiteX112" fmla="*/ 427864 w 9662615"/>
              <a:gd name="connsiteY112" fmla="*/ 1580848 h 1598136"/>
              <a:gd name="connsiteX113" fmla="*/ 408381 w 9662615"/>
              <a:gd name="connsiteY113" fmla="*/ 1552940 h 1598136"/>
              <a:gd name="connsiteX114" fmla="*/ 267163 w 9662615"/>
              <a:gd name="connsiteY114" fmla="*/ 1531913 h 1598136"/>
              <a:gd name="connsiteX115" fmla="*/ 196644 w 9662615"/>
              <a:gd name="connsiteY115" fmla="*/ 1524565 h 1598136"/>
              <a:gd name="connsiteX116" fmla="*/ 86819 w 9662615"/>
              <a:gd name="connsiteY116" fmla="*/ 1519517 h 1598136"/>
              <a:gd name="connsiteX117" fmla="*/ 53369 w 9662615"/>
              <a:gd name="connsiteY117" fmla="*/ 1516853 h 1598136"/>
              <a:gd name="connsiteX118" fmla="*/ 2359 w 9662615"/>
              <a:gd name="connsiteY118" fmla="*/ 1515247 h 1598136"/>
              <a:gd name="connsiteX119" fmla="*/ 0 w 9662615"/>
              <a:gd name="connsiteY119" fmla="*/ 1514932 h 1598136"/>
              <a:gd name="connsiteX120" fmla="*/ 0 w 9662615"/>
              <a:gd name="connsiteY120" fmla="*/ 0 h 1598136"/>
              <a:gd name="connsiteX0" fmla="*/ 0 w 9662615"/>
              <a:gd name="connsiteY0" fmla="*/ 0 h 1598136"/>
              <a:gd name="connsiteX1" fmla="*/ 9662615 w 9662615"/>
              <a:gd name="connsiteY1" fmla="*/ 0 h 1598136"/>
              <a:gd name="connsiteX2" fmla="*/ 9662615 w 9662615"/>
              <a:gd name="connsiteY2" fmla="*/ 1280346 h 1598136"/>
              <a:gd name="connsiteX3" fmla="*/ 9658420 w 9662615"/>
              <a:gd name="connsiteY3" fmla="*/ 1280106 h 1598136"/>
              <a:gd name="connsiteX4" fmla="*/ 9469546 w 9662615"/>
              <a:gd name="connsiteY4" fmla="*/ 1289837 h 1598136"/>
              <a:gd name="connsiteX5" fmla="*/ 9385895 w 9662615"/>
              <a:gd name="connsiteY5" fmla="*/ 1269203 h 1598136"/>
              <a:gd name="connsiteX6" fmla="*/ 9144767 w 9662615"/>
              <a:gd name="connsiteY6" fmla="*/ 1264120 h 1598136"/>
              <a:gd name="connsiteX7" fmla="*/ 8837252 w 9662615"/>
              <a:gd name="connsiteY7" fmla="*/ 1350515 h 1598136"/>
              <a:gd name="connsiteX8" fmla="*/ 8705466 w 9662615"/>
              <a:gd name="connsiteY8" fmla="*/ 1342419 h 1598136"/>
              <a:gd name="connsiteX9" fmla="*/ 8652221 w 9662615"/>
              <a:gd name="connsiteY9" fmla="*/ 1326906 h 1598136"/>
              <a:gd name="connsiteX10" fmla="*/ 8632312 w 9662615"/>
              <a:gd name="connsiteY10" fmla="*/ 1326025 h 1598136"/>
              <a:gd name="connsiteX11" fmla="*/ 8591582 w 9662615"/>
              <a:gd name="connsiteY11" fmla="*/ 1341666 h 1598136"/>
              <a:gd name="connsiteX12" fmla="*/ 8537336 w 9662615"/>
              <a:gd name="connsiteY12" fmla="*/ 1341684 h 1598136"/>
              <a:gd name="connsiteX13" fmla="*/ 8472508 w 9662615"/>
              <a:gd name="connsiteY13" fmla="*/ 1363109 h 1598136"/>
              <a:gd name="connsiteX14" fmla="*/ 8258477 w 9662615"/>
              <a:gd name="connsiteY14" fmla="*/ 1370666 h 1598136"/>
              <a:gd name="connsiteX15" fmla="*/ 8197961 w 9662615"/>
              <a:gd name="connsiteY15" fmla="*/ 1392804 h 1598136"/>
              <a:gd name="connsiteX16" fmla="*/ 8171196 w 9662615"/>
              <a:gd name="connsiteY16" fmla="*/ 1397216 h 1598136"/>
              <a:gd name="connsiteX17" fmla="*/ 8127667 w 9662615"/>
              <a:gd name="connsiteY17" fmla="*/ 1418254 h 1598136"/>
              <a:gd name="connsiteX18" fmla="*/ 7974579 w 9662615"/>
              <a:gd name="connsiteY18" fmla="*/ 1383439 h 1598136"/>
              <a:gd name="connsiteX19" fmla="*/ 7768351 w 9662615"/>
              <a:gd name="connsiteY19" fmla="*/ 1395051 h 1598136"/>
              <a:gd name="connsiteX20" fmla="*/ 7635985 w 9662615"/>
              <a:gd name="connsiteY20" fmla="*/ 1386363 h 1598136"/>
              <a:gd name="connsiteX21" fmla="*/ 7466069 w 9662615"/>
              <a:gd name="connsiteY21" fmla="*/ 1377654 h 1598136"/>
              <a:gd name="connsiteX22" fmla="*/ 7355642 w 9662615"/>
              <a:gd name="connsiteY22" fmla="*/ 1407761 h 1598136"/>
              <a:gd name="connsiteX23" fmla="*/ 7151610 w 9662615"/>
              <a:gd name="connsiteY23" fmla="*/ 1397856 h 1598136"/>
              <a:gd name="connsiteX24" fmla="*/ 7082147 w 9662615"/>
              <a:gd name="connsiteY24" fmla="*/ 1406113 h 1598136"/>
              <a:gd name="connsiteX25" fmla="*/ 7014958 w 9662615"/>
              <a:gd name="connsiteY25" fmla="*/ 1396883 h 1598136"/>
              <a:gd name="connsiteX26" fmla="*/ 6907567 w 9662615"/>
              <a:gd name="connsiteY26" fmla="*/ 1419149 h 1598136"/>
              <a:gd name="connsiteX27" fmla="*/ 6748428 w 9662615"/>
              <a:gd name="connsiteY27" fmla="*/ 1420308 h 1598136"/>
              <a:gd name="connsiteX28" fmla="*/ 6654257 w 9662615"/>
              <a:gd name="connsiteY28" fmla="*/ 1424143 h 1598136"/>
              <a:gd name="connsiteX29" fmla="*/ 6620123 w 9662615"/>
              <a:gd name="connsiteY29" fmla="*/ 1430535 h 1598136"/>
              <a:gd name="connsiteX30" fmla="*/ 6571355 w 9662615"/>
              <a:gd name="connsiteY30" fmla="*/ 1436144 h 1598136"/>
              <a:gd name="connsiteX31" fmla="*/ 6486557 w 9662615"/>
              <a:gd name="connsiteY31" fmla="*/ 1449861 h 1598136"/>
              <a:gd name="connsiteX32" fmla="*/ 6370419 w 9662615"/>
              <a:gd name="connsiteY32" fmla="*/ 1461649 h 1598136"/>
              <a:gd name="connsiteX33" fmla="*/ 6278839 w 9662615"/>
              <a:gd name="connsiteY33" fmla="*/ 1449160 h 1598136"/>
              <a:gd name="connsiteX34" fmla="*/ 6272455 w 9662615"/>
              <a:gd name="connsiteY34" fmla="*/ 1453191 h 1598136"/>
              <a:gd name="connsiteX35" fmla="*/ 6212659 w 9662615"/>
              <a:gd name="connsiteY35" fmla="*/ 1454850 h 1598136"/>
              <a:gd name="connsiteX36" fmla="*/ 6069317 w 9662615"/>
              <a:gd name="connsiteY36" fmla="*/ 1445838 h 1598136"/>
              <a:gd name="connsiteX37" fmla="*/ 5878477 w 9662615"/>
              <a:gd name="connsiteY37" fmla="*/ 1439180 h 1598136"/>
              <a:gd name="connsiteX38" fmla="*/ 5838387 w 9662615"/>
              <a:gd name="connsiteY38" fmla="*/ 1444679 h 1598136"/>
              <a:gd name="connsiteX39" fmla="*/ 5771136 w 9662615"/>
              <a:gd name="connsiteY39" fmla="*/ 1453639 h 1598136"/>
              <a:gd name="connsiteX40" fmla="*/ 5724081 w 9662615"/>
              <a:gd name="connsiteY40" fmla="*/ 1470431 h 1598136"/>
              <a:gd name="connsiteX41" fmla="*/ 5666577 w 9662615"/>
              <a:gd name="connsiteY41" fmla="*/ 1473921 h 1598136"/>
              <a:gd name="connsiteX42" fmla="*/ 5649068 w 9662615"/>
              <a:gd name="connsiteY42" fmla="*/ 1461676 h 1598136"/>
              <a:gd name="connsiteX43" fmla="*/ 5588902 w 9662615"/>
              <a:gd name="connsiteY43" fmla="*/ 1469647 h 1598136"/>
              <a:gd name="connsiteX44" fmla="*/ 5498090 w 9662615"/>
              <a:gd name="connsiteY44" fmla="*/ 1483173 h 1598136"/>
              <a:gd name="connsiteX45" fmla="*/ 5444641 w 9662615"/>
              <a:gd name="connsiteY45" fmla="*/ 1487602 h 1598136"/>
              <a:gd name="connsiteX46" fmla="*/ 5299812 w 9662615"/>
              <a:gd name="connsiteY46" fmla="*/ 1503362 h 1598136"/>
              <a:gd name="connsiteX47" fmla="*/ 5213947 w 9662615"/>
              <a:gd name="connsiteY47" fmla="*/ 1516637 h 1598136"/>
              <a:gd name="connsiteX48" fmla="*/ 5090342 w 9662615"/>
              <a:gd name="connsiteY48" fmla="*/ 1546680 h 1598136"/>
              <a:gd name="connsiteX49" fmla="*/ 5129812 w 9662615"/>
              <a:gd name="connsiteY49" fmla="*/ 1521277 h 1598136"/>
              <a:gd name="connsiteX50" fmla="*/ 5059484 w 9662615"/>
              <a:gd name="connsiteY50" fmla="*/ 1546802 h 1598136"/>
              <a:gd name="connsiteX51" fmla="*/ 5038524 w 9662615"/>
              <a:gd name="connsiteY51" fmla="*/ 1545675 h 1598136"/>
              <a:gd name="connsiteX52" fmla="*/ 5026564 w 9662615"/>
              <a:gd name="connsiteY52" fmla="*/ 1545376 h 1598136"/>
              <a:gd name="connsiteX53" fmla="*/ 4969433 w 9662615"/>
              <a:gd name="connsiteY53" fmla="*/ 1550865 h 1598136"/>
              <a:gd name="connsiteX54" fmla="*/ 4921303 w 9662615"/>
              <a:gd name="connsiteY54" fmla="*/ 1575379 h 1598136"/>
              <a:gd name="connsiteX55" fmla="*/ 4863775 w 9662615"/>
              <a:gd name="connsiteY55" fmla="*/ 1562633 h 1598136"/>
              <a:gd name="connsiteX56" fmla="*/ 4847242 w 9662615"/>
              <a:gd name="connsiteY56" fmla="*/ 1565435 h 1598136"/>
              <a:gd name="connsiteX57" fmla="*/ 4856839 w 9662615"/>
              <a:gd name="connsiteY57" fmla="*/ 1598136 h 1598136"/>
              <a:gd name="connsiteX58" fmla="*/ 4791466 w 9662615"/>
              <a:gd name="connsiteY58" fmla="*/ 1561324 h 1598136"/>
              <a:gd name="connsiteX59" fmla="*/ 4784247 w 9662615"/>
              <a:gd name="connsiteY59" fmla="*/ 1562342 h 1598136"/>
              <a:gd name="connsiteX60" fmla="*/ 4748477 w 9662615"/>
              <a:gd name="connsiteY60" fmla="*/ 1556925 h 1598136"/>
              <a:gd name="connsiteX61" fmla="*/ 4730033 w 9662615"/>
              <a:gd name="connsiteY61" fmla="*/ 1555274 h 1598136"/>
              <a:gd name="connsiteX62" fmla="*/ 4724747 w 9662615"/>
              <a:gd name="connsiteY62" fmla="*/ 1552439 h 1598136"/>
              <a:gd name="connsiteX63" fmla="*/ 4697562 w 9662615"/>
              <a:gd name="connsiteY63" fmla="*/ 1551206 h 1598136"/>
              <a:gd name="connsiteX64" fmla="*/ 4662664 w 9662615"/>
              <a:gd name="connsiteY64" fmla="*/ 1573162 h 1598136"/>
              <a:gd name="connsiteX65" fmla="*/ 4603028 w 9662615"/>
              <a:gd name="connsiteY65" fmla="*/ 1568821 h 1598136"/>
              <a:gd name="connsiteX66" fmla="*/ 4541612 w 9662615"/>
              <a:gd name="connsiteY66" fmla="*/ 1545262 h 1598136"/>
              <a:gd name="connsiteX67" fmla="*/ 4422155 w 9662615"/>
              <a:gd name="connsiteY67" fmla="*/ 1542059 h 1598136"/>
              <a:gd name="connsiteX68" fmla="*/ 4221826 w 9662615"/>
              <a:gd name="connsiteY68" fmla="*/ 1508923 h 1598136"/>
              <a:gd name="connsiteX69" fmla="*/ 4096601 w 9662615"/>
              <a:gd name="connsiteY69" fmla="*/ 1521563 h 1598136"/>
              <a:gd name="connsiteX70" fmla="*/ 3970635 w 9662615"/>
              <a:gd name="connsiteY70" fmla="*/ 1544815 h 1598136"/>
              <a:gd name="connsiteX71" fmla="*/ 3833906 w 9662615"/>
              <a:gd name="connsiteY71" fmla="*/ 1516637 h 1598136"/>
              <a:gd name="connsiteX72" fmla="*/ 3696258 w 9662615"/>
              <a:gd name="connsiteY72" fmla="*/ 1537563 h 1598136"/>
              <a:gd name="connsiteX73" fmla="*/ 3594070 w 9662615"/>
              <a:gd name="connsiteY73" fmla="*/ 1509422 h 1598136"/>
              <a:gd name="connsiteX74" fmla="*/ 3565233 w 9662615"/>
              <a:gd name="connsiteY74" fmla="*/ 1515122 h 1598136"/>
              <a:gd name="connsiteX75" fmla="*/ 3560267 w 9662615"/>
              <a:gd name="connsiteY75" fmla="*/ 1516288 h 1598136"/>
              <a:gd name="connsiteX76" fmla="*/ 3540258 w 9662615"/>
              <a:gd name="connsiteY76" fmla="*/ 1516976 h 1598136"/>
              <a:gd name="connsiteX77" fmla="*/ 3534780 w 9662615"/>
              <a:gd name="connsiteY77" fmla="*/ 1522141 h 1598136"/>
              <a:gd name="connsiteX78" fmla="*/ 3504783 w 9662615"/>
              <a:gd name="connsiteY78" fmla="*/ 1526739 h 1598136"/>
              <a:gd name="connsiteX79" fmla="*/ 3430805 w 9662615"/>
              <a:gd name="connsiteY79" fmla="*/ 1542521 h 1598136"/>
              <a:gd name="connsiteX80" fmla="*/ 3292707 w 9662615"/>
              <a:gd name="connsiteY80" fmla="*/ 1520490 h 1598136"/>
              <a:gd name="connsiteX81" fmla="*/ 3187872 w 9662615"/>
              <a:gd name="connsiteY81" fmla="*/ 1519991 h 1598136"/>
              <a:gd name="connsiteX82" fmla="*/ 3148026 w 9662615"/>
              <a:gd name="connsiteY82" fmla="*/ 1524777 h 1598136"/>
              <a:gd name="connsiteX83" fmla="*/ 3092394 w 9662615"/>
              <a:gd name="connsiteY83" fmla="*/ 1528115 h 1598136"/>
              <a:gd name="connsiteX84" fmla="*/ 2994200 w 9662615"/>
              <a:gd name="connsiteY84" fmla="*/ 1537857 h 1598136"/>
              <a:gd name="connsiteX85" fmla="*/ 2862301 w 9662615"/>
              <a:gd name="connsiteY85" fmla="*/ 1544250 h 1598136"/>
              <a:gd name="connsiteX86" fmla="*/ 2766335 w 9662615"/>
              <a:gd name="connsiteY86" fmla="*/ 1527662 h 1598136"/>
              <a:gd name="connsiteX87" fmla="*/ 2757836 w 9662615"/>
              <a:gd name="connsiteY87" fmla="*/ 1531371 h 1598136"/>
              <a:gd name="connsiteX88" fmla="*/ 2691555 w 9662615"/>
              <a:gd name="connsiteY88" fmla="*/ 1530283 h 1598136"/>
              <a:gd name="connsiteX89" fmla="*/ 2491676 w 9662615"/>
              <a:gd name="connsiteY89" fmla="*/ 1500859 h 1598136"/>
              <a:gd name="connsiteX90" fmla="*/ 2378036 w 9662615"/>
              <a:gd name="connsiteY90" fmla="*/ 1520645 h 1598136"/>
              <a:gd name="connsiteX91" fmla="*/ 2284269 w 9662615"/>
              <a:gd name="connsiteY91" fmla="*/ 1503068 h 1598136"/>
              <a:gd name="connsiteX92" fmla="*/ 2207104 w 9662615"/>
              <a:gd name="connsiteY92" fmla="*/ 1508888 h 1598136"/>
              <a:gd name="connsiteX93" fmla="*/ 2149226 w 9662615"/>
              <a:gd name="connsiteY93" fmla="*/ 1523409 h 1598136"/>
              <a:gd name="connsiteX94" fmla="*/ 2084783 w 9662615"/>
              <a:gd name="connsiteY94" fmla="*/ 1524245 h 1598136"/>
              <a:gd name="connsiteX95" fmla="*/ 2070075 w 9662615"/>
              <a:gd name="connsiteY95" fmla="*/ 1511285 h 1598136"/>
              <a:gd name="connsiteX96" fmla="*/ 2001057 w 9662615"/>
              <a:gd name="connsiteY96" fmla="*/ 1516449 h 1598136"/>
              <a:gd name="connsiteX97" fmla="*/ 1896330 w 9662615"/>
              <a:gd name="connsiteY97" fmla="*/ 1525725 h 1598136"/>
              <a:gd name="connsiteX98" fmla="*/ 1835994 w 9662615"/>
              <a:gd name="connsiteY98" fmla="*/ 1527678 h 1598136"/>
              <a:gd name="connsiteX99" fmla="*/ 1671119 w 9662615"/>
              <a:gd name="connsiteY99" fmla="*/ 1536701 h 1598136"/>
              <a:gd name="connsiteX100" fmla="*/ 1601337 w 9662615"/>
              <a:gd name="connsiteY100" fmla="*/ 1548552 h 1598136"/>
              <a:gd name="connsiteX101" fmla="*/ 1407755 w 9662615"/>
              <a:gd name="connsiteY101" fmla="*/ 1571444 h 1598136"/>
              <a:gd name="connsiteX102" fmla="*/ 1271994 w 9662615"/>
              <a:gd name="connsiteY102" fmla="*/ 1579471 h 1598136"/>
              <a:gd name="connsiteX103" fmla="*/ 1249226 w 9662615"/>
              <a:gd name="connsiteY103" fmla="*/ 1583140 h 1598136"/>
              <a:gd name="connsiteX104" fmla="*/ 1217719 w 9662615"/>
              <a:gd name="connsiteY104" fmla="*/ 1580863 h 1598136"/>
              <a:gd name="connsiteX105" fmla="*/ 1091432 w 9662615"/>
              <a:gd name="connsiteY105" fmla="*/ 1571003 h 1598136"/>
              <a:gd name="connsiteX106" fmla="*/ 992039 w 9662615"/>
              <a:gd name="connsiteY106" fmla="*/ 1556662 h 1598136"/>
              <a:gd name="connsiteX107" fmla="*/ 868264 w 9662615"/>
              <a:gd name="connsiteY107" fmla="*/ 1566392 h 1598136"/>
              <a:gd name="connsiteX108" fmla="*/ 792765 w 9662615"/>
              <a:gd name="connsiteY108" fmla="*/ 1563102 h 1598136"/>
              <a:gd name="connsiteX109" fmla="*/ 669055 w 9662615"/>
              <a:gd name="connsiteY109" fmla="*/ 1543638 h 1598136"/>
              <a:gd name="connsiteX110" fmla="*/ 506152 w 9662615"/>
              <a:gd name="connsiteY110" fmla="*/ 1549124 h 1598136"/>
              <a:gd name="connsiteX111" fmla="*/ 472797 w 9662615"/>
              <a:gd name="connsiteY111" fmla="*/ 1568904 h 1598136"/>
              <a:gd name="connsiteX112" fmla="*/ 427864 w 9662615"/>
              <a:gd name="connsiteY112" fmla="*/ 1580848 h 1598136"/>
              <a:gd name="connsiteX113" fmla="*/ 408381 w 9662615"/>
              <a:gd name="connsiteY113" fmla="*/ 1552940 h 1598136"/>
              <a:gd name="connsiteX114" fmla="*/ 267163 w 9662615"/>
              <a:gd name="connsiteY114" fmla="*/ 1531913 h 1598136"/>
              <a:gd name="connsiteX115" fmla="*/ 196644 w 9662615"/>
              <a:gd name="connsiteY115" fmla="*/ 1524565 h 1598136"/>
              <a:gd name="connsiteX116" fmla="*/ 86819 w 9662615"/>
              <a:gd name="connsiteY116" fmla="*/ 1519517 h 1598136"/>
              <a:gd name="connsiteX117" fmla="*/ 53369 w 9662615"/>
              <a:gd name="connsiteY117" fmla="*/ 1516853 h 1598136"/>
              <a:gd name="connsiteX118" fmla="*/ 2359 w 9662615"/>
              <a:gd name="connsiteY118" fmla="*/ 1515247 h 1598136"/>
              <a:gd name="connsiteX119" fmla="*/ 0 w 9662615"/>
              <a:gd name="connsiteY119" fmla="*/ 1514932 h 1598136"/>
              <a:gd name="connsiteX120" fmla="*/ 0 w 9662615"/>
              <a:gd name="connsiteY120" fmla="*/ 0 h 1598136"/>
              <a:gd name="connsiteX0" fmla="*/ 0 w 9662615"/>
              <a:gd name="connsiteY0" fmla="*/ 0 h 1592835"/>
              <a:gd name="connsiteX1" fmla="*/ 9662615 w 9662615"/>
              <a:gd name="connsiteY1" fmla="*/ 0 h 1592835"/>
              <a:gd name="connsiteX2" fmla="*/ 9662615 w 9662615"/>
              <a:gd name="connsiteY2" fmla="*/ 1280346 h 1592835"/>
              <a:gd name="connsiteX3" fmla="*/ 9658420 w 9662615"/>
              <a:gd name="connsiteY3" fmla="*/ 1280106 h 1592835"/>
              <a:gd name="connsiteX4" fmla="*/ 9469546 w 9662615"/>
              <a:gd name="connsiteY4" fmla="*/ 1289837 h 1592835"/>
              <a:gd name="connsiteX5" fmla="*/ 9385895 w 9662615"/>
              <a:gd name="connsiteY5" fmla="*/ 1269203 h 1592835"/>
              <a:gd name="connsiteX6" fmla="*/ 9144767 w 9662615"/>
              <a:gd name="connsiteY6" fmla="*/ 1264120 h 1592835"/>
              <a:gd name="connsiteX7" fmla="*/ 8837252 w 9662615"/>
              <a:gd name="connsiteY7" fmla="*/ 1350515 h 1592835"/>
              <a:gd name="connsiteX8" fmla="*/ 8705466 w 9662615"/>
              <a:gd name="connsiteY8" fmla="*/ 1342419 h 1592835"/>
              <a:gd name="connsiteX9" fmla="*/ 8652221 w 9662615"/>
              <a:gd name="connsiteY9" fmla="*/ 1326906 h 1592835"/>
              <a:gd name="connsiteX10" fmla="*/ 8632312 w 9662615"/>
              <a:gd name="connsiteY10" fmla="*/ 1326025 h 1592835"/>
              <a:gd name="connsiteX11" fmla="*/ 8591582 w 9662615"/>
              <a:gd name="connsiteY11" fmla="*/ 1341666 h 1592835"/>
              <a:gd name="connsiteX12" fmla="*/ 8537336 w 9662615"/>
              <a:gd name="connsiteY12" fmla="*/ 1341684 h 1592835"/>
              <a:gd name="connsiteX13" fmla="*/ 8472508 w 9662615"/>
              <a:gd name="connsiteY13" fmla="*/ 1363109 h 1592835"/>
              <a:gd name="connsiteX14" fmla="*/ 8258477 w 9662615"/>
              <a:gd name="connsiteY14" fmla="*/ 1370666 h 1592835"/>
              <a:gd name="connsiteX15" fmla="*/ 8197961 w 9662615"/>
              <a:gd name="connsiteY15" fmla="*/ 1392804 h 1592835"/>
              <a:gd name="connsiteX16" fmla="*/ 8171196 w 9662615"/>
              <a:gd name="connsiteY16" fmla="*/ 1397216 h 1592835"/>
              <a:gd name="connsiteX17" fmla="*/ 8127667 w 9662615"/>
              <a:gd name="connsiteY17" fmla="*/ 1418254 h 1592835"/>
              <a:gd name="connsiteX18" fmla="*/ 7974579 w 9662615"/>
              <a:gd name="connsiteY18" fmla="*/ 1383439 h 1592835"/>
              <a:gd name="connsiteX19" fmla="*/ 7768351 w 9662615"/>
              <a:gd name="connsiteY19" fmla="*/ 1395051 h 1592835"/>
              <a:gd name="connsiteX20" fmla="*/ 7635985 w 9662615"/>
              <a:gd name="connsiteY20" fmla="*/ 1386363 h 1592835"/>
              <a:gd name="connsiteX21" fmla="*/ 7466069 w 9662615"/>
              <a:gd name="connsiteY21" fmla="*/ 1377654 h 1592835"/>
              <a:gd name="connsiteX22" fmla="*/ 7355642 w 9662615"/>
              <a:gd name="connsiteY22" fmla="*/ 1407761 h 1592835"/>
              <a:gd name="connsiteX23" fmla="*/ 7151610 w 9662615"/>
              <a:gd name="connsiteY23" fmla="*/ 1397856 h 1592835"/>
              <a:gd name="connsiteX24" fmla="*/ 7082147 w 9662615"/>
              <a:gd name="connsiteY24" fmla="*/ 1406113 h 1592835"/>
              <a:gd name="connsiteX25" fmla="*/ 7014958 w 9662615"/>
              <a:gd name="connsiteY25" fmla="*/ 1396883 h 1592835"/>
              <a:gd name="connsiteX26" fmla="*/ 6907567 w 9662615"/>
              <a:gd name="connsiteY26" fmla="*/ 1419149 h 1592835"/>
              <a:gd name="connsiteX27" fmla="*/ 6748428 w 9662615"/>
              <a:gd name="connsiteY27" fmla="*/ 1420308 h 1592835"/>
              <a:gd name="connsiteX28" fmla="*/ 6654257 w 9662615"/>
              <a:gd name="connsiteY28" fmla="*/ 1424143 h 1592835"/>
              <a:gd name="connsiteX29" fmla="*/ 6620123 w 9662615"/>
              <a:gd name="connsiteY29" fmla="*/ 1430535 h 1592835"/>
              <a:gd name="connsiteX30" fmla="*/ 6571355 w 9662615"/>
              <a:gd name="connsiteY30" fmla="*/ 1436144 h 1592835"/>
              <a:gd name="connsiteX31" fmla="*/ 6486557 w 9662615"/>
              <a:gd name="connsiteY31" fmla="*/ 1449861 h 1592835"/>
              <a:gd name="connsiteX32" fmla="*/ 6370419 w 9662615"/>
              <a:gd name="connsiteY32" fmla="*/ 1461649 h 1592835"/>
              <a:gd name="connsiteX33" fmla="*/ 6278839 w 9662615"/>
              <a:gd name="connsiteY33" fmla="*/ 1449160 h 1592835"/>
              <a:gd name="connsiteX34" fmla="*/ 6272455 w 9662615"/>
              <a:gd name="connsiteY34" fmla="*/ 1453191 h 1592835"/>
              <a:gd name="connsiteX35" fmla="*/ 6212659 w 9662615"/>
              <a:gd name="connsiteY35" fmla="*/ 1454850 h 1592835"/>
              <a:gd name="connsiteX36" fmla="*/ 6069317 w 9662615"/>
              <a:gd name="connsiteY36" fmla="*/ 1445838 h 1592835"/>
              <a:gd name="connsiteX37" fmla="*/ 5878477 w 9662615"/>
              <a:gd name="connsiteY37" fmla="*/ 1439180 h 1592835"/>
              <a:gd name="connsiteX38" fmla="*/ 5838387 w 9662615"/>
              <a:gd name="connsiteY38" fmla="*/ 1444679 h 1592835"/>
              <a:gd name="connsiteX39" fmla="*/ 5771136 w 9662615"/>
              <a:gd name="connsiteY39" fmla="*/ 1453639 h 1592835"/>
              <a:gd name="connsiteX40" fmla="*/ 5724081 w 9662615"/>
              <a:gd name="connsiteY40" fmla="*/ 1470431 h 1592835"/>
              <a:gd name="connsiteX41" fmla="*/ 5666577 w 9662615"/>
              <a:gd name="connsiteY41" fmla="*/ 1473921 h 1592835"/>
              <a:gd name="connsiteX42" fmla="*/ 5649068 w 9662615"/>
              <a:gd name="connsiteY42" fmla="*/ 1461676 h 1592835"/>
              <a:gd name="connsiteX43" fmla="*/ 5588902 w 9662615"/>
              <a:gd name="connsiteY43" fmla="*/ 1469647 h 1592835"/>
              <a:gd name="connsiteX44" fmla="*/ 5498090 w 9662615"/>
              <a:gd name="connsiteY44" fmla="*/ 1483173 h 1592835"/>
              <a:gd name="connsiteX45" fmla="*/ 5444641 w 9662615"/>
              <a:gd name="connsiteY45" fmla="*/ 1487602 h 1592835"/>
              <a:gd name="connsiteX46" fmla="*/ 5299812 w 9662615"/>
              <a:gd name="connsiteY46" fmla="*/ 1503362 h 1592835"/>
              <a:gd name="connsiteX47" fmla="*/ 5213947 w 9662615"/>
              <a:gd name="connsiteY47" fmla="*/ 1516637 h 1592835"/>
              <a:gd name="connsiteX48" fmla="*/ 5090342 w 9662615"/>
              <a:gd name="connsiteY48" fmla="*/ 1546680 h 1592835"/>
              <a:gd name="connsiteX49" fmla="*/ 5129812 w 9662615"/>
              <a:gd name="connsiteY49" fmla="*/ 1521277 h 1592835"/>
              <a:gd name="connsiteX50" fmla="*/ 5059484 w 9662615"/>
              <a:gd name="connsiteY50" fmla="*/ 1546802 h 1592835"/>
              <a:gd name="connsiteX51" fmla="*/ 5038524 w 9662615"/>
              <a:gd name="connsiteY51" fmla="*/ 1545675 h 1592835"/>
              <a:gd name="connsiteX52" fmla="*/ 5026564 w 9662615"/>
              <a:gd name="connsiteY52" fmla="*/ 1545376 h 1592835"/>
              <a:gd name="connsiteX53" fmla="*/ 4969433 w 9662615"/>
              <a:gd name="connsiteY53" fmla="*/ 1550865 h 1592835"/>
              <a:gd name="connsiteX54" fmla="*/ 4921303 w 9662615"/>
              <a:gd name="connsiteY54" fmla="*/ 1575379 h 1592835"/>
              <a:gd name="connsiteX55" fmla="*/ 4863775 w 9662615"/>
              <a:gd name="connsiteY55" fmla="*/ 1562633 h 1592835"/>
              <a:gd name="connsiteX56" fmla="*/ 4847242 w 9662615"/>
              <a:gd name="connsiteY56" fmla="*/ 1565435 h 1592835"/>
              <a:gd name="connsiteX57" fmla="*/ 4856839 w 9662615"/>
              <a:gd name="connsiteY57" fmla="*/ 1592835 h 1592835"/>
              <a:gd name="connsiteX58" fmla="*/ 4791466 w 9662615"/>
              <a:gd name="connsiteY58" fmla="*/ 1561324 h 1592835"/>
              <a:gd name="connsiteX59" fmla="*/ 4784247 w 9662615"/>
              <a:gd name="connsiteY59" fmla="*/ 1562342 h 1592835"/>
              <a:gd name="connsiteX60" fmla="*/ 4748477 w 9662615"/>
              <a:gd name="connsiteY60" fmla="*/ 1556925 h 1592835"/>
              <a:gd name="connsiteX61" fmla="*/ 4730033 w 9662615"/>
              <a:gd name="connsiteY61" fmla="*/ 1555274 h 1592835"/>
              <a:gd name="connsiteX62" fmla="*/ 4724747 w 9662615"/>
              <a:gd name="connsiteY62" fmla="*/ 1552439 h 1592835"/>
              <a:gd name="connsiteX63" fmla="*/ 4697562 w 9662615"/>
              <a:gd name="connsiteY63" fmla="*/ 1551206 h 1592835"/>
              <a:gd name="connsiteX64" fmla="*/ 4662664 w 9662615"/>
              <a:gd name="connsiteY64" fmla="*/ 1573162 h 1592835"/>
              <a:gd name="connsiteX65" fmla="*/ 4603028 w 9662615"/>
              <a:gd name="connsiteY65" fmla="*/ 1568821 h 1592835"/>
              <a:gd name="connsiteX66" fmla="*/ 4541612 w 9662615"/>
              <a:gd name="connsiteY66" fmla="*/ 1545262 h 1592835"/>
              <a:gd name="connsiteX67" fmla="*/ 4422155 w 9662615"/>
              <a:gd name="connsiteY67" fmla="*/ 1542059 h 1592835"/>
              <a:gd name="connsiteX68" fmla="*/ 4221826 w 9662615"/>
              <a:gd name="connsiteY68" fmla="*/ 1508923 h 1592835"/>
              <a:gd name="connsiteX69" fmla="*/ 4096601 w 9662615"/>
              <a:gd name="connsiteY69" fmla="*/ 1521563 h 1592835"/>
              <a:gd name="connsiteX70" fmla="*/ 3970635 w 9662615"/>
              <a:gd name="connsiteY70" fmla="*/ 1544815 h 1592835"/>
              <a:gd name="connsiteX71" fmla="*/ 3833906 w 9662615"/>
              <a:gd name="connsiteY71" fmla="*/ 1516637 h 1592835"/>
              <a:gd name="connsiteX72" fmla="*/ 3696258 w 9662615"/>
              <a:gd name="connsiteY72" fmla="*/ 1537563 h 1592835"/>
              <a:gd name="connsiteX73" fmla="*/ 3594070 w 9662615"/>
              <a:gd name="connsiteY73" fmla="*/ 1509422 h 1592835"/>
              <a:gd name="connsiteX74" fmla="*/ 3565233 w 9662615"/>
              <a:gd name="connsiteY74" fmla="*/ 1515122 h 1592835"/>
              <a:gd name="connsiteX75" fmla="*/ 3560267 w 9662615"/>
              <a:gd name="connsiteY75" fmla="*/ 1516288 h 1592835"/>
              <a:gd name="connsiteX76" fmla="*/ 3540258 w 9662615"/>
              <a:gd name="connsiteY76" fmla="*/ 1516976 h 1592835"/>
              <a:gd name="connsiteX77" fmla="*/ 3534780 w 9662615"/>
              <a:gd name="connsiteY77" fmla="*/ 1522141 h 1592835"/>
              <a:gd name="connsiteX78" fmla="*/ 3504783 w 9662615"/>
              <a:gd name="connsiteY78" fmla="*/ 1526739 h 1592835"/>
              <a:gd name="connsiteX79" fmla="*/ 3430805 w 9662615"/>
              <a:gd name="connsiteY79" fmla="*/ 1542521 h 1592835"/>
              <a:gd name="connsiteX80" fmla="*/ 3292707 w 9662615"/>
              <a:gd name="connsiteY80" fmla="*/ 1520490 h 1592835"/>
              <a:gd name="connsiteX81" fmla="*/ 3187872 w 9662615"/>
              <a:gd name="connsiteY81" fmla="*/ 1519991 h 1592835"/>
              <a:gd name="connsiteX82" fmla="*/ 3148026 w 9662615"/>
              <a:gd name="connsiteY82" fmla="*/ 1524777 h 1592835"/>
              <a:gd name="connsiteX83" fmla="*/ 3092394 w 9662615"/>
              <a:gd name="connsiteY83" fmla="*/ 1528115 h 1592835"/>
              <a:gd name="connsiteX84" fmla="*/ 2994200 w 9662615"/>
              <a:gd name="connsiteY84" fmla="*/ 1537857 h 1592835"/>
              <a:gd name="connsiteX85" fmla="*/ 2862301 w 9662615"/>
              <a:gd name="connsiteY85" fmla="*/ 1544250 h 1592835"/>
              <a:gd name="connsiteX86" fmla="*/ 2766335 w 9662615"/>
              <a:gd name="connsiteY86" fmla="*/ 1527662 h 1592835"/>
              <a:gd name="connsiteX87" fmla="*/ 2757836 w 9662615"/>
              <a:gd name="connsiteY87" fmla="*/ 1531371 h 1592835"/>
              <a:gd name="connsiteX88" fmla="*/ 2691555 w 9662615"/>
              <a:gd name="connsiteY88" fmla="*/ 1530283 h 1592835"/>
              <a:gd name="connsiteX89" fmla="*/ 2491676 w 9662615"/>
              <a:gd name="connsiteY89" fmla="*/ 1500859 h 1592835"/>
              <a:gd name="connsiteX90" fmla="*/ 2378036 w 9662615"/>
              <a:gd name="connsiteY90" fmla="*/ 1520645 h 1592835"/>
              <a:gd name="connsiteX91" fmla="*/ 2284269 w 9662615"/>
              <a:gd name="connsiteY91" fmla="*/ 1503068 h 1592835"/>
              <a:gd name="connsiteX92" fmla="*/ 2207104 w 9662615"/>
              <a:gd name="connsiteY92" fmla="*/ 1508888 h 1592835"/>
              <a:gd name="connsiteX93" fmla="*/ 2149226 w 9662615"/>
              <a:gd name="connsiteY93" fmla="*/ 1523409 h 1592835"/>
              <a:gd name="connsiteX94" fmla="*/ 2084783 w 9662615"/>
              <a:gd name="connsiteY94" fmla="*/ 1524245 h 1592835"/>
              <a:gd name="connsiteX95" fmla="*/ 2070075 w 9662615"/>
              <a:gd name="connsiteY95" fmla="*/ 1511285 h 1592835"/>
              <a:gd name="connsiteX96" fmla="*/ 2001057 w 9662615"/>
              <a:gd name="connsiteY96" fmla="*/ 1516449 h 1592835"/>
              <a:gd name="connsiteX97" fmla="*/ 1896330 w 9662615"/>
              <a:gd name="connsiteY97" fmla="*/ 1525725 h 1592835"/>
              <a:gd name="connsiteX98" fmla="*/ 1835994 w 9662615"/>
              <a:gd name="connsiteY98" fmla="*/ 1527678 h 1592835"/>
              <a:gd name="connsiteX99" fmla="*/ 1671119 w 9662615"/>
              <a:gd name="connsiteY99" fmla="*/ 1536701 h 1592835"/>
              <a:gd name="connsiteX100" fmla="*/ 1601337 w 9662615"/>
              <a:gd name="connsiteY100" fmla="*/ 1548552 h 1592835"/>
              <a:gd name="connsiteX101" fmla="*/ 1407755 w 9662615"/>
              <a:gd name="connsiteY101" fmla="*/ 1571444 h 1592835"/>
              <a:gd name="connsiteX102" fmla="*/ 1271994 w 9662615"/>
              <a:gd name="connsiteY102" fmla="*/ 1579471 h 1592835"/>
              <a:gd name="connsiteX103" fmla="*/ 1249226 w 9662615"/>
              <a:gd name="connsiteY103" fmla="*/ 1583140 h 1592835"/>
              <a:gd name="connsiteX104" fmla="*/ 1217719 w 9662615"/>
              <a:gd name="connsiteY104" fmla="*/ 1580863 h 1592835"/>
              <a:gd name="connsiteX105" fmla="*/ 1091432 w 9662615"/>
              <a:gd name="connsiteY105" fmla="*/ 1571003 h 1592835"/>
              <a:gd name="connsiteX106" fmla="*/ 992039 w 9662615"/>
              <a:gd name="connsiteY106" fmla="*/ 1556662 h 1592835"/>
              <a:gd name="connsiteX107" fmla="*/ 868264 w 9662615"/>
              <a:gd name="connsiteY107" fmla="*/ 1566392 h 1592835"/>
              <a:gd name="connsiteX108" fmla="*/ 792765 w 9662615"/>
              <a:gd name="connsiteY108" fmla="*/ 1563102 h 1592835"/>
              <a:gd name="connsiteX109" fmla="*/ 669055 w 9662615"/>
              <a:gd name="connsiteY109" fmla="*/ 1543638 h 1592835"/>
              <a:gd name="connsiteX110" fmla="*/ 506152 w 9662615"/>
              <a:gd name="connsiteY110" fmla="*/ 1549124 h 1592835"/>
              <a:gd name="connsiteX111" fmla="*/ 472797 w 9662615"/>
              <a:gd name="connsiteY111" fmla="*/ 1568904 h 1592835"/>
              <a:gd name="connsiteX112" fmla="*/ 427864 w 9662615"/>
              <a:gd name="connsiteY112" fmla="*/ 1580848 h 1592835"/>
              <a:gd name="connsiteX113" fmla="*/ 408381 w 9662615"/>
              <a:gd name="connsiteY113" fmla="*/ 1552940 h 1592835"/>
              <a:gd name="connsiteX114" fmla="*/ 267163 w 9662615"/>
              <a:gd name="connsiteY114" fmla="*/ 1531913 h 1592835"/>
              <a:gd name="connsiteX115" fmla="*/ 196644 w 9662615"/>
              <a:gd name="connsiteY115" fmla="*/ 1524565 h 1592835"/>
              <a:gd name="connsiteX116" fmla="*/ 86819 w 9662615"/>
              <a:gd name="connsiteY116" fmla="*/ 1519517 h 1592835"/>
              <a:gd name="connsiteX117" fmla="*/ 53369 w 9662615"/>
              <a:gd name="connsiteY117" fmla="*/ 1516853 h 1592835"/>
              <a:gd name="connsiteX118" fmla="*/ 2359 w 9662615"/>
              <a:gd name="connsiteY118" fmla="*/ 1515247 h 1592835"/>
              <a:gd name="connsiteX119" fmla="*/ 0 w 9662615"/>
              <a:gd name="connsiteY119" fmla="*/ 1514932 h 1592835"/>
              <a:gd name="connsiteX120" fmla="*/ 0 w 9662615"/>
              <a:gd name="connsiteY120" fmla="*/ 0 h 1592835"/>
              <a:gd name="connsiteX0" fmla="*/ 0 w 9662615"/>
              <a:gd name="connsiteY0" fmla="*/ 0 h 1592835"/>
              <a:gd name="connsiteX1" fmla="*/ 9662615 w 9662615"/>
              <a:gd name="connsiteY1" fmla="*/ 0 h 1592835"/>
              <a:gd name="connsiteX2" fmla="*/ 9662615 w 9662615"/>
              <a:gd name="connsiteY2" fmla="*/ 1280346 h 1592835"/>
              <a:gd name="connsiteX3" fmla="*/ 9658420 w 9662615"/>
              <a:gd name="connsiteY3" fmla="*/ 1280106 h 1592835"/>
              <a:gd name="connsiteX4" fmla="*/ 9469546 w 9662615"/>
              <a:gd name="connsiteY4" fmla="*/ 1289837 h 1592835"/>
              <a:gd name="connsiteX5" fmla="*/ 9385895 w 9662615"/>
              <a:gd name="connsiteY5" fmla="*/ 1269203 h 1592835"/>
              <a:gd name="connsiteX6" fmla="*/ 9144767 w 9662615"/>
              <a:gd name="connsiteY6" fmla="*/ 1264120 h 1592835"/>
              <a:gd name="connsiteX7" fmla="*/ 8837252 w 9662615"/>
              <a:gd name="connsiteY7" fmla="*/ 1350515 h 1592835"/>
              <a:gd name="connsiteX8" fmla="*/ 8705466 w 9662615"/>
              <a:gd name="connsiteY8" fmla="*/ 1342419 h 1592835"/>
              <a:gd name="connsiteX9" fmla="*/ 8652221 w 9662615"/>
              <a:gd name="connsiteY9" fmla="*/ 1326906 h 1592835"/>
              <a:gd name="connsiteX10" fmla="*/ 8632312 w 9662615"/>
              <a:gd name="connsiteY10" fmla="*/ 1326025 h 1592835"/>
              <a:gd name="connsiteX11" fmla="*/ 8591582 w 9662615"/>
              <a:gd name="connsiteY11" fmla="*/ 1341666 h 1592835"/>
              <a:gd name="connsiteX12" fmla="*/ 8537336 w 9662615"/>
              <a:gd name="connsiteY12" fmla="*/ 1341684 h 1592835"/>
              <a:gd name="connsiteX13" fmla="*/ 8472508 w 9662615"/>
              <a:gd name="connsiteY13" fmla="*/ 1363109 h 1592835"/>
              <a:gd name="connsiteX14" fmla="*/ 8258477 w 9662615"/>
              <a:gd name="connsiteY14" fmla="*/ 1370666 h 1592835"/>
              <a:gd name="connsiteX15" fmla="*/ 8197961 w 9662615"/>
              <a:gd name="connsiteY15" fmla="*/ 1392804 h 1592835"/>
              <a:gd name="connsiteX16" fmla="*/ 8171196 w 9662615"/>
              <a:gd name="connsiteY16" fmla="*/ 1397216 h 1592835"/>
              <a:gd name="connsiteX17" fmla="*/ 8127667 w 9662615"/>
              <a:gd name="connsiteY17" fmla="*/ 1418254 h 1592835"/>
              <a:gd name="connsiteX18" fmla="*/ 7974579 w 9662615"/>
              <a:gd name="connsiteY18" fmla="*/ 1383439 h 1592835"/>
              <a:gd name="connsiteX19" fmla="*/ 7768351 w 9662615"/>
              <a:gd name="connsiteY19" fmla="*/ 1395051 h 1592835"/>
              <a:gd name="connsiteX20" fmla="*/ 7635985 w 9662615"/>
              <a:gd name="connsiteY20" fmla="*/ 1386363 h 1592835"/>
              <a:gd name="connsiteX21" fmla="*/ 7466069 w 9662615"/>
              <a:gd name="connsiteY21" fmla="*/ 1377654 h 1592835"/>
              <a:gd name="connsiteX22" fmla="*/ 7355642 w 9662615"/>
              <a:gd name="connsiteY22" fmla="*/ 1407761 h 1592835"/>
              <a:gd name="connsiteX23" fmla="*/ 7151610 w 9662615"/>
              <a:gd name="connsiteY23" fmla="*/ 1397856 h 1592835"/>
              <a:gd name="connsiteX24" fmla="*/ 7082147 w 9662615"/>
              <a:gd name="connsiteY24" fmla="*/ 1406113 h 1592835"/>
              <a:gd name="connsiteX25" fmla="*/ 7014958 w 9662615"/>
              <a:gd name="connsiteY25" fmla="*/ 1396883 h 1592835"/>
              <a:gd name="connsiteX26" fmla="*/ 6907567 w 9662615"/>
              <a:gd name="connsiteY26" fmla="*/ 1419149 h 1592835"/>
              <a:gd name="connsiteX27" fmla="*/ 6748428 w 9662615"/>
              <a:gd name="connsiteY27" fmla="*/ 1420308 h 1592835"/>
              <a:gd name="connsiteX28" fmla="*/ 6654257 w 9662615"/>
              <a:gd name="connsiteY28" fmla="*/ 1424143 h 1592835"/>
              <a:gd name="connsiteX29" fmla="*/ 6620123 w 9662615"/>
              <a:gd name="connsiteY29" fmla="*/ 1430535 h 1592835"/>
              <a:gd name="connsiteX30" fmla="*/ 6571355 w 9662615"/>
              <a:gd name="connsiteY30" fmla="*/ 1436144 h 1592835"/>
              <a:gd name="connsiteX31" fmla="*/ 6486557 w 9662615"/>
              <a:gd name="connsiteY31" fmla="*/ 1449861 h 1592835"/>
              <a:gd name="connsiteX32" fmla="*/ 6370419 w 9662615"/>
              <a:gd name="connsiteY32" fmla="*/ 1461649 h 1592835"/>
              <a:gd name="connsiteX33" fmla="*/ 6278839 w 9662615"/>
              <a:gd name="connsiteY33" fmla="*/ 1449160 h 1592835"/>
              <a:gd name="connsiteX34" fmla="*/ 6272455 w 9662615"/>
              <a:gd name="connsiteY34" fmla="*/ 1453191 h 1592835"/>
              <a:gd name="connsiteX35" fmla="*/ 6212659 w 9662615"/>
              <a:gd name="connsiteY35" fmla="*/ 1454850 h 1592835"/>
              <a:gd name="connsiteX36" fmla="*/ 6069317 w 9662615"/>
              <a:gd name="connsiteY36" fmla="*/ 1445838 h 1592835"/>
              <a:gd name="connsiteX37" fmla="*/ 5878477 w 9662615"/>
              <a:gd name="connsiteY37" fmla="*/ 1439180 h 1592835"/>
              <a:gd name="connsiteX38" fmla="*/ 5838387 w 9662615"/>
              <a:gd name="connsiteY38" fmla="*/ 1444679 h 1592835"/>
              <a:gd name="connsiteX39" fmla="*/ 5771136 w 9662615"/>
              <a:gd name="connsiteY39" fmla="*/ 1453639 h 1592835"/>
              <a:gd name="connsiteX40" fmla="*/ 5724081 w 9662615"/>
              <a:gd name="connsiteY40" fmla="*/ 1470431 h 1592835"/>
              <a:gd name="connsiteX41" fmla="*/ 5666577 w 9662615"/>
              <a:gd name="connsiteY41" fmla="*/ 1473921 h 1592835"/>
              <a:gd name="connsiteX42" fmla="*/ 5649068 w 9662615"/>
              <a:gd name="connsiteY42" fmla="*/ 1461676 h 1592835"/>
              <a:gd name="connsiteX43" fmla="*/ 5588902 w 9662615"/>
              <a:gd name="connsiteY43" fmla="*/ 1469647 h 1592835"/>
              <a:gd name="connsiteX44" fmla="*/ 5498090 w 9662615"/>
              <a:gd name="connsiteY44" fmla="*/ 1483173 h 1592835"/>
              <a:gd name="connsiteX45" fmla="*/ 5444641 w 9662615"/>
              <a:gd name="connsiteY45" fmla="*/ 1487602 h 1592835"/>
              <a:gd name="connsiteX46" fmla="*/ 5299812 w 9662615"/>
              <a:gd name="connsiteY46" fmla="*/ 1503362 h 1592835"/>
              <a:gd name="connsiteX47" fmla="*/ 5213947 w 9662615"/>
              <a:gd name="connsiteY47" fmla="*/ 1516637 h 1592835"/>
              <a:gd name="connsiteX48" fmla="*/ 5090342 w 9662615"/>
              <a:gd name="connsiteY48" fmla="*/ 1546680 h 1592835"/>
              <a:gd name="connsiteX49" fmla="*/ 5129812 w 9662615"/>
              <a:gd name="connsiteY49" fmla="*/ 1521277 h 1592835"/>
              <a:gd name="connsiteX50" fmla="*/ 5059484 w 9662615"/>
              <a:gd name="connsiteY50" fmla="*/ 1546802 h 1592835"/>
              <a:gd name="connsiteX51" fmla="*/ 5038524 w 9662615"/>
              <a:gd name="connsiteY51" fmla="*/ 1545675 h 1592835"/>
              <a:gd name="connsiteX52" fmla="*/ 5026564 w 9662615"/>
              <a:gd name="connsiteY52" fmla="*/ 1545376 h 1592835"/>
              <a:gd name="connsiteX53" fmla="*/ 4969433 w 9662615"/>
              <a:gd name="connsiteY53" fmla="*/ 1550865 h 1592835"/>
              <a:gd name="connsiteX54" fmla="*/ 4921303 w 9662615"/>
              <a:gd name="connsiteY54" fmla="*/ 1575379 h 1592835"/>
              <a:gd name="connsiteX55" fmla="*/ 4863775 w 9662615"/>
              <a:gd name="connsiteY55" fmla="*/ 1562633 h 1592835"/>
              <a:gd name="connsiteX56" fmla="*/ 4847242 w 9662615"/>
              <a:gd name="connsiteY56" fmla="*/ 1565435 h 1592835"/>
              <a:gd name="connsiteX57" fmla="*/ 4856839 w 9662615"/>
              <a:gd name="connsiteY57" fmla="*/ 1592835 h 1592835"/>
              <a:gd name="connsiteX58" fmla="*/ 4791466 w 9662615"/>
              <a:gd name="connsiteY58" fmla="*/ 1561324 h 1592835"/>
              <a:gd name="connsiteX59" fmla="*/ 4784247 w 9662615"/>
              <a:gd name="connsiteY59" fmla="*/ 1562342 h 1592835"/>
              <a:gd name="connsiteX60" fmla="*/ 4748477 w 9662615"/>
              <a:gd name="connsiteY60" fmla="*/ 1556925 h 1592835"/>
              <a:gd name="connsiteX61" fmla="*/ 4730033 w 9662615"/>
              <a:gd name="connsiteY61" fmla="*/ 1555274 h 1592835"/>
              <a:gd name="connsiteX62" fmla="*/ 4697562 w 9662615"/>
              <a:gd name="connsiteY62" fmla="*/ 1551206 h 1592835"/>
              <a:gd name="connsiteX63" fmla="*/ 4662664 w 9662615"/>
              <a:gd name="connsiteY63" fmla="*/ 1573162 h 1592835"/>
              <a:gd name="connsiteX64" fmla="*/ 4603028 w 9662615"/>
              <a:gd name="connsiteY64" fmla="*/ 1568821 h 1592835"/>
              <a:gd name="connsiteX65" fmla="*/ 4541612 w 9662615"/>
              <a:gd name="connsiteY65" fmla="*/ 1545262 h 1592835"/>
              <a:gd name="connsiteX66" fmla="*/ 4422155 w 9662615"/>
              <a:gd name="connsiteY66" fmla="*/ 1542059 h 1592835"/>
              <a:gd name="connsiteX67" fmla="*/ 4221826 w 9662615"/>
              <a:gd name="connsiteY67" fmla="*/ 1508923 h 1592835"/>
              <a:gd name="connsiteX68" fmla="*/ 4096601 w 9662615"/>
              <a:gd name="connsiteY68" fmla="*/ 1521563 h 1592835"/>
              <a:gd name="connsiteX69" fmla="*/ 3970635 w 9662615"/>
              <a:gd name="connsiteY69" fmla="*/ 1544815 h 1592835"/>
              <a:gd name="connsiteX70" fmla="*/ 3833906 w 9662615"/>
              <a:gd name="connsiteY70" fmla="*/ 1516637 h 1592835"/>
              <a:gd name="connsiteX71" fmla="*/ 3696258 w 9662615"/>
              <a:gd name="connsiteY71" fmla="*/ 1537563 h 1592835"/>
              <a:gd name="connsiteX72" fmla="*/ 3594070 w 9662615"/>
              <a:gd name="connsiteY72" fmla="*/ 1509422 h 1592835"/>
              <a:gd name="connsiteX73" fmla="*/ 3565233 w 9662615"/>
              <a:gd name="connsiteY73" fmla="*/ 1515122 h 1592835"/>
              <a:gd name="connsiteX74" fmla="*/ 3560267 w 9662615"/>
              <a:gd name="connsiteY74" fmla="*/ 1516288 h 1592835"/>
              <a:gd name="connsiteX75" fmla="*/ 3540258 w 9662615"/>
              <a:gd name="connsiteY75" fmla="*/ 1516976 h 1592835"/>
              <a:gd name="connsiteX76" fmla="*/ 3534780 w 9662615"/>
              <a:gd name="connsiteY76" fmla="*/ 1522141 h 1592835"/>
              <a:gd name="connsiteX77" fmla="*/ 3504783 w 9662615"/>
              <a:gd name="connsiteY77" fmla="*/ 1526739 h 1592835"/>
              <a:gd name="connsiteX78" fmla="*/ 3430805 w 9662615"/>
              <a:gd name="connsiteY78" fmla="*/ 1542521 h 1592835"/>
              <a:gd name="connsiteX79" fmla="*/ 3292707 w 9662615"/>
              <a:gd name="connsiteY79" fmla="*/ 1520490 h 1592835"/>
              <a:gd name="connsiteX80" fmla="*/ 3187872 w 9662615"/>
              <a:gd name="connsiteY80" fmla="*/ 1519991 h 1592835"/>
              <a:gd name="connsiteX81" fmla="*/ 3148026 w 9662615"/>
              <a:gd name="connsiteY81" fmla="*/ 1524777 h 1592835"/>
              <a:gd name="connsiteX82" fmla="*/ 3092394 w 9662615"/>
              <a:gd name="connsiteY82" fmla="*/ 1528115 h 1592835"/>
              <a:gd name="connsiteX83" fmla="*/ 2994200 w 9662615"/>
              <a:gd name="connsiteY83" fmla="*/ 1537857 h 1592835"/>
              <a:gd name="connsiteX84" fmla="*/ 2862301 w 9662615"/>
              <a:gd name="connsiteY84" fmla="*/ 1544250 h 1592835"/>
              <a:gd name="connsiteX85" fmla="*/ 2766335 w 9662615"/>
              <a:gd name="connsiteY85" fmla="*/ 1527662 h 1592835"/>
              <a:gd name="connsiteX86" fmla="*/ 2757836 w 9662615"/>
              <a:gd name="connsiteY86" fmla="*/ 1531371 h 1592835"/>
              <a:gd name="connsiteX87" fmla="*/ 2691555 w 9662615"/>
              <a:gd name="connsiteY87" fmla="*/ 1530283 h 1592835"/>
              <a:gd name="connsiteX88" fmla="*/ 2491676 w 9662615"/>
              <a:gd name="connsiteY88" fmla="*/ 1500859 h 1592835"/>
              <a:gd name="connsiteX89" fmla="*/ 2378036 w 9662615"/>
              <a:gd name="connsiteY89" fmla="*/ 1520645 h 1592835"/>
              <a:gd name="connsiteX90" fmla="*/ 2284269 w 9662615"/>
              <a:gd name="connsiteY90" fmla="*/ 1503068 h 1592835"/>
              <a:gd name="connsiteX91" fmla="*/ 2207104 w 9662615"/>
              <a:gd name="connsiteY91" fmla="*/ 1508888 h 1592835"/>
              <a:gd name="connsiteX92" fmla="*/ 2149226 w 9662615"/>
              <a:gd name="connsiteY92" fmla="*/ 1523409 h 1592835"/>
              <a:gd name="connsiteX93" fmla="*/ 2084783 w 9662615"/>
              <a:gd name="connsiteY93" fmla="*/ 1524245 h 1592835"/>
              <a:gd name="connsiteX94" fmla="*/ 2070075 w 9662615"/>
              <a:gd name="connsiteY94" fmla="*/ 1511285 h 1592835"/>
              <a:gd name="connsiteX95" fmla="*/ 2001057 w 9662615"/>
              <a:gd name="connsiteY95" fmla="*/ 1516449 h 1592835"/>
              <a:gd name="connsiteX96" fmla="*/ 1896330 w 9662615"/>
              <a:gd name="connsiteY96" fmla="*/ 1525725 h 1592835"/>
              <a:gd name="connsiteX97" fmla="*/ 1835994 w 9662615"/>
              <a:gd name="connsiteY97" fmla="*/ 1527678 h 1592835"/>
              <a:gd name="connsiteX98" fmla="*/ 1671119 w 9662615"/>
              <a:gd name="connsiteY98" fmla="*/ 1536701 h 1592835"/>
              <a:gd name="connsiteX99" fmla="*/ 1601337 w 9662615"/>
              <a:gd name="connsiteY99" fmla="*/ 1548552 h 1592835"/>
              <a:gd name="connsiteX100" fmla="*/ 1407755 w 9662615"/>
              <a:gd name="connsiteY100" fmla="*/ 1571444 h 1592835"/>
              <a:gd name="connsiteX101" fmla="*/ 1271994 w 9662615"/>
              <a:gd name="connsiteY101" fmla="*/ 1579471 h 1592835"/>
              <a:gd name="connsiteX102" fmla="*/ 1249226 w 9662615"/>
              <a:gd name="connsiteY102" fmla="*/ 1583140 h 1592835"/>
              <a:gd name="connsiteX103" fmla="*/ 1217719 w 9662615"/>
              <a:gd name="connsiteY103" fmla="*/ 1580863 h 1592835"/>
              <a:gd name="connsiteX104" fmla="*/ 1091432 w 9662615"/>
              <a:gd name="connsiteY104" fmla="*/ 1571003 h 1592835"/>
              <a:gd name="connsiteX105" fmla="*/ 992039 w 9662615"/>
              <a:gd name="connsiteY105" fmla="*/ 1556662 h 1592835"/>
              <a:gd name="connsiteX106" fmla="*/ 868264 w 9662615"/>
              <a:gd name="connsiteY106" fmla="*/ 1566392 h 1592835"/>
              <a:gd name="connsiteX107" fmla="*/ 792765 w 9662615"/>
              <a:gd name="connsiteY107" fmla="*/ 1563102 h 1592835"/>
              <a:gd name="connsiteX108" fmla="*/ 669055 w 9662615"/>
              <a:gd name="connsiteY108" fmla="*/ 1543638 h 1592835"/>
              <a:gd name="connsiteX109" fmla="*/ 506152 w 9662615"/>
              <a:gd name="connsiteY109" fmla="*/ 1549124 h 1592835"/>
              <a:gd name="connsiteX110" fmla="*/ 472797 w 9662615"/>
              <a:gd name="connsiteY110" fmla="*/ 1568904 h 1592835"/>
              <a:gd name="connsiteX111" fmla="*/ 427864 w 9662615"/>
              <a:gd name="connsiteY111" fmla="*/ 1580848 h 1592835"/>
              <a:gd name="connsiteX112" fmla="*/ 408381 w 9662615"/>
              <a:gd name="connsiteY112" fmla="*/ 1552940 h 1592835"/>
              <a:gd name="connsiteX113" fmla="*/ 267163 w 9662615"/>
              <a:gd name="connsiteY113" fmla="*/ 1531913 h 1592835"/>
              <a:gd name="connsiteX114" fmla="*/ 196644 w 9662615"/>
              <a:gd name="connsiteY114" fmla="*/ 1524565 h 1592835"/>
              <a:gd name="connsiteX115" fmla="*/ 86819 w 9662615"/>
              <a:gd name="connsiteY115" fmla="*/ 1519517 h 1592835"/>
              <a:gd name="connsiteX116" fmla="*/ 53369 w 9662615"/>
              <a:gd name="connsiteY116" fmla="*/ 1516853 h 1592835"/>
              <a:gd name="connsiteX117" fmla="*/ 2359 w 9662615"/>
              <a:gd name="connsiteY117" fmla="*/ 1515247 h 1592835"/>
              <a:gd name="connsiteX118" fmla="*/ 0 w 9662615"/>
              <a:gd name="connsiteY118" fmla="*/ 1514932 h 1592835"/>
              <a:gd name="connsiteX119" fmla="*/ 0 w 9662615"/>
              <a:gd name="connsiteY119" fmla="*/ 0 h 1592835"/>
              <a:gd name="connsiteX0" fmla="*/ 0 w 9662615"/>
              <a:gd name="connsiteY0" fmla="*/ 0 h 1592835"/>
              <a:gd name="connsiteX1" fmla="*/ 9662615 w 9662615"/>
              <a:gd name="connsiteY1" fmla="*/ 0 h 1592835"/>
              <a:gd name="connsiteX2" fmla="*/ 9662615 w 9662615"/>
              <a:gd name="connsiteY2" fmla="*/ 1280346 h 1592835"/>
              <a:gd name="connsiteX3" fmla="*/ 9658420 w 9662615"/>
              <a:gd name="connsiteY3" fmla="*/ 1280106 h 1592835"/>
              <a:gd name="connsiteX4" fmla="*/ 9469546 w 9662615"/>
              <a:gd name="connsiteY4" fmla="*/ 1289837 h 1592835"/>
              <a:gd name="connsiteX5" fmla="*/ 9385895 w 9662615"/>
              <a:gd name="connsiteY5" fmla="*/ 1269203 h 1592835"/>
              <a:gd name="connsiteX6" fmla="*/ 9144767 w 9662615"/>
              <a:gd name="connsiteY6" fmla="*/ 1264120 h 1592835"/>
              <a:gd name="connsiteX7" fmla="*/ 8837252 w 9662615"/>
              <a:gd name="connsiteY7" fmla="*/ 1350515 h 1592835"/>
              <a:gd name="connsiteX8" fmla="*/ 8705466 w 9662615"/>
              <a:gd name="connsiteY8" fmla="*/ 1342419 h 1592835"/>
              <a:gd name="connsiteX9" fmla="*/ 8652221 w 9662615"/>
              <a:gd name="connsiteY9" fmla="*/ 1326906 h 1592835"/>
              <a:gd name="connsiteX10" fmla="*/ 8632312 w 9662615"/>
              <a:gd name="connsiteY10" fmla="*/ 1326025 h 1592835"/>
              <a:gd name="connsiteX11" fmla="*/ 8591582 w 9662615"/>
              <a:gd name="connsiteY11" fmla="*/ 1341666 h 1592835"/>
              <a:gd name="connsiteX12" fmla="*/ 8537336 w 9662615"/>
              <a:gd name="connsiteY12" fmla="*/ 1341684 h 1592835"/>
              <a:gd name="connsiteX13" fmla="*/ 8472508 w 9662615"/>
              <a:gd name="connsiteY13" fmla="*/ 1363109 h 1592835"/>
              <a:gd name="connsiteX14" fmla="*/ 8258477 w 9662615"/>
              <a:gd name="connsiteY14" fmla="*/ 1370666 h 1592835"/>
              <a:gd name="connsiteX15" fmla="*/ 8197961 w 9662615"/>
              <a:gd name="connsiteY15" fmla="*/ 1392804 h 1592835"/>
              <a:gd name="connsiteX16" fmla="*/ 8171196 w 9662615"/>
              <a:gd name="connsiteY16" fmla="*/ 1397216 h 1592835"/>
              <a:gd name="connsiteX17" fmla="*/ 8127667 w 9662615"/>
              <a:gd name="connsiteY17" fmla="*/ 1418254 h 1592835"/>
              <a:gd name="connsiteX18" fmla="*/ 7974579 w 9662615"/>
              <a:gd name="connsiteY18" fmla="*/ 1383439 h 1592835"/>
              <a:gd name="connsiteX19" fmla="*/ 7768351 w 9662615"/>
              <a:gd name="connsiteY19" fmla="*/ 1395051 h 1592835"/>
              <a:gd name="connsiteX20" fmla="*/ 7635985 w 9662615"/>
              <a:gd name="connsiteY20" fmla="*/ 1386363 h 1592835"/>
              <a:gd name="connsiteX21" fmla="*/ 7466069 w 9662615"/>
              <a:gd name="connsiteY21" fmla="*/ 1377654 h 1592835"/>
              <a:gd name="connsiteX22" fmla="*/ 7355642 w 9662615"/>
              <a:gd name="connsiteY22" fmla="*/ 1407761 h 1592835"/>
              <a:gd name="connsiteX23" fmla="*/ 7151610 w 9662615"/>
              <a:gd name="connsiteY23" fmla="*/ 1397856 h 1592835"/>
              <a:gd name="connsiteX24" fmla="*/ 7082147 w 9662615"/>
              <a:gd name="connsiteY24" fmla="*/ 1406113 h 1592835"/>
              <a:gd name="connsiteX25" fmla="*/ 7014958 w 9662615"/>
              <a:gd name="connsiteY25" fmla="*/ 1396883 h 1592835"/>
              <a:gd name="connsiteX26" fmla="*/ 6907567 w 9662615"/>
              <a:gd name="connsiteY26" fmla="*/ 1419149 h 1592835"/>
              <a:gd name="connsiteX27" fmla="*/ 6748428 w 9662615"/>
              <a:gd name="connsiteY27" fmla="*/ 1420308 h 1592835"/>
              <a:gd name="connsiteX28" fmla="*/ 6654257 w 9662615"/>
              <a:gd name="connsiteY28" fmla="*/ 1424143 h 1592835"/>
              <a:gd name="connsiteX29" fmla="*/ 6620123 w 9662615"/>
              <a:gd name="connsiteY29" fmla="*/ 1430535 h 1592835"/>
              <a:gd name="connsiteX30" fmla="*/ 6571355 w 9662615"/>
              <a:gd name="connsiteY30" fmla="*/ 1436144 h 1592835"/>
              <a:gd name="connsiteX31" fmla="*/ 6486557 w 9662615"/>
              <a:gd name="connsiteY31" fmla="*/ 1449861 h 1592835"/>
              <a:gd name="connsiteX32" fmla="*/ 6370419 w 9662615"/>
              <a:gd name="connsiteY32" fmla="*/ 1461649 h 1592835"/>
              <a:gd name="connsiteX33" fmla="*/ 6278839 w 9662615"/>
              <a:gd name="connsiteY33" fmla="*/ 1449160 h 1592835"/>
              <a:gd name="connsiteX34" fmla="*/ 6272455 w 9662615"/>
              <a:gd name="connsiteY34" fmla="*/ 1453191 h 1592835"/>
              <a:gd name="connsiteX35" fmla="*/ 6212659 w 9662615"/>
              <a:gd name="connsiteY35" fmla="*/ 1454850 h 1592835"/>
              <a:gd name="connsiteX36" fmla="*/ 6069317 w 9662615"/>
              <a:gd name="connsiteY36" fmla="*/ 1445838 h 1592835"/>
              <a:gd name="connsiteX37" fmla="*/ 5878477 w 9662615"/>
              <a:gd name="connsiteY37" fmla="*/ 1439180 h 1592835"/>
              <a:gd name="connsiteX38" fmla="*/ 5838387 w 9662615"/>
              <a:gd name="connsiteY38" fmla="*/ 1444679 h 1592835"/>
              <a:gd name="connsiteX39" fmla="*/ 5771136 w 9662615"/>
              <a:gd name="connsiteY39" fmla="*/ 1453639 h 1592835"/>
              <a:gd name="connsiteX40" fmla="*/ 5724081 w 9662615"/>
              <a:gd name="connsiteY40" fmla="*/ 1470431 h 1592835"/>
              <a:gd name="connsiteX41" fmla="*/ 5666577 w 9662615"/>
              <a:gd name="connsiteY41" fmla="*/ 1473921 h 1592835"/>
              <a:gd name="connsiteX42" fmla="*/ 5649068 w 9662615"/>
              <a:gd name="connsiteY42" fmla="*/ 1461676 h 1592835"/>
              <a:gd name="connsiteX43" fmla="*/ 5588902 w 9662615"/>
              <a:gd name="connsiteY43" fmla="*/ 1469647 h 1592835"/>
              <a:gd name="connsiteX44" fmla="*/ 5498090 w 9662615"/>
              <a:gd name="connsiteY44" fmla="*/ 1483173 h 1592835"/>
              <a:gd name="connsiteX45" fmla="*/ 5444641 w 9662615"/>
              <a:gd name="connsiteY45" fmla="*/ 1487602 h 1592835"/>
              <a:gd name="connsiteX46" fmla="*/ 5299812 w 9662615"/>
              <a:gd name="connsiteY46" fmla="*/ 1503362 h 1592835"/>
              <a:gd name="connsiteX47" fmla="*/ 5213947 w 9662615"/>
              <a:gd name="connsiteY47" fmla="*/ 1516637 h 1592835"/>
              <a:gd name="connsiteX48" fmla="*/ 5090342 w 9662615"/>
              <a:gd name="connsiteY48" fmla="*/ 1546680 h 1592835"/>
              <a:gd name="connsiteX49" fmla="*/ 5129812 w 9662615"/>
              <a:gd name="connsiteY49" fmla="*/ 1521277 h 1592835"/>
              <a:gd name="connsiteX50" fmla="*/ 5059484 w 9662615"/>
              <a:gd name="connsiteY50" fmla="*/ 1546802 h 1592835"/>
              <a:gd name="connsiteX51" fmla="*/ 5038524 w 9662615"/>
              <a:gd name="connsiteY51" fmla="*/ 1545675 h 1592835"/>
              <a:gd name="connsiteX52" fmla="*/ 5026564 w 9662615"/>
              <a:gd name="connsiteY52" fmla="*/ 1545376 h 1592835"/>
              <a:gd name="connsiteX53" fmla="*/ 4969433 w 9662615"/>
              <a:gd name="connsiteY53" fmla="*/ 1550865 h 1592835"/>
              <a:gd name="connsiteX54" fmla="*/ 4921303 w 9662615"/>
              <a:gd name="connsiteY54" fmla="*/ 1575379 h 1592835"/>
              <a:gd name="connsiteX55" fmla="*/ 4863775 w 9662615"/>
              <a:gd name="connsiteY55" fmla="*/ 1562633 h 1592835"/>
              <a:gd name="connsiteX56" fmla="*/ 4847242 w 9662615"/>
              <a:gd name="connsiteY56" fmla="*/ 1565435 h 1592835"/>
              <a:gd name="connsiteX57" fmla="*/ 4856839 w 9662615"/>
              <a:gd name="connsiteY57" fmla="*/ 1592835 h 1592835"/>
              <a:gd name="connsiteX58" fmla="*/ 4791466 w 9662615"/>
              <a:gd name="connsiteY58" fmla="*/ 1561324 h 1592835"/>
              <a:gd name="connsiteX59" fmla="*/ 4784247 w 9662615"/>
              <a:gd name="connsiteY59" fmla="*/ 1562342 h 1592835"/>
              <a:gd name="connsiteX60" fmla="*/ 4730033 w 9662615"/>
              <a:gd name="connsiteY60" fmla="*/ 1555274 h 1592835"/>
              <a:gd name="connsiteX61" fmla="*/ 4697562 w 9662615"/>
              <a:gd name="connsiteY61" fmla="*/ 1551206 h 1592835"/>
              <a:gd name="connsiteX62" fmla="*/ 4662664 w 9662615"/>
              <a:gd name="connsiteY62" fmla="*/ 1573162 h 1592835"/>
              <a:gd name="connsiteX63" fmla="*/ 4603028 w 9662615"/>
              <a:gd name="connsiteY63" fmla="*/ 1568821 h 1592835"/>
              <a:gd name="connsiteX64" fmla="*/ 4541612 w 9662615"/>
              <a:gd name="connsiteY64" fmla="*/ 1545262 h 1592835"/>
              <a:gd name="connsiteX65" fmla="*/ 4422155 w 9662615"/>
              <a:gd name="connsiteY65" fmla="*/ 1542059 h 1592835"/>
              <a:gd name="connsiteX66" fmla="*/ 4221826 w 9662615"/>
              <a:gd name="connsiteY66" fmla="*/ 1508923 h 1592835"/>
              <a:gd name="connsiteX67" fmla="*/ 4096601 w 9662615"/>
              <a:gd name="connsiteY67" fmla="*/ 1521563 h 1592835"/>
              <a:gd name="connsiteX68" fmla="*/ 3970635 w 9662615"/>
              <a:gd name="connsiteY68" fmla="*/ 1544815 h 1592835"/>
              <a:gd name="connsiteX69" fmla="*/ 3833906 w 9662615"/>
              <a:gd name="connsiteY69" fmla="*/ 1516637 h 1592835"/>
              <a:gd name="connsiteX70" fmla="*/ 3696258 w 9662615"/>
              <a:gd name="connsiteY70" fmla="*/ 1537563 h 1592835"/>
              <a:gd name="connsiteX71" fmla="*/ 3594070 w 9662615"/>
              <a:gd name="connsiteY71" fmla="*/ 1509422 h 1592835"/>
              <a:gd name="connsiteX72" fmla="*/ 3565233 w 9662615"/>
              <a:gd name="connsiteY72" fmla="*/ 1515122 h 1592835"/>
              <a:gd name="connsiteX73" fmla="*/ 3560267 w 9662615"/>
              <a:gd name="connsiteY73" fmla="*/ 1516288 h 1592835"/>
              <a:gd name="connsiteX74" fmla="*/ 3540258 w 9662615"/>
              <a:gd name="connsiteY74" fmla="*/ 1516976 h 1592835"/>
              <a:gd name="connsiteX75" fmla="*/ 3534780 w 9662615"/>
              <a:gd name="connsiteY75" fmla="*/ 1522141 h 1592835"/>
              <a:gd name="connsiteX76" fmla="*/ 3504783 w 9662615"/>
              <a:gd name="connsiteY76" fmla="*/ 1526739 h 1592835"/>
              <a:gd name="connsiteX77" fmla="*/ 3430805 w 9662615"/>
              <a:gd name="connsiteY77" fmla="*/ 1542521 h 1592835"/>
              <a:gd name="connsiteX78" fmla="*/ 3292707 w 9662615"/>
              <a:gd name="connsiteY78" fmla="*/ 1520490 h 1592835"/>
              <a:gd name="connsiteX79" fmla="*/ 3187872 w 9662615"/>
              <a:gd name="connsiteY79" fmla="*/ 1519991 h 1592835"/>
              <a:gd name="connsiteX80" fmla="*/ 3148026 w 9662615"/>
              <a:gd name="connsiteY80" fmla="*/ 1524777 h 1592835"/>
              <a:gd name="connsiteX81" fmla="*/ 3092394 w 9662615"/>
              <a:gd name="connsiteY81" fmla="*/ 1528115 h 1592835"/>
              <a:gd name="connsiteX82" fmla="*/ 2994200 w 9662615"/>
              <a:gd name="connsiteY82" fmla="*/ 1537857 h 1592835"/>
              <a:gd name="connsiteX83" fmla="*/ 2862301 w 9662615"/>
              <a:gd name="connsiteY83" fmla="*/ 1544250 h 1592835"/>
              <a:gd name="connsiteX84" fmla="*/ 2766335 w 9662615"/>
              <a:gd name="connsiteY84" fmla="*/ 1527662 h 1592835"/>
              <a:gd name="connsiteX85" fmla="*/ 2757836 w 9662615"/>
              <a:gd name="connsiteY85" fmla="*/ 1531371 h 1592835"/>
              <a:gd name="connsiteX86" fmla="*/ 2691555 w 9662615"/>
              <a:gd name="connsiteY86" fmla="*/ 1530283 h 1592835"/>
              <a:gd name="connsiteX87" fmla="*/ 2491676 w 9662615"/>
              <a:gd name="connsiteY87" fmla="*/ 1500859 h 1592835"/>
              <a:gd name="connsiteX88" fmla="*/ 2378036 w 9662615"/>
              <a:gd name="connsiteY88" fmla="*/ 1520645 h 1592835"/>
              <a:gd name="connsiteX89" fmla="*/ 2284269 w 9662615"/>
              <a:gd name="connsiteY89" fmla="*/ 1503068 h 1592835"/>
              <a:gd name="connsiteX90" fmla="*/ 2207104 w 9662615"/>
              <a:gd name="connsiteY90" fmla="*/ 1508888 h 1592835"/>
              <a:gd name="connsiteX91" fmla="*/ 2149226 w 9662615"/>
              <a:gd name="connsiteY91" fmla="*/ 1523409 h 1592835"/>
              <a:gd name="connsiteX92" fmla="*/ 2084783 w 9662615"/>
              <a:gd name="connsiteY92" fmla="*/ 1524245 h 1592835"/>
              <a:gd name="connsiteX93" fmla="*/ 2070075 w 9662615"/>
              <a:gd name="connsiteY93" fmla="*/ 1511285 h 1592835"/>
              <a:gd name="connsiteX94" fmla="*/ 2001057 w 9662615"/>
              <a:gd name="connsiteY94" fmla="*/ 1516449 h 1592835"/>
              <a:gd name="connsiteX95" fmla="*/ 1896330 w 9662615"/>
              <a:gd name="connsiteY95" fmla="*/ 1525725 h 1592835"/>
              <a:gd name="connsiteX96" fmla="*/ 1835994 w 9662615"/>
              <a:gd name="connsiteY96" fmla="*/ 1527678 h 1592835"/>
              <a:gd name="connsiteX97" fmla="*/ 1671119 w 9662615"/>
              <a:gd name="connsiteY97" fmla="*/ 1536701 h 1592835"/>
              <a:gd name="connsiteX98" fmla="*/ 1601337 w 9662615"/>
              <a:gd name="connsiteY98" fmla="*/ 1548552 h 1592835"/>
              <a:gd name="connsiteX99" fmla="*/ 1407755 w 9662615"/>
              <a:gd name="connsiteY99" fmla="*/ 1571444 h 1592835"/>
              <a:gd name="connsiteX100" fmla="*/ 1271994 w 9662615"/>
              <a:gd name="connsiteY100" fmla="*/ 1579471 h 1592835"/>
              <a:gd name="connsiteX101" fmla="*/ 1249226 w 9662615"/>
              <a:gd name="connsiteY101" fmla="*/ 1583140 h 1592835"/>
              <a:gd name="connsiteX102" fmla="*/ 1217719 w 9662615"/>
              <a:gd name="connsiteY102" fmla="*/ 1580863 h 1592835"/>
              <a:gd name="connsiteX103" fmla="*/ 1091432 w 9662615"/>
              <a:gd name="connsiteY103" fmla="*/ 1571003 h 1592835"/>
              <a:gd name="connsiteX104" fmla="*/ 992039 w 9662615"/>
              <a:gd name="connsiteY104" fmla="*/ 1556662 h 1592835"/>
              <a:gd name="connsiteX105" fmla="*/ 868264 w 9662615"/>
              <a:gd name="connsiteY105" fmla="*/ 1566392 h 1592835"/>
              <a:gd name="connsiteX106" fmla="*/ 792765 w 9662615"/>
              <a:gd name="connsiteY106" fmla="*/ 1563102 h 1592835"/>
              <a:gd name="connsiteX107" fmla="*/ 669055 w 9662615"/>
              <a:gd name="connsiteY107" fmla="*/ 1543638 h 1592835"/>
              <a:gd name="connsiteX108" fmla="*/ 506152 w 9662615"/>
              <a:gd name="connsiteY108" fmla="*/ 1549124 h 1592835"/>
              <a:gd name="connsiteX109" fmla="*/ 472797 w 9662615"/>
              <a:gd name="connsiteY109" fmla="*/ 1568904 h 1592835"/>
              <a:gd name="connsiteX110" fmla="*/ 427864 w 9662615"/>
              <a:gd name="connsiteY110" fmla="*/ 1580848 h 1592835"/>
              <a:gd name="connsiteX111" fmla="*/ 408381 w 9662615"/>
              <a:gd name="connsiteY111" fmla="*/ 1552940 h 1592835"/>
              <a:gd name="connsiteX112" fmla="*/ 267163 w 9662615"/>
              <a:gd name="connsiteY112" fmla="*/ 1531913 h 1592835"/>
              <a:gd name="connsiteX113" fmla="*/ 196644 w 9662615"/>
              <a:gd name="connsiteY113" fmla="*/ 1524565 h 1592835"/>
              <a:gd name="connsiteX114" fmla="*/ 86819 w 9662615"/>
              <a:gd name="connsiteY114" fmla="*/ 1519517 h 1592835"/>
              <a:gd name="connsiteX115" fmla="*/ 53369 w 9662615"/>
              <a:gd name="connsiteY115" fmla="*/ 1516853 h 1592835"/>
              <a:gd name="connsiteX116" fmla="*/ 2359 w 9662615"/>
              <a:gd name="connsiteY116" fmla="*/ 1515247 h 1592835"/>
              <a:gd name="connsiteX117" fmla="*/ 0 w 9662615"/>
              <a:gd name="connsiteY117" fmla="*/ 1514932 h 1592835"/>
              <a:gd name="connsiteX118" fmla="*/ 0 w 9662615"/>
              <a:gd name="connsiteY118" fmla="*/ 0 h 1592835"/>
              <a:gd name="connsiteX0" fmla="*/ 0 w 9662615"/>
              <a:gd name="connsiteY0" fmla="*/ 0 h 1592835"/>
              <a:gd name="connsiteX1" fmla="*/ 9662615 w 9662615"/>
              <a:gd name="connsiteY1" fmla="*/ 0 h 1592835"/>
              <a:gd name="connsiteX2" fmla="*/ 9662615 w 9662615"/>
              <a:gd name="connsiteY2" fmla="*/ 1280346 h 1592835"/>
              <a:gd name="connsiteX3" fmla="*/ 9658420 w 9662615"/>
              <a:gd name="connsiteY3" fmla="*/ 1280106 h 1592835"/>
              <a:gd name="connsiteX4" fmla="*/ 9469546 w 9662615"/>
              <a:gd name="connsiteY4" fmla="*/ 1289837 h 1592835"/>
              <a:gd name="connsiteX5" fmla="*/ 9385895 w 9662615"/>
              <a:gd name="connsiteY5" fmla="*/ 1269203 h 1592835"/>
              <a:gd name="connsiteX6" fmla="*/ 9144767 w 9662615"/>
              <a:gd name="connsiteY6" fmla="*/ 1264120 h 1592835"/>
              <a:gd name="connsiteX7" fmla="*/ 8837252 w 9662615"/>
              <a:gd name="connsiteY7" fmla="*/ 1350515 h 1592835"/>
              <a:gd name="connsiteX8" fmla="*/ 8705466 w 9662615"/>
              <a:gd name="connsiteY8" fmla="*/ 1342419 h 1592835"/>
              <a:gd name="connsiteX9" fmla="*/ 8652221 w 9662615"/>
              <a:gd name="connsiteY9" fmla="*/ 1326906 h 1592835"/>
              <a:gd name="connsiteX10" fmla="*/ 8632312 w 9662615"/>
              <a:gd name="connsiteY10" fmla="*/ 1326025 h 1592835"/>
              <a:gd name="connsiteX11" fmla="*/ 8591582 w 9662615"/>
              <a:gd name="connsiteY11" fmla="*/ 1341666 h 1592835"/>
              <a:gd name="connsiteX12" fmla="*/ 8537336 w 9662615"/>
              <a:gd name="connsiteY12" fmla="*/ 1341684 h 1592835"/>
              <a:gd name="connsiteX13" fmla="*/ 8472508 w 9662615"/>
              <a:gd name="connsiteY13" fmla="*/ 1363109 h 1592835"/>
              <a:gd name="connsiteX14" fmla="*/ 8258477 w 9662615"/>
              <a:gd name="connsiteY14" fmla="*/ 1370666 h 1592835"/>
              <a:gd name="connsiteX15" fmla="*/ 8197961 w 9662615"/>
              <a:gd name="connsiteY15" fmla="*/ 1392804 h 1592835"/>
              <a:gd name="connsiteX16" fmla="*/ 8171196 w 9662615"/>
              <a:gd name="connsiteY16" fmla="*/ 1397216 h 1592835"/>
              <a:gd name="connsiteX17" fmla="*/ 8127667 w 9662615"/>
              <a:gd name="connsiteY17" fmla="*/ 1418254 h 1592835"/>
              <a:gd name="connsiteX18" fmla="*/ 7974579 w 9662615"/>
              <a:gd name="connsiteY18" fmla="*/ 1383439 h 1592835"/>
              <a:gd name="connsiteX19" fmla="*/ 7768351 w 9662615"/>
              <a:gd name="connsiteY19" fmla="*/ 1395051 h 1592835"/>
              <a:gd name="connsiteX20" fmla="*/ 7635985 w 9662615"/>
              <a:gd name="connsiteY20" fmla="*/ 1386363 h 1592835"/>
              <a:gd name="connsiteX21" fmla="*/ 7466069 w 9662615"/>
              <a:gd name="connsiteY21" fmla="*/ 1377654 h 1592835"/>
              <a:gd name="connsiteX22" fmla="*/ 7355642 w 9662615"/>
              <a:gd name="connsiteY22" fmla="*/ 1407761 h 1592835"/>
              <a:gd name="connsiteX23" fmla="*/ 7151610 w 9662615"/>
              <a:gd name="connsiteY23" fmla="*/ 1397856 h 1592835"/>
              <a:gd name="connsiteX24" fmla="*/ 7082147 w 9662615"/>
              <a:gd name="connsiteY24" fmla="*/ 1406113 h 1592835"/>
              <a:gd name="connsiteX25" fmla="*/ 7014958 w 9662615"/>
              <a:gd name="connsiteY25" fmla="*/ 1396883 h 1592835"/>
              <a:gd name="connsiteX26" fmla="*/ 6907567 w 9662615"/>
              <a:gd name="connsiteY26" fmla="*/ 1419149 h 1592835"/>
              <a:gd name="connsiteX27" fmla="*/ 6748428 w 9662615"/>
              <a:gd name="connsiteY27" fmla="*/ 1420308 h 1592835"/>
              <a:gd name="connsiteX28" fmla="*/ 6654257 w 9662615"/>
              <a:gd name="connsiteY28" fmla="*/ 1424143 h 1592835"/>
              <a:gd name="connsiteX29" fmla="*/ 6620123 w 9662615"/>
              <a:gd name="connsiteY29" fmla="*/ 1430535 h 1592835"/>
              <a:gd name="connsiteX30" fmla="*/ 6571355 w 9662615"/>
              <a:gd name="connsiteY30" fmla="*/ 1436144 h 1592835"/>
              <a:gd name="connsiteX31" fmla="*/ 6486557 w 9662615"/>
              <a:gd name="connsiteY31" fmla="*/ 1449861 h 1592835"/>
              <a:gd name="connsiteX32" fmla="*/ 6370419 w 9662615"/>
              <a:gd name="connsiteY32" fmla="*/ 1461649 h 1592835"/>
              <a:gd name="connsiteX33" fmla="*/ 6278839 w 9662615"/>
              <a:gd name="connsiteY33" fmla="*/ 1449160 h 1592835"/>
              <a:gd name="connsiteX34" fmla="*/ 6272455 w 9662615"/>
              <a:gd name="connsiteY34" fmla="*/ 1453191 h 1592835"/>
              <a:gd name="connsiteX35" fmla="*/ 6212659 w 9662615"/>
              <a:gd name="connsiteY35" fmla="*/ 1454850 h 1592835"/>
              <a:gd name="connsiteX36" fmla="*/ 6069317 w 9662615"/>
              <a:gd name="connsiteY36" fmla="*/ 1445838 h 1592835"/>
              <a:gd name="connsiteX37" fmla="*/ 5878477 w 9662615"/>
              <a:gd name="connsiteY37" fmla="*/ 1439180 h 1592835"/>
              <a:gd name="connsiteX38" fmla="*/ 5838387 w 9662615"/>
              <a:gd name="connsiteY38" fmla="*/ 1444679 h 1592835"/>
              <a:gd name="connsiteX39" fmla="*/ 5771136 w 9662615"/>
              <a:gd name="connsiteY39" fmla="*/ 1453639 h 1592835"/>
              <a:gd name="connsiteX40" fmla="*/ 5724081 w 9662615"/>
              <a:gd name="connsiteY40" fmla="*/ 1470431 h 1592835"/>
              <a:gd name="connsiteX41" fmla="*/ 5666577 w 9662615"/>
              <a:gd name="connsiteY41" fmla="*/ 1473921 h 1592835"/>
              <a:gd name="connsiteX42" fmla="*/ 5649068 w 9662615"/>
              <a:gd name="connsiteY42" fmla="*/ 1461676 h 1592835"/>
              <a:gd name="connsiteX43" fmla="*/ 5588902 w 9662615"/>
              <a:gd name="connsiteY43" fmla="*/ 1469647 h 1592835"/>
              <a:gd name="connsiteX44" fmla="*/ 5498090 w 9662615"/>
              <a:gd name="connsiteY44" fmla="*/ 1483173 h 1592835"/>
              <a:gd name="connsiteX45" fmla="*/ 5444641 w 9662615"/>
              <a:gd name="connsiteY45" fmla="*/ 1487602 h 1592835"/>
              <a:gd name="connsiteX46" fmla="*/ 5299812 w 9662615"/>
              <a:gd name="connsiteY46" fmla="*/ 1503362 h 1592835"/>
              <a:gd name="connsiteX47" fmla="*/ 5213947 w 9662615"/>
              <a:gd name="connsiteY47" fmla="*/ 1516637 h 1592835"/>
              <a:gd name="connsiteX48" fmla="*/ 5090342 w 9662615"/>
              <a:gd name="connsiteY48" fmla="*/ 1546680 h 1592835"/>
              <a:gd name="connsiteX49" fmla="*/ 5129812 w 9662615"/>
              <a:gd name="connsiteY49" fmla="*/ 1521277 h 1592835"/>
              <a:gd name="connsiteX50" fmla="*/ 5059484 w 9662615"/>
              <a:gd name="connsiteY50" fmla="*/ 1546802 h 1592835"/>
              <a:gd name="connsiteX51" fmla="*/ 5038524 w 9662615"/>
              <a:gd name="connsiteY51" fmla="*/ 1545675 h 1592835"/>
              <a:gd name="connsiteX52" fmla="*/ 5026564 w 9662615"/>
              <a:gd name="connsiteY52" fmla="*/ 1545376 h 1592835"/>
              <a:gd name="connsiteX53" fmla="*/ 4969433 w 9662615"/>
              <a:gd name="connsiteY53" fmla="*/ 1550865 h 1592835"/>
              <a:gd name="connsiteX54" fmla="*/ 4921303 w 9662615"/>
              <a:gd name="connsiteY54" fmla="*/ 1575379 h 1592835"/>
              <a:gd name="connsiteX55" fmla="*/ 4863775 w 9662615"/>
              <a:gd name="connsiteY55" fmla="*/ 1562633 h 1592835"/>
              <a:gd name="connsiteX56" fmla="*/ 4847242 w 9662615"/>
              <a:gd name="connsiteY56" fmla="*/ 1565435 h 1592835"/>
              <a:gd name="connsiteX57" fmla="*/ 4856839 w 9662615"/>
              <a:gd name="connsiteY57" fmla="*/ 1592835 h 1592835"/>
              <a:gd name="connsiteX58" fmla="*/ 4791466 w 9662615"/>
              <a:gd name="connsiteY58" fmla="*/ 1561324 h 1592835"/>
              <a:gd name="connsiteX59" fmla="*/ 4784247 w 9662615"/>
              <a:gd name="connsiteY59" fmla="*/ 1562342 h 1592835"/>
              <a:gd name="connsiteX60" fmla="*/ 4735334 w 9662615"/>
              <a:gd name="connsiteY60" fmla="*/ 1581778 h 1592835"/>
              <a:gd name="connsiteX61" fmla="*/ 4697562 w 9662615"/>
              <a:gd name="connsiteY61" fmla="*/ 1551206 h 1592835"/>
              <a:gd name="connsiteX62" fmla="*/ 4662664 w 9662615"/>
              <a:gd name="connsiteY62" fmla="*/ 1573162 h 1592835"/>
              <a:gd name="connsiteX63" fmla="*/ 4603028 w 9662615"/>
              <a:gd name="connsiteY63" fmla="*/ 1568821 h 1592835"/>
              <a:gd name="connsiteX64" fmla="*/ 4541612 w 9662615"/>
              <a:gd name="connsiteY64" fmla="*/ 1545262 h 1592835"/>
              <a:gd name="connsiteX65" fmla="*/ 4422155 w 9662615"/>
              <a:gd name="connsiteY65" fmla="*/ 1542059 h 1592835"/>
              <a:gd name="connsiteX66" fmla="*/ 4221826 w 9662615"/>
              <a:gd name="connsiteY66" fmla="*/ 1508923 h 1592835"/>
              <a:gd name="connsiteX67" fmla="*/ 4096601 w 9662615"/>
              <a:gd name="connsiteY67" fmla="*/ 1521563 h 1592835"/>
              <a:gd name="connsiteX68" fmla="*/ 3970635 w 9662615"/>
              <a:gd name="connsiteY68" fmla="*/ 1544815 h 1592835"/>
              <a:gd name="connsiteX69" fmla="*/ 3833906 w 9662615"/>
              <a:gd name="connsiteY69" fmla="*/ 1516637 h 1592835"/>
              <a:gd name="connsiteX70" fmla="*/ 3696258 w 9662615"/>
              <a:gd name="connsiteY70" fmla="*/ 1537563 h 1592835"/>
              <a:gd name="connsiteX71" fmla="*/ 3594070 w 9662615"/>
              <a:gd name="connsiteY71" fmla="*/ 1509422 h 1592835"/>
              <a:gd name="connsiteX72" fmla="*/ 3565233 w 9662615"/>
              <a:gd name="connsiteY72" fmla="*/ 1515122 h 1592835"/>
              <a:gd name="connsiteX73" fmla="*/ 3560267 w 9662615"/>
              <a:gd name="connsiteY73" fmla="*/ 1516288 h 1592835"/>
              <a:gd name="connsiteX74" fmla="*/ 3540258 w 9662615"/>
              <a:gd name="connsiteY74" fmla="*/ 1516976 h 1592835"/>
              <a:gd name="connsiteX75" fmla="*/ 3534780 w 9662615"/>
              <a:gd name="connsiteY75" fmla="*/ 1522141 h 1592835"/>
              <a:gd name="connsiteX76" fmla="*/ 3504783 w 9662615"/>
              <a:gd name="connsiteY76" fmla="*/ 1526739 h 1592835"/>
              <a:gd name="connsiteX77" fmla="*/ 3430805 w 9662615"/>
              <a:gd name="connsiteY77" fmla="*/ 1542521 h 1592835"/>
              <a:gd name="connsiteX78" fmla="*/ 3292707 w 9662615"/>
              <a:gd name="connsiteY78" fmla="*/ 1520490 h 1592835"/>
              <a:gd name="connsiteX79" fmla="*/ 3187872 w 9662615"/>
              <a:gd name="connsiteY79" fmla="*/ 1519991 h 1592835"/>
              <a:gd name="connsiteX80" fmla="*/ 3148026 w 9662615"/>
              <a:gd name="connsiteY80" fmla="*/ 1524777 h 1592835"/>
              <a:gd name="connsiteX81" fmla="*/ 3092394 w 9662615"/>
              <a:gd name="connsiteY81" fmla="*/ 1528115 h 1592835"/>
              <a:gd name="connsiteX82" fmla="*/ 2994200 w 9662615"/>
              <a:gd name="connsiteY82" fmla="*/ 1537857 h 1592835"/>
              <a:gd name="connsiteX83" fmla="*/ 2862301 w 9662615"/>
              <a:gd name="connsiteY83" fmla="*/ 1544250 h 1592835"/>
              <a:gd name="connsiteX84" fmla="*/ 2766335 w 9662615"/>
              <a:gd name="connsiteY84" fmla="*/ 1527662 h 1592835"/>
              <a:gd name="connsiteX85" fmla="*/ 2757836 w 9662615"/>
              <a:gd name="connsiteY85" fmla="*/ 1531371 h 1592835"/>
              <a:gd name="connsiteX86" fmla="*/ 2691555 w 9662615"/>
              <a:gd name="connsiteY86" fmla="*/ 1530283 h 1592835"/>
              <a:gd name="connsiteX87" fmla="*/ 2491676 w 9662615"/>
              <a:gd name="connsiteY87" fmla="*/ 1500859 h 1592835"/>
              <a:gd name="connsiteX88" fmla="*/ 2378036 w 9662615"/>
              <a:gd name="connsiteY88" fmla="*/ 1520645 h 1592835"/>
              <a:gd name="connsiteX89" fmla="*/ 2284269 w 9662615"/>
              <a:gd name="connsiteY89" fmla="*/ 1503068 h 1592835"/>
              <a:gd name="connsiteX90" fmla="*/ 2207104 w 9662615"/>
              <a:gd name="connsiteY90" fmla="*/ 1508888 h 1592835"/>
              <a:gd name="connsiteX91" fmla="*/ 2149226 w 9662615"/>
              <a:gd name="connsiteY91" fmla="*/ 1523409 h 1592835"/>
              <a:gd name="connsiteX92" fmla="*/ 2084783 w 9662615"/>
              <a:gd name="connsiteY92" fmla="*/ 1524245 h 1592835"/>
              <a:gd name="connsiteX93" fmla="*/ 2070075 w 9662615"/>
              <a:gd name="connsiteY93" fmla="*/ 1511285 h 1592835"/>
              <a:gd name="connsiteX94" fmla="*/ 2001057 w 9662615"/>
              <a:gd name="connsiteY94" fmla="*/ 1516449 h 1592835"/>
              <a:gd name="connsiteX95" fmla="*/ 1896330 w 9662615"/>
              <a:gd name="connsiteY95" fmla="*/ 1525725 h 1592835"/>
              <a:gd name="connsiteX96" fmla="*/ 1835994 w 9662615"/>
              <a:gd name="connsiteY96" fmla="*/ 1527678 h 1592835"/>
              <a:gd name="connsiteX97" fmla="*/ 1671119 w 9662615"/>
              <a:gd name="connsiteY97" fmla="*/ 1536701 h 1592835"/>
              <a:gd name="connsiteX98" fmla="*/ 1601337 w 9662615"/>
              <a:gd name="connsiteY98" fmla="*/ 1548552 h 1592835"/>
              <a:gd name="connsiteX99" fmla="*/ 1407755 w 9662615"/>
              <a:gd name="connsiteY99" fmla="*/ 1571444 h 1592835"/>
              <a:gd name="connsiteX100" fmla="*/ 1271994 w 9662615"/>
              <a:gd name="connsiteY100" fmla="*/ 1579471 h 1592835"/>
              <a:gd name="connsiteX101" fmla="*/ 1249226 w 9662615"/>
              <a:gd name="connsiteY101" fmla="*/ 1583140 h 1592835"/>
              <a:gd name="connsiteX102" fmla="*/ 1217719 w 9662615"/>
              <a:gd name="connsiteY102" fmla="*/ 1580863 h 1592835"/>
              <a:gd name="connsiteX103" fmla="*/ 1091432 w 9662615"/>
              <a:gd name="connsiteY103" fmla="*/ 1571003 h 1592835"/>
              <a:gd name="connsiteX104" fmla="*/ 992039 w 9662615"/>
              <a:gd name="connsiteY104" fmla="*/ 1556662 h 1592835"/>
              <a:gd name="connsiteX105" fmla="*/ 868264 w 9662615"/>
              <a:gd name="connsiteY105" fmla="*/ 1566392 h 1592835"/>
              <a:gd name="connsiteX106" fmla="*/ 792765 w 9662615"/>
              <a:gd name="connsiteY106" fmla="*/ 1563102 h 1592835"/>
              <a:gd name="connsiteX107" fmla="*/ 669055 w 9662615"/>
              <a:gd name="connsiteY107" fmla="*/ 1543638 h 1592835"/>
              <a:gd name="connsiteX108" fmla="*/ 506152 w 9662615"/>
              <a:gd name="connsiteY108" fmla="*/ 1549124 h 1592835"/>
              <a:gd name="connsiteX109" fmla="*/ 472797 w 9662615"/>
              <a:gd name="connsiteY109" fmla="*/ 1568904 h 1592835"/>
              <a:gd name="connsiteX110" fmla="*/ 427864 w 9662615"/>
              <a:gd name="connsiteY110" fmla="*/ 1580848 h 1592835"/>
              <a:gd name="connsiteX111" fmla="*/ 408381 w 9662615"/>
              <a:gd name="connsiteY111" fmla="*/ 1552940 h 1592835"/>
              <a:gd name="connsiteX112" fmla="*/ 267163 w 9662615"/>
              <a:gd name="connsiteY112" fmla="*/ 1531913 h 1592835"/>
              <a:gd name="connsiteX113" fmla="*/ 196644 w 9662615"/>
              <a:gd name="connsiteY113" fmla="*/ 1524565 h 1592835"/>
              <a:gd name="connsiteX114" fmla="*/ 86819 w 9662615"/>
              <a:gd name="connsiteY114" fmla="*/ 1519517 h 1592835"/>
              <a:gd name="connsiteX115" fmla="*/ 53369 w 9662615"/>
              <a:gd name="connsiteY115" fmla="*/ 1516853 h 1592835"/>
              <a:gd name="connsiteX116" fmla="*/ 2359 w 9662615"/>
              <a:gd name="connsiteY116" fmla="*/ 1515247 h 1592835"/>
              <a:gd name="connsiteX117" fmla="*/ 0 w 9662615"/>
              <a:gd name="connsiteY117" fmla="*/ 1514932 h 1592835"/>
              <a:gd name="connsiteX118" fmla="*/ 0 w 9662615"/>
              <a:gd name="connsiteY118" fmla="*/ 0 h 1592835"/>
              <a:gd name="connsiteX0" fmla="*/ 0 w 9662615"/>
              <a:gd name="connsiteY0" fmla="*/ 0 h 1692226"/>
              <a:gd name="connsiteX1" fmla="*/ 9662615 w 9662615"/>
              <a:gd name="connsiteY1" fmla="*/ 0 h 1692226"/>
              <a:gd name="connsiteX2" fmla="*/ 9662615 w 9662615"/>
              <a:gd name="connsiteY2" fmla="*/ 1280346 h 1692226"/>
              <a:gd name="connsiteX3" fmla="*/ 9658420 w 9662615"/>
              <a:gd name="connsiteY3" fmla="*/ 1280106 h 1692226"/>
              <a:gd name="connsiteX4" fmla="*/ 9469546 w 9662615"/>
              <a:gd name="connsiteY4" fmla="*/ 1289837 h 1692226"/>
              <a:gd name="connsiteX5" fmla="*/ 9385895 w 9662615"/>
              <a:gd name="connsiteY5" fmla="*/ 1269203 h 1692226"/>
              <a:gd name="connsiteX6" fmla="*/ 9144767 w 9662615"/>
              <a:gd name="connsiteY6" fmla="*/ 1264120 h 1692226"/>
              <a:gd name="connsiteX7" fmla="*/ 8837252 w 9662615"/>
              <a:gd name="connsiteY7" fmla="*/ 1350515 h 1692226"/>
              <a:gd name="connsiteX8" fmla="*/ 8705466 w 9662615"/>
              <a:gd name="connsiteY8" fmla="*/ 1342419 h 1692226"/>
              <a:gd name="connsiteX9" fmla="*/ 8652221 w 9662615"/>
              <a:gd name="connsiteY9" fmla="*/ 1326906 h 1692226"/>
              <a:gd name="connsiteX10" fmla="*/ 8632312 w 9662615"/>
              <a:gd name="connsiteY10" fmla="*/ 1326025 h 1692226"/>
              <a:gd name="connsiteX11" fmla="*/ 8591582 w 9662615"/>
              <a:gd name="connsiteY11" fmla="*/ 1341666 h 1692226"/>
              <a:gd name="connsiteX12" fmla="*/ 8537336 w 9662615"/>
              <a:gd name="connsiteY12" fmla="*/ 1341684 h 1692226"/>
              <a:gd name="connsiteX13" fmla="*/ 8472508 w 9662615"/>
              <a:gd name="connsiteY13" fmla="*/ 1363109 h 1692226"/>
              <a:gd name="connsiteX14" fmla="*/ 8258477 w 9662615"/>
              <a:gd name="connsiteY14" fmla="*/ 1370666 h 1692226"/>
              <a:gd name="connsiteX15" fmla="*/ 8197961 w 9662615"/>
              <a:gd name="connsiteY15" fmla="*/ 1392804 h 1692226"/>
              <a:gd name="connsiteX16" fmla="*/ 8171196 w 9662615"/>
              <a:gd name="connsiteY16" fmla="*/ 1397216 h 1692226"/>
              <a:gd name="connsiteX17" fmla="*/ 8127667 w 9662615"/>
              <a:gd name="connsiteY17" fmla="*/ 1418254 h 1692226"/>
              <a:gd name="connsiteX18" fmla="*/ 7974579 w 9662615"/>
              <a:gd name="connsiteY18" fmla="*/ 1383439 h 1692226"/>
              <a:gd name="connsiteX19" fmla="*/ 7768351 w 9662615"/>
              <a:gd name="connsiteY19" fmla="*/ 1395051 h 1692226"/>
              <a:gd name="connsiteX20" fmla="*/ 7635985 w 9662615"/>
              <a:gd name="connsiteY20" fmla="*/ 1386363 h 1692226"/>
              <a:gd name="connsiteX21" fmla="*/ 7466069 w 9662615"/>
              <a:gd name="connsiteY21" fmla="*/ 1377654 h 1692226"/>
              <a:gd name="connsiteX22" fmla="*/ 7355642 w 9662615"/>
              <a:gd name="connsiteY22" fmla="*/ 1407761 h 1692226"/>
              <a:gd name="connsiteX23" fmla="*/ 7151610 w 9662615"/>
              <a:gd name="connsiteY23" fmla="*/ 1397856 h 1692226"/>
              <a:gd name="connsiteX24" fmla="*/ 7082147 w 9662615"/>
              <a:gd name="connsiteY24" fmla="*/ 1406113 h 1692226"/>
              <a:gd name="connsiteX25" fmla="*/ 7014958 w 9662615"/>
              <a:gd name="connsiteY25" fmla="*/ 1396883 h 1692226"/>
              <a:gd name="connsiteX26" fmla="*/ 6907567 w 9662615"/>
              <a:gd name="connsiteY26" fmla="*/ 1419149 h 1692226"/>
              <a:gd name="connsiteX27" fmla="*/ 6748428 w 9662615"/>
              <a:gd name="connsiteY27" fmla="*/ 1420308 h 1692226"/>
              <a:gd name="connsiteX28" fmla="*/ 6654257 w 9662615"/>
              <a:gd name="connsiteY28" fmla="*/ 1424143 h 1692226"/>
              <a:gd name="connsiteX29" fmla="*/ 6620123 w 9662615"/>
              <a:gd name="connsiteY29" fmla="*/ 1430535 h 1692226"/>
              <a:gd name="connsiteX30" fmla="*/ 6571355 w 9662615"/>
              <a:gd name="connsiteY30" fmla="*/ 1436144 h 1692226"/>
              <a:gd name="connsiteX31" fmla="*/ 6486557 w 9662615"/>
              <a:gd name="connsiteY31" fmla="*/ 1449861 h 1692226"/>
              <a:gd name="connsiteX32" fmla="*/ 6370419 w 9662615"/>
              <a:gd name="connsiteY32" fmla="*/ 1461649 h 1692226"/>
              <a:gd name="connsiteX33" fmla="*/ 6278839 w 9662615"/>
              <a:gd name="connsiteY33" fmla="*/ 1449160 h 1692226"/>
              <a:gd name="connsiteX34" fmla="*/ 6272455 w 9662615"/>
              <a:gd name="connsiteY34" fmla="*/ 1453191 h 1692226"/>
              <a:gd name="connsiteX35" fmla="*/ 6212659 w 9662615"/>
              <a:gd name="connsiteY35" fmla="*/ 1454850 h 1692226"/>
              <a:gd name="connsiteX36" fmla="*/ 6069317 w 9662615"/>
              <a:gd name="connsiteY36" fmla="*/ 1445838 h 1692226"/>
              <a:gd name="connsiteX37" fmla="*/ 5878477 w 9662615"/>
              <a:gd name="connsiteY37" fmla="*/ 1439180 h 1692226"/>
              <a:gd name="connsiteX38" fmla="*/ 5838387 w 9662615"/>
              <a:gd name="connsiteY38" fmla="*/ 1444679 h 1692226"/>
              <a:gd name="connsiteX39" fmla="*/ 5771136 w 9662615"/>
              <a:gd name="connsiteY39" fmla="*/ 1453639 h 1692226"/>
              <a:gd name="connsiteX40" fmla="*/ 5724081 w 9662615"/>
              <a:gd name="connsiteY40" fmla="*/ 1470431 h 1692226"/>
              <a:gd name="connsiteX41" fmla="*/ 5666577 w 9662615"/>
              <a:gd name="connsiteY41" fmla="*/ 1473921 h 1692226"/>
              <a:gd name="connsiteX42" fmla="*/ 5649068 w 9662615"/>
              <a:gd name="connsiteY42" fmla="*/ 1461676 h 1692226"/>
              <a:gd name="connsiteX43" fmla="*/ 5588902 w 9662615"/>
              <a:gd name="connsiteY43" fmla="*/ 1469647 h 1692226"/>
              <a:gd name="connsiteX44" fmla="*/ 5498090 w 9662615"/>
              <a:gd name="connsiteY44" fmla="*/ 1483173 h 1692226"/>
              <a:gd name="connsiteX45" fmla="*/ 5444641 w 9662615"/>
              <a:gd name="connsiteY45" fmla="*/ 1487602 h 1692226"/>
              <a:gd name="connsiteX46" fmla="*/ 5299812 w 9662615"/>
              <a:gd name="connsiteY46" fmla="*/ 1503362 h 1692226"/>
              <a:gd name="connsiteX47" fmla="*/ 5213947 w 9662615"/>
              <a:gd name="connsiteY47" fmla="*/ 1516637 h 1692226"/>
              <a:gd name="connsiteX48" fmla="*/ 5090342 w 9662615"/>
              <a:gd name="connsiteY48" fmla="*/ 1546680 h 1692226"/>
              <a:gd name="connsiteX49" fmla="*/ 5129812 w 9662615"/>
              <a:gd name="connsiteY49" fmla="*/ 1521277 h 1692226"/>
              <a:gd name="connsiteX50" fmla="*/ 5059484 w 9662615"/>
              <a:gd name="connsiteY50" fmla="*/ 1546802 h 1692226"/>
              <a:gd name="connsiteX51" fmla="*/ 5038524 w 9662615"/>
              <a:gd name="connsiteY51" fmla="*/ 1545675 h 1692226"/>
              <a:gd name="connsiteX52" fmla="*/ 5026564 w 9662615"/>
              <a:gd name="connsiteY52" fmla="*/ 1545376 h 1692226"/>
              <a:gd name="connsiteX53" fmla="*/ 4969433 w 9662615"/>
              <a:gd name="connsiteY53" fmla="*/ 1550865 h 1692226"/>
              <a:gd name="connsiteX54" fmla="*/ 4921303 w 9662615"/>
              <a:gd name="connsiteY54" fmla="*/ 1575379 h 1692226"/>
              <a:gd name="connsiteX55" fmla="*/ 4863775 w 9662615"/>
              <a:gd name="connsiteY55" fmla="*/ 1562633 h 1692226"/>
              <a:gd name="connsiteX56" fmla="*/ 4847242 w 9662615"/>
              <a:gd name="connsiteY56" fmla="*/ 1565435 h 1692226"/>
              <a:gd name="connsiteX57" fmla="*/ 4809131 w 9662615"/>
              <a:gd name="connsiteY57" fmla="*/ 1692226 h 1692226"/>
              <a:gd name="connsiteX58" fmla="*/ 4791466 w 9662615"/>
              <a:gd name="connsiteY58" fmla="*/ 1561324 h 1692226"/>
              <a:gd name="connsiteX59" fmla="*/ 4784247 w 9662615"/>
              <a:gd name="connsiteY59" fmla="*/ 1562342 h 1692226"/>
              <a:gd name="connsiteX60" fmla="*/ 4735334 w 9662615"/>
              <a:gd name="connsiteY60" fmla="*/ 1581778 h 1692226"/>
              <a:gd name="connsiteX61" fmla="*/ 4697562 w 9662615"/>
              <a:gd name="connsiteY61" fmla="*/ 1551206 h 1692226"/>
              <a:gd name="connsiteX62" fmla="*/ 4662664 w 9662615"/>
              <a:gd name="connsiteY62" fmla="*/ 1573162 h 1692226"/>
              <a:gd name="connsiteX63" fmla="*/ 4603028 w 9662615"/>
              <a:gd name="connsiteY63" fmla="*/ 1568821 h 1692226"/>
              <a:gd name="connsiteX64" fmla="*/ 4541612 w 9662615"/>
              <a:gd name="connsiteY64" fmla="*/ 1545262 h 1692226"/>
              <a:gd name="connsiteX65" fmla="*/ 4422155 w 9662615"/>
              <a:gd name="connsiteY65" fmla="*/ 1542059 h 1692226"/>
              <a:gd name="connsiteX66" fmla="*/ 4221826 w 9662615"/>
              <a:gd name="connsiteY66" fmla="*/ 1508923 h 1692226"/>
              <a:gd name="connsiteX67" fmla="*/ 4096601 w 9662615"/>
              <a:gd name="connsiteY67" fmla="*/ 1521563 h 1692226"/>
              <a:gd name="connsiteX68" fmla="*/ 3970635 w 9662615"/>
              <a:gd name="connsiteY68" fmla="*/ 1544815 h 1692226"/>
              <a:gd name="connsiteX69" fmla="*/ 3833906 w 9662615"/>
              <a:gd name="connsiteY69" fmla="*/ 1516637 h 1692226"/>
              <a:gd name="connsiteX70" fmla="*/ 3696258 w 9662615"/>
              <a:gd name="connsiteY70" fmla="*/ 1537563 h 1692226"/>
              <a:gd name="connsiteX71" fmla="*/ 3594070 w 9662615"/>
              <a:gd name="connsiteY71" fmla="*/ 1509422 h 1692226"/>
              <a:gd name="connsiteX72" fmla="*/ 3565233 w 9662615"/>
              <a:gd name="connsiteY72" fmla="*/ 1515122 h 1692226"/>
              <a:gd name="connsiteX73" fmla="*/ 3560267 w 9662615"/>
              <a:gd name="connsiteY73" fmla="*/ 1516288 h 1692226"/>
              <a:gd name="connsiteX74" fmla="*/ 3540258 w 9662615"/>
              <a:gd name="connsiteY74" fmla="*/ 1516976 h 1692226"/>
              <a:gd name="connsiteX75" fmla="*/ 3534780 w 9662615"/>
              <a:gd name="connsiteY75" fmla="*/ 1522141 h 1692226"/>
              <a:gd name="connsiteX76" fmla="*/ 3504783 w 9662615"/>
              <a:gd name="connsiteY76" fmla="*/ 1526739 h 1692226"/>
              <a:gd name="connsiteX77" fmla="*/ 3430805 w 9662615"/>
              <a:gd name="connsiteY77" fmla="*/ 1542521 h 1692226"/>
              <a:gd name="connsiteX78" fmla="*/ 3292707 w 9662615"/>
              <a:gd name="connsiteY78" fmla="*/ 1520490 h 1692226"/>
              <a:gd name="connsiteX79" fmla="*/ 3187872 w 9662615"/>
              <a:gd name="connsiteY79" fmla="*/ 1519991 h 1692226"/>
              <a:gd name="connsiteX80" fmla="*/ 3148026 w 9662615"/>
              <a:gd name="connsiteY80" fmla="*/ 1524777 h 1692226"/>
              <a:gd name="connsiteX81" fmla="*/ 3092394 w 9662615"/>
              <a:gd name="connsiteY81" fmla="*/ 1528115 h 1692226"/>
              <a:gd name="connsiteX82" fmla="*/ 2994200 w 9662615"/>
              <a:gd name="connsiteY82" fmla="*/ 1537857 h 1692226"/>
              <a:gd name="connsiteX83" fmla="*/ 2862301 w 9662615"/>
              <a:gd name="connsiteY83" fmla="*/ 1544250 h 1692226"/>
              <a:gd name="connsiteX84" fmla="*/ 2766335 w 9662615"/>
              <a:gd name="connsiteY84" fmla="*/ 1527662 h 1692226"/>
              <a:gd name="connsiteX85" fmla="*/ 2757836 w 9662615"/>
              <a:gd name="connsiteY85" fmla="*/ 1531371 h 1692226"/>
              <a:gd name="connsiteX86" fmla="*/ 2691555 w 9662615"/>
              <a:gd name="connsiteY86" fmla="*/ 1530283 h 1692226"/>
              <a:gd name="connsiteX87" fmla="*/ 2491676 w 9662615"/>
              <a:gd name="connsiteY87" fmla="*/ 1500859 h 1692226"/>
              <a:gd name="connsiteX88" fmla="*/ 2378036 w 9662615"/>
              <a:gd name="connsiteY88" fmla="*/ 1520645 h 1692226"/>
              <a:gd name="connsiteX89" fmla="*/ 2284269 w 9662615"/>
              <a:gd name="connsiteY89" fmla="*/ 1503068 h 1692226"/>
              <a:gd name="connsiteX90" fmla="*/ 2207104 w 9662615"/>
              <a:gd name="connsiteY90" fmla="*/ 1508888 h 1692226"/>
              <a:gd name="connsiteX91" fmla="*/ 2149226 w 9662615"/>
              <a:gd name="connsiteY91" fmla="*/ 1523409 h 1692226"/>
              <a:gd name="connsiteX92" fmla="*/ 2084783 w 9662615"/>
              <a:gd name="connsiteY92" fmla="*/ 1524245 h 1692226"/>
              <a:gd name="connsiteX93" fmla="*/ 2070075 w 9662615"/>
              <a:gd name="connsiteY93" fmla="*/ 1511285 h 1692226"/>
              <a:gd name="connsiteX94" fmla="*/ 2001057 w 9662615"/>
              <a:gd name="connsiteY94" fmla="*/ 1516449 h 1692226"/>
              <a:gd name="connsiteX95" fmla="*/ 1896330 w 9662615"/>
              <a:gd name="connsiteY95" fmla="*/ 1525725 h 1692226"/>
              <a:gd name="connsiteX96" fmla="*/ 1835994 w 9662615"/>
              <a:gd name="connsiteY96" fmla="*/ 1527678 h 1692226"/>
              <a:gd name="connsiteX97" fmla="*/ 1671119 w 9662615"/>
              <a:gd name="connsiteY97" fmla="*/ 1536701 h 1692226"/>
              <a:gd name="connsiteX98" fmla="*/ 1601337 w 9662615"/>
              <a:gd name="connsiteY98" fmla="*/ 1548552 h 1692226"/>
              <a:gd name="connsiteX99" fmla="*/ 1407755 w 9662615"/>
              <a:gd name="connsiteY99" fmla="*/ 1571444 h 1692226"/>
              <a:gd name="connsiteX100" fmla="*/ 1271994 w 9662615"/>
              <a:gd name="connsiteY100" fmla="*/ 1579471 h 1692226"/>
              <a:gd name="connsiteX101" fmla="*/ 1249226 w 9662615"/>
              <a:gd name="connsiteY101" fmla="*/ 1583140 h 1692226"/>
              <a:gd name="connsiteX102" fmla="*/ 1217719 w 9662615"/>
              <a:gd name="connsiteY102" fmla="*/ 1580863 h 1692226"/>
              <a:gd name="connsiteX103" fmla="*/ 1091432 w 9662615"/>
              <a:gd name="connsiteY103" fmla="*/ 1571003 h 1692226"/>
              <a:gd name="connsiteX104" fmla="*/ 992039 w 9662615"/>
              <a:gd name="connsiteY104" fmla="*/ 1556662 h 1692226"/>
              <a:gd name="connsiteX105" fmla="*/ 868264 w 9662615"/>
              <a:gd name="connsiteY105" fmla="*/ 1566392 h 1692226"/>
              <a:gd name="connsiteX106" fmla="*/ 792765 w 9662615"/>
              <a:gd name="connsiteY106" fmla="*/ 1563102 h 1692226"/>
              <a:gd name="connsiteX107" fmla="*/ 669055 w 9662615"/>
              <a:gd name="connsiteY107" fmla="*/ 1543638 h 1692226"/>
              <a:gd name="connsiteX108" fmla="*/ 506152 w 9662615"/>
              <a:gd name="connsiteY108" fmla="*/ 1549124 h 1692226"/>
              <a:gd name="connsiteX109" fmla="*/ 472797 w 9662615"/>
              <a:gd name="connsiteY109" fmla="*/ 1568904 h 1692226"/>
              <a:gd name="connsiteX110" fmla="*/ 427864 w 9662615"/>
              <a:gd name="connsiteY110" fmla="*/ 1580848 h 1692226"/>
              <a:gd name="connsiteX111" fmla="*/ 408381 w 9662615"/>
              <a:gd name="connsiteY111" fmla="*/ 1552940 h 1692226"/>
              <a:gd name="connsiteX112" fmla="*/ 267163 w 9662615"/>
              <a:gd name="connsiteY112" fmla="*/ 1531913 h 1692226"/>
              <a:gd name="connsiteX113" fmla="*/ 196644 w 9662615"/>
              <a:gd name="connsiteY113" fmla="*/ 1524565 h 1692226"/>
              <a:gd name="connsiteX114" fmla="*/ 86819 w 9662615"/>
              <a:gd name="connsiteY114" fmla="*/ 1519517 h 1692226"/>
              <a:gd name="connsiteX115" fmla="*/ 53369 w 9662615"/>
              <a:gd name="connsiteY115" fmla="*/ 1516853 h 1692226"/>
              <a:gd name="connsiteX116" fmla="*/ 2359 w 9662615"/>
              <a:gd name="connsiteY116" fmla="*/ 1515247 h 1692226"/>
              <a:gd name="connsiteX117" fmla="*/ 0 w 9662615"/>
              <a:gd name="connsiteY117" fmla="*/ 1514932 h 1692226"/>
              <a:gd name="connsiteX118" fmla="*/ 0 w 9662615"/>
              <a:gd name="connsiteY118" fmla="*/ 0 h 1692226"/>
              <a:gd name="connsiteX0" fmla="*/ 0 w 9662615"/>
              <a:gd name="connsiteY0" fmla="*/ 0 h 1692226"/>
              <a:gd name="connsiteX1" fmla="*/ 9662615 w 9662615"/>
              <a:gd name="connsiteY1" fmla="*/ 0 h 1692226"/>
              <a:gd name="connsiteX2" fmla="*/ 9662615 w 9662615"/>
              <a:gd name="connsiteY2" fmla="*/ 1280346 h 1692226"/>
              <a:gd name="connsiteX3" fmla="*/ 9658420 w 9662615"/>
              <a:gd name="connsiteY3" fmla="*/ 1280106 h 1692226"/>
              <a:gd name="connsiteX4" fmla="*/ 9469546 w 9662615"/>
              <a:gd name="connsiteY4" fmla="*/ 1289837 h 1692226"/>
              <a:gd name="connsiteX5" fmla="*/ 9385895 w 9662615"/>
              <a:gd name="connsiteY5" fmla="*/ 1269203 h 1692226"/>
              <a:gd name="connsiteX6" fmla="*/ 9144767 w 9662615"/>
              <a:gd name="connsiteY6" fmla="*/ 1264120 h 1692226"/>
              <a:gd name="connsiteX7" fmla="*/ 8837252 w 9662615"/>
              <a:gd name="connsiteY7" fmla="*/ 1350515 h 1692226"/>
              <a:gd name="connsiteX8" fmla="*/ 8705466 w 9662615"/>
              <a:gd name="connsiteY8" fmla="*/ 1342419 h 1692226"/>
              <a:gd name="connsiteX9" fmla="*/ 8652221 w 9662615"/>
              <a:gd name="connsiteY9" fmla="*/ 1326906 h 1692226"/>
              <a:gd name="connsiteX10" fmla="*/ 8632312 w 9662615"/>
              <a:gd name="connsiteY10" fmla="*/ 1326025 h 1692226"/>
              <a:gd name="connsiteX11" fmla="*/ 8591582 w 9662615"/>
              <a:gd name="connsiteY11" fmla="*/ 1341666 h 1692226"/>
              <a:gd name="connsiteX12" fmla="*/ 8537336 w 9662615"/>
              <a:gd name="connsiteY12" fmla="*/ 1341684 h 1692226"/>
              <a:gd name="connsiteX13" fmla="*/ 8472508 w 9662615"/>
              <a:gd name="connsiteY13" fmla="*/ 1363109 h 1692226"/>
              <a:gd name="connsiteX14" fmla="*/ 8258477 w 9662615"/>
              <a:gd name="connsiteY14" fmla="*/ 1370666 h 1692226"/>
              <a:gd name="connsiteX15" fmla="*/ 8197961 w 9662615"/>
              <a:gd name="connsiteY15" fmla="*/ 1392804 h 1692226"/>
              <a:gd name="connsiteX16" fmla="*/ 8171196 w 9662615"/>
              <a:gd name="connsiteY16" fmla="*/ 1397216 h 1692226"/>
              <a:gd name="connsiteX17" fmla="*/ 8127667 w 9662615"/>
              <a:gd name="connsiteY17" fmla="*/ 1418254 h 1692226"/>
              <a:gd name="connsiteX18" fmla="*/ 7974579 w 9662615"/>
              <a:gd name="connsiteY18" fmla="*/ 1383439 h 1692226"/>
              <a:gd name="connsiteX19" fmla="*/ 7768351 w 9662615"/>
              <a:gd name="connsiteY19" fmla="*/ 1395051 h 1692226"/>
              <a:gd name="connsiteX20" fmla="*/ 7635985 w 9662615"/>
              <a:gd name="connsiteY20" fmla="*/ 1386363 h 1692226"/>
              <a:gd name="connsiteX21" fmla="*/ 7466069 w 9662615"/>
              <a:gd name="connsiteY21" fmla="*/ 1377654 h 1692226"/>
              <a:gd name="connsiteX22" fmla="*/ 7355642 w 9662615"/>
              <a:gd name="connsiteY22" fmla="*/ 1407761 h 1692226"/>
              <a:gd name="connsiteX23" fmla="*/ 7151610 w 9662615"/>
              <a:gd name="connsiteY23" fmla="*/ 1397856 h 1692226"/>
              <a:gd name="connsiteX24" fmla="*/ 7082147 w 9662615"/>
              <a:gd name="connsiteY24" fmla="*/ 1406113 h 1692226"/>
              <a:gd name="connsiteX25" fmla="*/ 7014958 w 9662615"/>
              <a:gd name="connsiteY25" fmla="*/ 1396883 h 1692226"/>
              <a:gd name="connsiteX26" fmla="*/ 6907567 w 9662615"/>
              <a:gd name="connsiteY26" fmla="*/ 1419149 h 1692226"/>
              <a:gd name="connsiteX27" fmla="*/ 6748428 w 9662615"/>
              <a:gd name="connsiteY27" fmla="*/ 1420308 h 1692226"/>
              <a:gd name="connsiteX28" fmla="*/ 6654257 w 9662615"/>
              <a:gd name="connsiteY28" fmla="*/ 1424143 h 1692226"/>
              <a:gd name="connsiteX29" fmla="*/ 6620123 w 9662615"/>
              <a:gd name="connsiteY29" fmla="*/ 1430535 h 1692226"/>
              <a:gd name="connsiteX30" fmla="*/ 6571355 w 9662615"/>
              <a:gd name="connsiteY30" fmla="*/ 1436144 h 1692226"/>
              <a:gd name="connsiteX31" fmla="*/ 6486557 w 9662615"/>
              <a:gd name="connsiteY31" fmla="*/ 1449861 h 1692226"/>
              <a:gd name="connsiteX32" fmla="*/ 6370419 w 9662615"/>
              <a:gd name="connsiteY32" fmla="*/ 1461649 h 1692226"/>
              <a:gd name="connsiteX33" fmla="*/ 6278839 w 9662615"/>
              <a:gd name="connsiteY33" fmla="*/ 1449160 h 1692226"/>
              <a:gd name="connsiteX34" fmla="*/ 6272455 w 9662615"/>
              <a:gd name="connsiteY34" fmla="*/ 1453191 h 1692226"/>
              <a:gd name="connsiteX35" fmla="*/ 6212659 w 9662615"/>
              <a:gd name="connsiteY35" fmla="*/ 1454850 h 1692226"/>
              <a:gd name="connsiteX36" fmla="*/ 6069317 w 9662615"/>
              <a:gd name="connsiteY36" fmla="*/ 1445838 h 1692226"/>
              <a:gd name="connsiteX37" fmla="*/ 5878477 w 9662615"/>
              <a:gd name="connsiteY37" fmla="*/ 1439180 h 1692226"/>
              <a:gd name="connsiteX38" fmla="*/ 5838387 w 9662615"/>
              <a:gd name="connsiteY38" fmla="*/ 1444679 h 1692226"/>
              <a:gd name="connsiteX39" fmla="*/ 5771136 w 9662615"/>
              <a:gd name="connsiteY39" fmla="*/ 1453639 h 1692226"/>
              <a:gd name="connsiteX40" fmla="*/ 5724081 w 9662615"/>
              <a:gd name="connsiteY40" fmla="*/ 1470431 h 1692226"/>
              <a:gd name="connsiteX41" fmla="*/ 5666577 w 9662615"/>
              <a:gd name="connsiteY41" fmla="*/ 1473921 h 1692226"/>
              <a:gd name="connsiteX42" fmla="*/ 5649068 w 9662615"/>
              <a:gd name="connsiteY42" fmla="*/ 1461676 h 1692226"/>
              <a:gd name="connsiteX43" fmla="*/ 5588902 w 9662615"/>
              <a:gd name="connsiteY43" fmla="*/ 1469647 h 1692226"/>
              <a:gd name="connsiteX44" fmla="*/ 5498090 w 9662615"/>
              <a:gd name="connsiteY44" fmla="*/ 1483173 h 1692226"/>
              <a:gd name="connsiteX45" fmla="*/ 5444641 w 9662615"/>
              <a:gd name="connsiteY45" fmla="*/ 1487602 h 1692226"/>
              <a:gd name="connsiteX46" fmla="*/ 5299812 w 9662615"/>
              <a:gd name="connsiteY46" fmla="*/ 1503362 h 1692226"/>
              <a:gd name="connsiteX47" fmla="*/ 5213947 w 9662615"/>
              <a:gd name="connsiteY47" fmla="*/ 1516637 h 1692226"/>
              <a:gd name="connsiteX48" fmla="*/ 5090342 w 9662615"/>
              <a:gd name="connsiteY48" fmla="*/ 1546680 h 1692226"/>
              <a:gd name="connsiteX49" fmla="*/ 5129812 w 9662615"/>
              <a:gd name="connsiteY49" fmla="*/ 1521277 h 1692226"/>
              <a:gd name="connsiteX50" fmla="*/ 5059484 w 9662615"/>
              <a:gd name="connsiteY50" fmla="*/ 1546802 h 1692226"/>
              <a:gd name="connsiteX51" fmla="*/ 5038524 w 9662615"/>
              <a:gd name="connsiteY51" fmla="*/ 1545675 h 1692226"/>
              <a:gd name="connsiteX52" fmla="*/ 5026564 w 9662615"/>
              <a:gd name="connsiteY52" fmla="*/ 1545376 h 1692226"/>
              <a:gd name="connsiteX53" fmla="*/ 4969433 w 9662615"/>
              <a:gd name="connsiteY53" fmla="*/ 1550865 h 1692226"/>
              <a:gd name="connsiteX54" fmla="*/ 4921303 w 9662615"/>
              <a:gd name="connsiteY54" fmla="*/ 1575379 h 1692226"/>
              <a:gd name="connsiteX55" fmla="*/ 4863775 w 9662615"/>
              <a:gd name="connsiteY55" fmla="*/ 1562633 h 1692226"/>
              <a:gd name="connsiteX56" fmla="*/ 4847242 w 9662615"/>
              <a:gd name="connsiteY56" fmla="*/ 1664826 h 1692226"/>
              <a:gd name="connsiteX57" fmla="*/ 4809131 w 9662615"/>
              <a:gd name="connsiteY57" fmla="*/ 1692226 h 1692226"/>
              <a:gd name="connsiteX58" fmla="*/ 4791466 w 9662615"/>
              <a:gd name="connsiteY58" fmla="*/ 1561324 h 1692226"/>
              <a:gd name="connsiteX59" fmla="*/ 4784247 w 9662615"/>
              <a:gd name="connsiteY59" fmla="*/ 1562342 h 1692226"/>
              <a:gd name="connsiteX60" fmla="*/ 4735334 w 9662615"/>
              <a:gd name="connsiteY60" fmla="*/ 1581778 h 1692226"/>
              <a:gd name="connsiteX61" fmla="*/ 4697562 w 9662615"/>
              <a:gd name="connsiteY61" fmla="*/ 1551206 h 1692226"/>
              <a:gd name="connsiteX62" fmla="*/ 4662664 w 9662615"/>
              <a:gd name="connsiteY62" fmla="*/ 1573162 h 1692226"/>
              <a:gd name="connsiteX63" fmla="*/ 4603028 w 9662615"/>
              <a:gd name="connsiteY63" fmla="*/ 1568821 h 1692226"/>
              <a:gd name="connsiteX64" fmla="*/ 4541612 w 9662615"/>
              <a:gd name="connsiteY64" fmla="*/ 1545262 h 1692226"/>
              <a:gd name="connsiteX65" fmla="*/ 4422155 w 9662615"/>
              <a:gd name="connsiteY65" fmla="*/ 1542059 h 1692226"/>
              <a:gd name="connsiteX66" fmla="*/ 4221826 w 9662615"/>
              <a:gd name="connsiteY66" fmla="*/ 1508923 h 1692226"/>
              <a:gd name="connsiteX67" fmla="*/ 4096601 w 9662615"/>
              <a:gd name="connsiteY67" fmla="*/ 1521563 h 1692226"/>
              <a:gd name="connsiteX68" fmla="*/ 3970635 w 9662615"/>
              <a:gd name="connsiteY68" fmla="*/ 1544815 h 1692226"/>
              <a:gd name="connsiteX69" fmla="*/ 3833906 w 9662615"/>
              <a:gd name="connsiteY69" fmla="*/ 1516637 h 1692226"/>
              <a:gd name="connsiteX70" fmla="*/ 3696258 w 9662615"/>
              <a:gd name="connsiteY70" fmla="*/ 1537563 h 1692226"/>
              <a:gd name="connsiteX71" fmla="*/ 3594070 w 9662615"/>
              <a:gd name="connsiteY71" fmla="*/ 1509422 h 1692226"/>
              <a:gd name="connsiteX72" fmla="*/ 3565233 w 9662615"/>
              <a:gd name="connsiteY72" fmla="*/ 1515122 h 1692226"/>
              <a:gd name="connsiteX73" fmla="*/ 3560267 w 9662615"/>
              <a:gd name="connsiteY73" fmla="*/ 1516288 h 1692226"/>
              <a:gd name="connsiteX74" fmla="*/ 3540258 w 9662615"/>
              <a:gd name="connsiteY74" fmla="*/ 1516976 h 1692226"/>
              <a:gd name="connsiteX75" fmla="*/ 3534780 w 9662615"/>
              <a:gd name="connsiteY75" fmla="*/ 1522141 h 1692226"/>
              <a:gd name="connsiteX76" fmla="*/ 3504783 w 9662615"/>
              <a:gd name="connsiteY76" fmla="*/ 1526739 h 1692226"/>
              <a:gd name="connsiteX77" fmla="*/ 3430805 w 9662615"/>
              <a:gd name="connsiteY77" fmla="*/ 1542521 h 1692226"/>
              <a:gd name="connsiteX78" fmla="*/ 3292707 w 9662615"/>
              <a:gd name="connsiteY78" fmla="*/ 1520490 h 1692226"/>
              <a:gd name="connsiteX79" fmla="*/ 3187872 w 9662615"/>
              <a:gd name="connsiteY79" fmla="*/ 1519991 h 1692226"/>
              <a:gd name="connsiteX80" fmla="*/ 3148026 w 9662615"/>
              <a:gd name="connsiteY80" fmla="*/ 1524777 h 1692226"/>
              <a:gd name="connsiteX81" fmla="*/ 3092394 w 9662615"/>
              <a:gd name="connsiteY81" fmla="*/ 1528115 h 1692226"/>
              <a:gd name="connsiteX82" fmla="*/ 2994200 w 9662615"/>
              <a:gd name="connsiteY82" fmla="*/ 1537857 h 1692226"/>
              <a:gd name="connsiteX83" fmla="*/ 2862301 w 9662615"/>
              <a:gd name="connsiteY83" fmla="*/ 1544250 h 1692226"/>
              <a:gd name="connsiteX84" fmla="*/ 2766335 w 9662615"/>
              <a:gd name="connsiteY84" fmla="*/ 1527662 h 1692226"/>
              <a:gd name="connsiteX85" fmla="*/ 2757836 w 9662615"/>
              <a:gd name="connsiteY85" fmla="*/ 1531371 h 1692226"/>
              <a:gd name="connsiteX86" fmla="*/ 2691555 w 9662615"/>
              <a:gd name="connsiteY86" fmla="*/ 1530283 h 1692226"/>
              <a:gd name="connsiteX87" fmla="*/ 2491676 w 9662615"/>
              <a:gd name="connsiteY87" fmla="*/ 1500859 h 1692226"/>
              <a:gd name="connsiteX88" fmla="*/ 2378036 w 9662615"/>
              <a:gd name="connsiteY88" fmla="*/ 1520645 h 1692226"/>
              <a:gd name="connsiteX89" fmla="*/ 2284269 w 9662615"/>
              <a:gd name="connsiteY89" fmla="*/ 1503068 h 1692226"/>
              <a:gd name="connsiteX90" fmla="*/ 2207104 w 9662615"/>
              <a:gd name="connsiteY90" fmla="*/ 1508888 h 1692226"/>
              <a:gd name="connsiteX91" fmla="*/ 2149226 w 9662615"/>
              <a:gd name="connsiteY91" fmla="*/ 1523409 h 1692226"/>
              <a:gd name="connsiteX92" fmla="*/ 2084783 w 9662615"/>
              <a:gd name="connsiteY92" fmla="*/ 1524245 h 1692226"/>
              <a:gd name="connsiteX93" fmla="*/ 2070075 w 9662615"/>
              <a:gd name="connsiteY93" fmla="*/ 1511285 h 1692226"/>
              <a:gd name="connsiteX94" fmla="*/ 2001057 w 9662615"/>
              <a:gd name="connsiteY94" fmla="*/ 1516449 h 1692226"/>
              <a:gd name="connsiteX95" fmla="*/ 1896330 w 9662615"/>
              <a:gd name="connsiteY95" fmla="*/ 1525725 h 1692226"/>
              <a:gd name="connsiteX96" fmla="*/ 1835994 w 9662615"/>
              <a:gd name="connsiteY96" fmla="*/ 1527678 h 1692226"/>
              <a:gd name="connsiteX97" fmla="*/ 1671119 w 9662615"/>
              <a:gd name="connsiteY97" fmla="*/ 1536701 h 1692226"/>
              <a:gd name="connsiteX98" fmla="*/ 1601337 w 9662615"/>
              <a:gd name="connsiteY98" fmla="*/ 1548552 h 1692226"/>
              <a:gd name="connsiteX99" fmla="*/ 1407755 w 9662615"/>
              <a:gd name="connsiteY99" fmla="*/ 1571444 h 1692226"/>
              <a:gd name="connsiteX100" fmla="*/ 1271994 w 9662615"/>
              <a:gd name="connsiteY100" fmla="*/ 1579471 h 1692226"/>
              <a:gd name="connsiteX101" fmla="*/ 1249226 w 9662615"/>
              <a:gd name="connsiteY101" fmla="*/ 1583140 h 1692226"/>
              <a:gd name="connsiteX102" fmla="*/ 1217719 w 9662615"/>
              <a:gd name="connsiteY102" fmla="*/ 1580863 h 1692226"/>
              <a:gd name="connsiteX103" fmla="*/ 1091432 w 9662615"/>
              <a:gd name="connsiteY103" fmla="*/ 1571003 h 1692226"/>
              <a:gd name="connsiteX104" fmla="*/ 992039 w 9662615"/>
              <a:gd name="connsiteY104" fmla="*/ 1556662 h 1692226"/>
              <a:gd name="connsiteX105" fmla="*/ 868264 w 9662615"/>
              <a:gd name="connsiteY105" fmla="*/ 1566392 h 1692226"/>
              <a:gd name="connsiteX106" fmla="*/ 792765 w 9662615"/>
              <a:gd name="connsiteY106" fmla="*/ 1563102 h 1692226"/>
              <a:gd name="connsiteX107" fmla="*/ 669055 w 9662615"/>
              <a:gd name="connsiteY107" fmla="*/ 1543638 h 1692226"/>
              <a:gd name="connsiteX108" fmla="*/ 506152 w 9662615"/>
              <a:gd name="connsiteY108" fmla="*/ 1549124 h 1692226"/>
              <a:gd name="connsiteX109" fmla="*/ 472797 w 9662615"/>
              <a:gd name="connsiteY109" fmla="*/ 1568904 h 1692226"/>
              <a:gd name="connsiteX110" fmla="*/ 427864 w 9662615"/>
              <a:gd name="connsiteY110" fmla="*/ 1580848 h 1692226"/>
              <a:gd name="connsiteX111" fmla="*/ 408381 w 9662615"/>
              <a:gd name="connsiteY111" fmla="*/ 1552940 h 1692226"/>
              <a:gd name="connsiteX112" fmla="*/ 267163 w 9662615"/>
              <a:gd name="connsiteY112" fmla="*/ 1531913 h 1692226"/>
              <a:gd name="connsiteX113" fmla="*/ 196644 w 9662615"/>
              <a:gd name="connsiteY113" fmla="*/ 1524565 h 1692226"/>
              <a:gd name="connsiteX114" fmla="*/ 86819 w 9662615"/>
              <a:gd name="connsiteY114" fmla="*/ 1519517 h 1692226"/>
              <a:gd name="connsiteX115" fmla="*/ 53369 w 9662615"/>
              <a:gd name="connsiteY115" fmla="*/ 1516853 h 1692226"/>
              <a:gd name="connsiteX116" fmla="*/ 2359 w 9662615"/>
              <a:gd name="connsiteY116" fmla="*/ 1515247 h 1692226"/>
              <a:gd name="connsiteX117" fmla="*/ 0 w 9662615"/>
              <a:gd name="connsiteY117" fmla="*/ 1514932 h 1692226"/>
              <a:gd name="connsiteX118" fmla="*/ 0 w 9662615"/>
              <a:gd name="connsiteY118" fmla="*/ 0 h 1692226"/>
              <a:gd name="connsiteX0" fmla="*/ 0 w 9662615"/>
              <a:gd name="connsiteY0" fmla="*/ 0 h 1692226"/>
              <a:gd name="connsiteX1" fmla="*/ 9662615 w 9662615"/>
              <a:gd name="connsiteY1" fmla="*/ 0 h 1692226"/>
              <a:gd name="connsiteX2" fmla="*/ 9662615 w 9662615"/>
              <a:gd name="connsiteY2" fmla="*/ 1280346 h 1692226"/>
              <a:gd name="connsiteX3" fmla="*/ 9658420 w 9662615"/>
              <a:gd name="connsiteY3" fmla="*/ 1280106 h 1692226"/>
              <a:gd name="connsiteX4" fmla="*/ 9469546 w 9662615"/>
              <a:gd name="connsiteY4" fmla="*/ 1289837 h 1692226"/>
              <a:gd name="connsiteX5" fmla="*/ 9385895 w 9662615"/>
              <a:gd name="connsiteY5" fmla="*/ 1269203 h 1692226"/>
              <a:gd name="connsiteX6" fmla="*/ 9144767 w 9662615"/>
              <a:gd name="connsiteY6" fmla="*/ 1264120 h 1692226"/>
              <a:gd name="connsiteX7" fmla="*/ 8837252 w 9662615"/>
              <a:gd name="connsiteY7" fmla="*/ 1350515 h 1692226"/>
              <a:gd name="connsiteX8" fmla="*/ 8705466 w 9662615"/>
              <a:gd name="connsiteY8" fmla="*/ 1342419 h 1692226"/>
              <a:gd name="connsiteX9" fmla="*/ 8652221 w 9662615"/>
              <a:gd name="connsiteY9" fmla="*/ 1326906 h 1692226"/>
              <a:gd name="connsiteX10" fmla="*/ 8632312 w 9662615"/>
              <a:gd name="connsiteY10" fmla="*/ 1326025 h 1692226"/>
              <a:gd name="connsiteX11" fmla="*/ 8591582 w 9662615"/>
              <a:gd name="connsiteY11" fmla="*/ 1341666 h 1692226"/>
              <a:gd name="connsiteX12" fmla="*/ 8537336 w 9662615"/>
              <a:gd name="connsiteY12" fmla="*/ 1341684 h 1692226"/>
              <a:gd name="connsiteX13" fmla="*/ 8472508 w 9662615"/>
              <a:gd name="connsiteY13" fmla="*/ 1363109 h 1692226"/>
              <a:gd name="connsiteX14" fmla="*/ 8258477 w 9662615"/>
              <a:gd name="connsiteY14" fmla="*/ 1370666 h 1692226"/>
              <a:gd name="connsiteX15" fmla="*/ 8197961 w 9662615"/>
              <a:gd name="connsiteY15" fmla="*/ 1392804 h 1692226"/>
              <a:gd name="connsiteX16" fmla="*/ 8171196 w 9662615"/>
              <a:gd name="connsiteY16" fmla="*/ 1397216 h 1692226"/>
              <a:gd name="connsiteX17" fmla="*/ 8127667 w 9662615"/>
              <a:gd name="connsiteY17" fmla="*/ 1418254 h 1692226"/>
              <a:gd name="connsiteX18" fmla="*/ 7974579 w 9662615"/>
              <a:gd name="connsiteY18" fmla="*/ 1383439 h 1692226"/>
              <a:gd name="connsiteX19" fmla="*/ 7768351 w 9662615"/>
              <a:gd name="connsiteY19" fmla="*/ 1395051 h 1692226"/>
              <a:gd name="connsiteX20" fmla="*/ 7635985 w 9662615"/>
              <a:gd name="connsiteY20" fmla="*/ 1386363 h 1692226"/>
              <a:gd name="connsiteX21" fmla="*/ 7466069 w 9662615"/>
              <a:gd name="connsiteY21" fmla="*/ 1377654 h 1692226"/>
              <a:gd name="connsiteX22" fmla="*/ 7355642 w 9662615"/>
              <a:gd name="connsiteY22" fmla="*/ 1407761 h 1692226"/>
              <a:gd name="connsiteX23" fmla="*/ 7151610 w 9662615"/>
              <a:gd name="connsiteY23" fmla="*/ 1397856 h 1692226"/>
              <a:gd name="connsiteX24" fmla="*/ 7082147 w 9662615"/>
              <a:gd name="connsiteY24" fmla="*/ 1406113 h 1692226"/>
              <a:gd name="connsiteX25" fmla="*/ 7014958 w 9662615"/>
              <a:gd name="connsiteY25" fmla="*/ 1396883 h 1692226"/>
              <a:gd name="connsiteX26" fmla="*/ 6907567 w 9662615"/>
              <a:gd name="connsiteY26" fmla="*/ 1419149 h 1692226"/>
              <a:gd name="connsiteX27" fmla="*/ 6748428 w 9662615"/>
              <a:gd name="connsiteY27" fmla="*/ 1420308 h 1692226"/>
              <a:gd name="connsiteX28" fmla="*/ 6654257 w 9662615"/>
              <a:gd name="connsiteY28" fmla="*/ 1424143 h 1692226"/>
              <a:gd name="connsiteX29" fmla="*/ 6620123 w 9662615"/>
              <a:gd name="connsiteY29" fmla="*/ 1430535 h 1692226"/>
              <a:gd name="connsiteX30" fmla="*/ 6571355 w 9662615"/>
              <a:gd name="connsiteY30" fmla="*/ 1436144 h 1692226"/>
              <a:gd name="connsiteX31" fmla="*/ 6486557 w 9662615"/>
              <a:gd name="connsiteY31" fmla="*/ 1449861 h 1692226"/>
              <a:gd name="connsiteX32" fmla="*/ 6370419 w 9662615"/>
              <a:gd name="connsiteY32" fmla="*/ 1461649 h 1692226"/>
              <a:gd name="connsiteX33" fmla="*/ 6278839 w 9662615"/>
              <a:gd name="connsiteY33" fmla="*/ 1449160 h 1692226"/>
              <a:gd name="connsiteX34" fmla="*/ 6272455 w 9662615"/>
              <a:gd name="connsiteY34" fmla="*/ 1453191 h 1692226"/>
              <a:gd name="connsiteX35" fmla="*/ 6212659 w 9662615"/>
              <a:gd name="connsiteY35" fmla="*/ 1454850 h 1692226"/>
              <a:gd name="connsiteX36" fmla="*/ 6069317 w 9662615"/>
              <a:gd name="connsiteY36" fmla="*/ 1445838 h 1692226"/>
              <a:gd name="connsiteX37" fmla="*/ 5878477 w 9662615"/>
              <a:gd name="connsiteY37" fmla="*/ 1439180 h 1692226"/>
              <a:gd name="connsiteX38" fmla="*/ 5838387 w 9662615"/>
              <a:gd name="connsiteY38" fmla="*/ 1444679 h 1692226"/>
              <a:gd name="connsiteX39" fmla="*/ 5771136 w 9662615"/>
              <a:gd name="connsiteY39" fmla="*/ 1453639 h 1692226"/>
              <a:gd name="connsiteX40" fmla="*/ 5724081 w 9662615"/>
              <a:gd name="connsiteY40" fmla="*/ 1470431 h 1692226"/>
              <a:gd name="connsiteX41" fmla="*/ 5666577 w 9662615"/>
              <a:gd name="connsiteY41" fmla="*/ 1473921 h 1692226"/>
              <a:gd name="connsiteX42" fmla="*/ 5649068 w 9662615"/>
              <a:gd name="connsiteY42" fmla="*/ 1461676 h 1692226"/>
              <a:gd name="connsiteX43" fmla="*/ 5588902 w 9662615"/>
              <a:gd name="connsiteY43" fmla="*/ 1469647 h 1692226"/>
              <a:gd name="connsiteX44" fmla="*/ 5498090 w 9662615"/>
              <a:gd name="connsiteY44" fmla="*/ 1483173 h 1692226"/>
              <a:gd name="connsiteX45" fmla="*/ 5444641 w 9662615"/>
              <a:gd name="connsiteY45" fmla="*/ 1487602 h 1692226"/>
              <a:gd name="connsiteX46" fmla="*/ 5299812 w 9662615"/>
              <a:gd name="connsiteY46" fmla="*/ 1503362 h 1692226"/>
              <a:gd name="connsiteX47" fmla="*/ 5213947 w 9662615"/>
              <a:gd name="connsiteY47" fmla="*/ 1516637 h 1692226"/>
              <a:gd name="connsiteX48" fmla="*/ 5090342 w 9662615"/>
              <a:gd name="connsiteY48" fmla="*/ 1546680 h 1692226"/>
              <a:gd name="connsiteX49" fmla="*/ 5129812 w 9662615"/>
              <a:gd name="connsiteY49" fmla="*/ 1521277 h 1692226"/>
              <a:gd name="connsiteX50" fmla="*/ 5059484 w 9662615"/>
              <a:gd name="connsiteY50" fmla="*/ 1546802 h 1692226"/>
              <a:gd name="connsiteX51" fmla="*/ 5038524 w 9662615"/>
              <a:gd name="connsiteY51" fmla="*/ 1545675 h 1692226"/>
              <a:gd name="connsiteX52" fmla="*/ 5026564 w 9662615"/>
              <a:gd name="connsiteY52" fmla="*/ 1545376 h 1692226"/>
              <a:gd name="connsiteX53" fmla="*/ 4969433 w 9662615"/>
              <a:gd name="connsiteY53" fmla="*/ 1550865 h 1692226"/>
              <a:gd name="connsiteX54" fmla="*/ 4921303 w 9662615"/>
              <a:gd name="connsiteY54" fmla="*/ 1575379 h 1692226"/>
              <a:gd name="connsiteX55" fmla="*/ 4871726 w 9662615"/>
              <a:gd name="connsiteY55" fmla="*/ 1570584 h 1692226"/>
              <a:gd name="connsiteX56" fmla="*/ 4847242 w 9662615"/>
              <a:gd name="connsiteY56" fmla="*/ 1664826 h 1692226"/>
              <a:gd name="connsiteX57" fmla="*/ 4809131 w 9662615"/>
              <a:gd name="connsiteY57" fmla="*/ 1692226 h 1692226"/>
              <a:gd name="connsiteX58" fmla="*/ 4791466 w 9662615"/>
              <a:gd name="connsiteY58" fmla="*/ 1561324 h 1692226"/>
              <a:gd name="connsiteX59" fmla="*/ 4784247 w 9662615"/>
              <a:gd name="connsiteY59" fmla="*/ 1562342 h 1692226"/>
              <a:gd name="connsiteX60" fmla="*/ 4735334 w 9662615"/>
              <a:gd name="connsiteY60" fmla="*/ 1581778 h 1692226"/>
              <a:gd name="connsiteX61" fmla="*/ 4697562 w 9662615"/>
              <a:gd name="connsiteY61" fmla="*/ 1551206 h 1692226"/>
              <a:gd name="connsiteX62" fmla="*/ 4662664 w 9662615"/>
              <a:gd name="connsiteY62" fmla="*/ 1573162 h 1692226"/>
              <a:gd name="connsiteX63" fmla="*/ 4603028 w 9662615"/>
              <a:gd name="connsiteY63" fmla="*/ 1568821 h 1692226"/>
              <a:gd name="connsiteX64" fmla="*/ 4541612 w 9662615"/>
              <a:gd name="connsiteY64" fmla="*/ 1545262 h 1692226"/>
              <a:gd name="connsiteX65" fmla="*/ 4422155 w 9662615"/>
              <a:gd name="connsiteY65" fmla="*/ 1542059 h 1692226"/>
              <a:gd name="connsiteX66" fmla="*/ 4221826 w 9662615"/>
              <a:gd name="connsiteY66" fmla="*/ 1508923 h 1692226"/>
              <a:gd name="connsiteX67" fmla="*/ 4096601 w 9662615"/>
              <a:gd name="connsiteY67" fmla="*/ 1521563 h 1692226"/>
              <a:gd name="connsiteX68" fmla="*/ 3970635 w 9662615"/>
              <a:gd name="connsiteY68" fmla="*/ 1544815 h 1692226"/>
              <a:gd name="connsiteX69" fmla="*/ 3833906 w 9662615"/>
              <a:gd name="connsiteY69" fmla="*/ 1516637 h 1692226"/>
              <a:gd name="connsiteX70" fmla="*/ 3696258 w 9662615"/>
              <a:gd name="connsiteY70" fmla="*/ 1537563 h 1692226"/>
              <a:gd name="connsiteX71" fmla="*/ 3594070 w 9662615"/>
              <a:gd name="connsiteY71" fmla="*/ 1509422 h 1692226"/>
              <a:gd name="connsiteX72" fmla="*/ 3565233 w 9662615"/>
              <a:gd name="connsiteY72" fmla="*/ 1515122 h 1692226"/>
              <a:gd name="connsiteX73" fmla="*/ 3560267 w 9662615"/>
              <a:gd name="connsiteY73" fmla="*/ 1516288 h 1692226"/>
              <a:gd name="connsiteX74" fmla="*/ 3540258 w 9662615"/>
              <a:gd name="connsiteY74" fmla="*/ 1516976 h 1692226"/>
              <a:gd name="connsiteX75" fmla="*/ 3534780 w 9662615"/>
              <a:gd name="connsiteY75" fmla="*/ 1522141 h 1692226"/>
              <a:gd name="connsiteX76" fmla="*/ 3504783 w 9662615"/>
              <a:gd name="connsiteY76" fmla="*/ 1526739 h 1692226"/>
              <a:gd name="connsiteX77" fmla="*/ 3430805 w 9662615"/>
              <a:gd name="connsiteY77" fmla="*/ 1542521 h 1692226"/>
              <a:gd name="connsiteX78" fmla="*/ 3292707 w 9662615"/>
              <a:gd name="connsiteY78" fmla="*/ 1520490 h 1692226"/>
              <a:gd name="connsiteX79" fmla="*/ 3187872 w 9662615"/>
              <a:gd name="connsiteY79" fmla="*/ 1519991 h 1692226"/>
              <a:gd name="connsiteX80" fmla="*/ 3148026 w 9662615"/>
              <a:gd name="connsiteY80" fmla="*/ 1524777 h 1692226"/>
              <a:gd name="connsiteX81" fmla="*/ 3092394 w 9662615"/>
              <a:gd name="connsiteY81" fmla="*/ 1528115 h 1692226"/>
              <a:gd name="connsiteX82" fmla="*/ 2994200 w 9662615"/>
              <a:gd name="connsiteY82" fmla="*/ 1537857 h 1692226"/>
              <a:gd name="connsiteX83" fmla="*/ 2862301 w 9662615"/>
              <a:gd name="connsiteY83" fmla="*/ 1544250 h 1692226"/>
              <a:gd name="connsiteX84" fmla="*/ 2766335 w 9662615"/>
              <a:gd name="connsiteY84" fmla="*/ 1527662 h 1692226"/>
              <a:gd name="connsiteX85" fmla="*/ 2757836 w 9662615"/>
              <a:gd name="connsiteY85" fmla="*/ 1531371 h 1692226"/>
              <a:gd name="connsiteX86" fmla="*/ 2691555 w 9662615"/>
              <a:gd name="connsiteY86" fmla="*/ 1530283 h 1692226"/>
              <a:gd name="connsiteX87" fmla="*/ 2491676 w 9662615"/>
              <a:gd name="connsiteY87" fmla="*/ 1500859 h 1692226"/>
              <a:gd name="connsiteX88" fmla="*/ 2378036 w 9662615"/>
              <a:gd name="connsiteY88" fmla="*/ 1520645 h 1692226"/>
              <a:gd name="connsiteX89" fmla="*/ 2284269 w 9662615"/>
              <a:gd name="connsiteY89" fmla="*/ 1503068 h 1692226"/>
              <a:gd name="connsiteX90" fmla="*/ 2207104 w 9662615"/>
              <a:gd name="connsiteY90" fmla="*/ 1508888 h 1692226"/>
              <a:gd name="connsiteX91" fmla="*/ 2149226 w 9662615"/>
              <a:gd name="connsiteY91" fmla="*/ 1523409 h 1692226"/>
              <a:gd name="connsiteX92" fmla="*/ 2084783 w 9662615"/>
              <a:gd name="connsiteY92" fmla="*/ 1524245 h 1692226"/>
              <a:gd name="connsiteX93" fmla="*/ 2070075 w 9662615"/>
              <a:gd name="connsiteY93" fmla="*/ 1511285 h 1692226"/>
              <a:gd name="connsiteX94" fmla="*/ 2001057 w 9662615"/>
              <a:gd name="connsiteY94" fmla="*/ 1516449 h 1692226"/>
              <a:gd name="connsiteX95" fmla="*/ 1896330 w 9662615"/>
              <a:gd name="connsiteY95" fmla="*/ 1525725 h 1692226"/>
              <a:gd name="connsiteX96" fmla="*/ 1835994 w 9662615"/>
              <a:gd name="connsiteY96" fmla="*/ 1527678 h 1692226"/>
              <a:gd name="connsiteX97" fmla="*/ 1671119 w 9662615"/>
              <a:gd name="connsiteY97" fmla="*/ 1536701 h 1692226"/>
              <a:gd name="connsiteX98" fmla="*/ 1601337 w 9662615"/>
              <a:gd name="connsiteY98" fmla="*/ 1548552 h 1692226"/>
              <a:gd name="connsiteX99" fmla="*/ 1407755 w 9662615"/>
              <a:gd name="connsiteY99" fmla="*/ 1571444 h 1692226"/>
              <a:gd name="connsiteX100" fmla="*/ 1271994 w 9662615"/>
              <a:gd name="connsiteY100" fmla="*/ 1579471 h 1692226"/>
              <a:gd name="connsiteX101" fmla="*/ 1249226 w 9662615"/>
              <a:gd name="connsiteY101" fmla="*/ 1583140 h 1692226"/>
              <a:gd name="connsiteX102" fmla="*/ 1217719 w 9662615"/>
              <a:gd name="connsiteY102" fmla="*/ 1580863 h 1692226"/>
              <a:gd name="connsiteX103" fmla="*/ 1091432 w 9662615"/>
              <a:gd name="connsiteY103" fmla="*/ 1571003 h 1692226"/>
              <a:gd name="connsiteX104" fmla="*/ 992039 w 9662615"/>
              <a:gd name="connsiteY104" fmla="*/ 1556662 h 1692226"/>
              <a:gd name="connsiteX105" fmla="*/ 868264 w 9662615"/>
              <a:gd name="connsiteY105" fmla="*/ 1566392 h 1692226"/>
              <a:gd name="connsiteX106" fmla="*/ 792765 w 9662615"/>
              <a:gd name="connsiteY106" fmla="*/ 1563102 h 1692226"/>
              <a:gd name="connsiteX107" fmla="*/ 669055 w 9662615"/>
              <a:gd name="connsiteY107" fmla="*/ 1543638 h 1692226"/>
              <a:gd name="connsiteX108" fmla="*/ 506152 w 9662615"/>
              <a:gd name="connsiteY108" fmla="*/ 1549124 h 1692226"/>
              <a:gd name="connsiteX109" fmla="*/ 472797 w 9662615"/>
              <a:gd name="connsiteY109" fmla="*/ 1568904 h 1692226"/>
              <a:gd name="connsiteX110" fmla="*/ 427864 w 9662615"/>
              <a:gd name="connsiteY110" fmla="*/ 1580848 h 1692226"/>
              <a:gd name="connsiteX111" fmla="*/ 408381 w 9662615"/>
              <a:gd name="connsiteY111" fmla="*/ 1552940 h 1692226"/>
              <a:gd name="connsiteX112" fmla="*/ 267163 w 9662615"/>
              <a:gd name="connsiteY112" fmla="*/ 1531913 h 1692226"/>
              <a:gd name="connsiteX113" fmla="*/ 196644 w 9662615"/>
              <a:gd name="connsiteY113" fmla="*/ 1524565 h 1692226"/>
              <a:gd name="connsiteX114" fmla="*/ 86819 w 9662615"/>
              <a:gd name="connsiteY114" fmla="*/ 1519517 h 1692226"/>
              <a:gd name="connsiteX115" fmla="*/ 53369 w 9662615"/>
              <a:gd name="connsiteY115" fmla="*/ 1516853 h 1692226"/>
              <a:gd name="connsiteX116" fmla="*/ 2359 w 9662615"/>
              <a:gd name="connsiteY116" fmla="*/ 1515247 h 1692226"/>
              <a:gd name="connsiteX117" fmla="*/ 0 w 9662615"/>
              <a:gd name="connsiteY117" fmla="*/ 1514932 h 1692226"/>
              <a:gd name="connsiteX118" fmla="*/ 0 w 9662615"/>
              <a:gd name="connsiteY118" fmla="*/ 0 h 1692226"/>
              <a:gd name="connsiteX0" fmla="*/ 0 w 9662615"/>
              <a:gd name="connsiteY0" fmla="*/ 0 h 1692226"/>
              <a:gd name="connsiteX1" fmla="*/ 9662615 w 9662615"/>
              <a:gd name="connsiteY1" fmla="*/ 0 h 1692226"/>
              <a:gd name="connsiteX2" fmla="*/ 9662615 w 9662615"/>
              <a:gd name="connsiteY2" fmla="*/ 1280346 h 1692226"/>
              <a:gd name="connsiteX3" fmla="*/ 9658420 w 9662615"/>
              <a:gd name="connsiteY3" fmla="*/ 1280106 h 1692226"/>
              <a:gd name="connsiteX4" fmla="*/ 9469546 w 9662615"/>
              <a:gd name="connsiteY4" fmla="*/ 1289837 h 1692226"/>
              <a:gd name="connsiteX5" fmla="*/ 9385895 w 9662615"/>
              <a:gd name="connsiteY5" fmla="*/ 1269203 h 1692226"/>
              <a:gd name="connsiteX6" fmla="*/ 9144767 w 9662615"/>
              <a:gd name="connsiteY6" fmla="*/ 1264120 h 1692226"/>
              <a:gd name="connsiteX7" fmla="*/ 8837252 w 9662615"/>
              <a:gd name="connsiteY7" fmla="*/ 1350515 h 1692226"/>
              <a:gd name="connsiteX8" fmla="*/ 8705466 w 9662615"/>
              <a:gd name="connsiteY8" fmla="*/ 1342419 h 1692226"/>
              <a:gd name="connsiteX9" fmla="*/ 8652221 w 9662615"/>
              <a:gd name="connsiteY9" fmla="*/ 1326906 h 1692226"/>
              <a:gd name="connsiteX10" fmla="*/ 8632312 w 9662615"/>
              <a:gd name="connsiteY10" fmla="*/ 1326025 h 1692226"/>
              <a:gd name="connsiteX11" fmla="*/ 8591582 w 9662615"/>
              <a:gd name="connsiteY11" fmla="*/ 1341666 h 1692226"/>
              <a:gd name="connsiteX12" fmla="*/ 8537336 w 9662615"/>
              <a:gd name="connsiteY12" fmla="*/ 1341684 h 1692226"/>
              <a:gd name="connsiteX13" fmla="*/ 8472508 w 9662615"/>
              <a:gd name="connsiteY13" fmla="*/ 1363109 h 1692226"/>
              <a:gd name="connsiteX14" fmla="*/ 8258477 w 9662615"/>
              <a:gd name="connsiteY14" fmla="*/ 1370666 h 1692226"/>
              <a:gd name="connsiteX15" fmla="*/ 8197961 w 9662615"/>
              <a:gd name="connsiteY15" fmla="*/ 1392804 h 1692226"/>
              <a:gd name="connsiteX16" fmla="*/ 8171196 w 9662615"/>
              <a:gd name="connsiteY16" fmla="*/ 1397216 h 1692226"/>
              <a:gd name="connsiteX17" fmla="*/ 8127667 w 9662615"/>
              <a:gd name="connsiteY17" fmla="*/ 1418254 h 1692226"/>
              <a:gd name="connsiteX18" fmla="*/ 7974579 w 9662615"/>
              <a:gd name="connsiteY18" fmla="*/ 1383439 h 1692226"/>
              <a:gd name="connsiteX19" fmla="*/ 7768351 w 9662615"/>
              <a:gd name="connsiteY19" fmla="*/ 1395051 h 1692226"/>
              <a:gd name="connsiteX20" fmla="*/ 7635985 w 9662615"/>
              <a:gd name="connsiteY20" fmla="*/ 1386363 h 1692226"/>
              <a:gd name="connsiteX21" fmla="*/ 7466069 w 9662615"/>
              <a:gd name="connsiteY21" fmla="*/ 1377654 h 1692226"/>
              <a:gd name="connsiteX22" fmla="*/ 7355642 w 9662615"/>
              <a:gd name="connsiteY22" fmla="*/ 1407761 h 1692226"/>
              <a:gd name="connsiteX23" fmla="*/ 7151610 w 9662615"/>
              <a:gd name="connsiteY23" fmla="*/ 1397856 h 1692226"/>
              <a:gd name="connsiteX24" fmla="*/ 7082147 w 9662615"/>
              <a:gd name="connsiteY24" fmla="*/ 1406113 h 1692226"/>
              <a:gd name="connsiteX25" fmla="*/ 7014958 w 9662615"/>
              <a:gd name="connsiteY25" fmla="*/ 1396883 h 1692226"/>
              <a:gd name="connsiteX26" fmla="*/ 6907567 w 9662615"/>
              <a:gd name="connsiteY26" fmla="*/ 1419149 h 1692226"/>
              <a:gd name="connsiteX27" fmla="*/ 6748428 w 9662615"/>
              <a:gd name="connsiteY27" fmla="*/ 1420308 h 1692226"/>
              <a:gd name="connsiteX28" fmla="*/ 6654257 w 9662615"/>
              <a:gd name="connsiteY28" fmla="*/ 1424143 h 1692226"/>
              <a:gd name="connsiteX29" fmla="*/ 6620123 w 9662615"/>
              <a:gd name="connsiteY29" fmla="*/ 1430535 h 1692226"/>
              <a:gd name="connsiteX30" fmla="*/ 6571355 w 9662615"/>
              <a:gd name="connsiteY30" fmla="*/ 1436144 h 1692226"/>
              <a:gd name="connsiteX31" fmla="*/ 6486557 w 9662615"/>
              <a:gd name="connsiteY31" fmla="*/ 1449861 h 1692226"/>
              <a:gd name="connsiteX32" fmla="*/ 6370419 w 9662615"/>
              <a:gd name="connsiteY32" fmla="*/ 1461649 h 1692226"/>
              <a:gd name="connsiteX33" fmla="*/ 6278839 w 9662615"/>
              <a:gd name="connsiteY33" fmla="*/ 1449160 h 1692226"/>
              <a:gd name="connsiteX34" fmla="*/ 6272455 w 9662615"/>
              <a:gd name="connsiteY34" fmla="*/ 1453191 h 1692226"/>
              <a:gd name="connsiteX35" fmla="*/ 6212659 w 9662615"/>
              <a:gd name="connsiteY35" fmla="*/ 1454850 h 1692226"/>
              <a:gd name="connsiteX36" fmla="*/ 6069317 w 9662615"/>
              <a:gd name="connsiteY36" fmla="*/ 1445838 h 1692226"/>
              <a:gd name="connsiteX37" fmla="*/ 5878477 w 9662615"/>
              <a:gd name="connsiteY37" fmla="*/ 1439180 h 1692226"/>
              <a:gd name="connsiteX38" fmla="*/ 5838387 w 9662615"/>
              <a:gd name="connsiteY38" fmla="*/ 1444679 h 1692226"/>
              <a:gd name="connsiteX39" fmla="*/ 5771136 w 9662615"/>
              <a:gd name="connsiteY39" fmla="*/ 1453639 h 1692226"/>
              <a:gd name="connsiteX40" fmla="*/ 5724081 w 9662615"/>
              <a:gd name="connsiteY40" fmla="*/ 1470431 h 1692226"/>
              <a:gd name="connsiteX41" fmla="*/ 5666577 w 9662615"/>
              <a:gd name="connsiteY41" fmla="*/ 1473921 h 1692226"/>
              <a:gd name="connsiteX42" fmla="*/ 5649068 w 9662615"/>
              <a:gd name="connsiteY42" fmla="*/ 1461676 h 1692226"/>
              <a:gd name="connsiteX43" fmla="*/ 5588902 w 9662615"/>
              <a:gd name="connsiteY43" fmla="*/ 1469647 h 1692226"/>
              <a:gd name="connsiteX44" fmla="*/ 5498090 w 9662615"/>
              <a:gd name="connsiteY44" fmla="*/ 1483173 h 1692226"/>
              <a:gd name="connsiteX45" fmla="*/ 5444641 w 9662615"/>
              <a:gd name="connsiteY45" fmla="*/ 1487602 h 1692226"/>
              <a:gd name="connsiteX46" fmla="*/ 5299812 w 9662615"/>
              <a:gd name="connsiteY46" fmla="*/ 1503362 h 1692226"/>
              <a:gd name="connsiteX47" fmla="*/ 5213947 w 9662615"/>
              <a:gd name="connsiteY47" fmla="*/ 1516637 h 1692226"/>
              <a:gd name="connsiteX48" fmla="*/ 5090342 w 9662615"/>
              <a:gd name="connsiteY48" fmla="*/ 1546680 h 1692226"/>
              <a:gd name="connsiteX49" fmla="*/ 5129812 w 9662615"/>
              <a:gd name="connsiteY49" fmla="*/ 1521277 h 1692226"/>
              <a:gd name="connsiteX50" fmla="*/ 5059484 w 9662615"/>
              <a:gd name="connsiteY50" fmla="*/ 1546802 h 1692226"/>
              <a:gd name="connsiteX51" fmla="*/ 5038524 w 9662615"/>
              <a:gd name="connsiteY51" fmla="*/ 1545675 h 1692226"/>
              <a:gd name="connsiteX52" fmla="*/ 5026564 w 9662615"/>
              <a:gd name="connsiteY52" fmla="*/ 1545376 h 1692226"/>
              <a:gd name="connsiteX53" fmla="*/ 4969433 w 9662615"/>
              <a:gd name="connsiteY53" fmla="*/ 1550865 h 1692226"/>
              <a:gd name="connsiteX54" fmla="*/ 4921303 w 9662615"/>
              <a:gd name="connsiteY54" fmla="*/ 1575379 h 1692226"/>
              <a:gd name="connsiteX55" fmla="*/ 4871726 w 9662615"/>
              <a:gd name="connsiteY55" fmla="*/ 1570584 h 1692226"/>
              <a:gd name="connsiteX56" fmla="*/ 4847242 w 9662615"/>
              <a:gd name="connsiteY56" fmla="*/ 1621094 h 1692226"/>
              <a:gd name="connsiteX57" fmla="*/ 4809131 w 9662615"/>
              <a:gd name="connsiteY57" fmla="*/ 1692226 h 1692226"/>
              <a:gd name="connsiteX58" fmla="*/ 4791466 w 9662615"/>
              <a:gd name="connsiteY58" fmla="*/ 1561324 h 1692226"/>
              <a:gd name="connsiteX59" fmla="*/ 4784247 w 9662615"/>
              <a:gd name="connsiteY59" fmla="*/ 1562342 h 1692226"/>
              <a:gd name="connsiteX60" fmla="*/ 4735334 w 9662615"/>
              <a:gd name="connsiteY60" fmla="*/ 1581778 h 1692226"/>
              <a:gd name="connsiteX61" fmla="*/ 4697562 w 9662615"/>
              <a:gd name="connsiteY61" fmla="*/ 1551206 h 1692226"/>
              <a:gd name="connsiteX62" fmla="*/ 4662664 w 9662615"/>
              <a:gd name="connsiteY62" fmla="*/ 1573162 h 1692226"/>
              <a:gd name="connsiteX63" fmla="*/ 4603028 w 9662615"/>
              <a:gd name="connsiteY63" fmla="*/ 1568821 h 1692226"/>
              <a:gd name="connsiteX64" fmla="*/ 4541612 w 9662615"/>
              <a:gd name="connsiteY64" fmla="*/ 1545262 h 1692226"/>
              <a:gd name="connsiteX65" fmla="*/ 4422155 w 9662615"/>
              <a:gd name="connsiteY65" fmla="*/ 1542059 h 1692226"/>
              <a:gd name="connsiteX66" fmla="*/ 4221826 w 9662615"/>
              <a:gd name="connsiteY66" fmla="*/ 1508923 h 1692226"/>
              <a:gd name="connsiteX67" fmla="*/ 4096601 w 9662615"/>
              <a:gd name="connsiteY67" fmla="*/ 1521563 h 1692226"/>
              <a:gd name="connsiteX68" fmla="*/ 3970635 w 9662615"/>
              <a:gd name="connsiteY68" fmla="*/ 1544815 h 1692226"/>
              <a:gd name="connsiteX69" fmla="*/ 3833906 w 9662615"/>
              <a:gd name="connsiteY69" fmla="*/ 1516637 h 1692226"/>
              <a:gd name="connsiteX70" fmla="*/ 3696258 w 9662615"/>
              <a:gd name="connsiteY70" fmla="*/ 1537563 h 1692226"/>
              <a:gd name="connsiteX71" fmla="*/ 3594070 w 9662615"/>
              <a:gd name="connsiteY71" fmla="*/ 1509422 h 1692226"/>
              <a:gd name="connsiteX72" fmla="*/ 3565233 w 9662615"/>
              <a:gd name="connsiteY72" fmla="*/ 1515122 h 1692226"/>
              <a:gd name="connsiteX73" fmla="*/ 3560267 w 9662615"/>
              <a:gd name="connsiteY73" fmla="*/ 1516288 h 1692226"/>
              <a:gd name="connsiteX74" fmla="*/ 3540258 w 9662615"/>
              <a:gd name="connsiteY74" fmla="*/ 1516976 h 1692226"/>
              <a:gd name="connsiteX75" fmla="*/ 3534780 w 9662615"/>
              <a:gd name="connsiteY75" fmla="*/ 1522141 h 1692226"/>
              <a:gd name="connsiteX76" fmla="*/ 3504783 w 9662615"/>
              <a:gd name="connsiteY76" fmla="*/ 1526739 h 1692226"/>
              <a:gd name="connsiteX77" fmla="*/ 3430805 w 9662615"/>
              <a:gd name="connsiteY77" fmla="*/ 1542521 h 1692226"/>
              <a:gd name="connsiteX78" fmla="*/ 3292707 w 9662615"/>
              <a:gd name="connsiteY78" fmla="*/ 1520490 h 1692226"/>
              <a:gd name="connsiteX79" fmla="*/ 3187872 w 9662615"/>
              <a:gd name="connsiteY79" fmla="*/ 1519991 h 1692226"/>
              <a:gd name="connsiteX80" fmla="*/ 3148026 w 9662615"/>
              <a:gd name="connsiteY80" fmla="*/ 1524777 h 1692226"/>
              <a:gd name="connsiteX81" fmla="*/ 3092394 w 9662615"/>
              <a:gd name="connsiteY81" fmla="*/ 1528115 h 1692226"/>
              <a:gd name="connsiteX82" fmla="*/ 2994200 w 9662615"/>
              <a:gd name="connsiteY82" fmla="*/ 1537857 h 1692226"/>
              <a:gd name="connsiteX83" fmla="*/ 2862301 w 9662615"/>
              <a:gd name="connsiteY83" fmla="*/ 1544250 h 1692226"/>
              <a:gd name="connsiteX84" fmla="*/ 2766335 w 9662615"/>
              <a:gd name="connsiteY84" fmla="*/ 1527662 h 1692226"/>
              <a:gd name="connsiteX85" fmla="*/ 2757836 w 9662615"/>
              <a:gd name="connsiteY85" fmla="*/ 1531371 h 1692226"/>
              <a:gd name="connsiteX86" fmla="*/ 2691555 w 9662615"/>
              <a:gd name="connsiteY86" fmla="*/ 1530283 h 1692226"/>
              <a:gd name="connsiteX87" fmla="*/ 2491676 w 9662615"/>
              <a:gd name="connsiteY87" fmla="*/ 1500859 h 1692226"/>
              <a:gd name="connsiteX88" fmla="*/ 2378036 w 9662615"/>
              <a:gd name="connsiteY88" fmla="*/ 1520645 h 1692226"/>
              <a:gd name="connsiteX89" fmla="*/ 2284269 w 9662615"/>
              <a:gd name="connsiteY89" fmla="*/ 1503068 h 1692226"/>
              <a:gd name="connsiteX90" fmla="*/ 2207104 w 9662615"/>
              <a:gd name="connsiteY90" fmla="*/ 1508888 h 1692226"/>
              <a:gd name="connsiteX91" fmla="*/ 2149226 w 9662615"/>
              <a:gd name="connsiteY91" fmla="*/ 1523409 h 1692226"/>
              <a:gd name="connsiteX92" fmla="*/ 2084783 w 9662615"/>
              <a:gd name="connsiteY92" fmla="*/ 1524245 h 1692226"/>
              <a:gd name="connsiteX93" fmla="*/ 2070075 w 9662615"/>
              <a:gd name="connsiteY93" fmla="*/ 1511285 h 1692226"/>
              <a:gd name="connsiteX94" fmla="*/ 2001057 w 9662615"/>
              <a:gd name="connsiteY94" fmla="*/ 1516449 h 1692226"/>
              <a:gd name="connsiteX95" fmla="*/ 1896330 w 9662615"/>
              <a:gd name="connsiteY95" fmla="*/ 1525725 h 1692226"/>
              <a:gd name="connsiteX96" fmla="*/ 1835994 w 9662615"/>
              <a:gd name="connsiteY96" fmla="*/ 1527678 h 1692226"/>
              <a:gd name="connsiteX97" fmla="*/ 1671119 w 9662615"/>
              <a:gd name="connsiteY97" fmla="*/ 1536701 h 1692226"/>
              <a:gd name="connsiteX98" fmla="*/ 1601337 w 9662615"/>
              <a:gd name="connsiteY98" fmla="*/ 1548552 h 1692226"/>
              <a:gd name="connsiteX99" fmla="*/ 1407755 w 9662615"/>
              <a:gd name="connsiteY99" fmla="*/ 1571444 h 1692226"/>
              <a:gd name="connsiteX100" fmla="*/ 1271994 w 9662615"/>
              <a:gd name="connsiteY100" fmla="*/ 1579471 h 1692226"/>
              <a:gd name="connsiteX101" fmla="*/ 1249226 w 9662615"/>
              <a:gd name="connsiteY101" fmla="*/ 1583140 h 1692226"/>
              <a:gd name="connsiteX102" fmla="*/ 1217719 w 9662615"/>
              <a:gd name="connsiteY102" fmla="*/ 1580863 h 1692226"/>
              <a:gd name="connsiteX103" fmla="*/ 1091432 w 9662615"/>
              <a:gd name="connsiteY103" fmla="*/ 1571003 h 1692226"/>
              <a:gd name="connsiteX104" fmla="*/ 992039 w 9662615"/>
              <a:gd name="connsiteY104" fmla="*/ 1556662 h 1692226"/>
              <a:gd name="connsiteX105" fmla="*/ 868264 w 9662615"/>
              <a:gd name="connsiteY105" fmla="*/ 1566392 h 1692226"/>
              <a:gd name="connsiteX106" fmla="*/ 792765 w 9662615"/>
              <a:gd name="connsiteY106" fmla="*/ 1563102 h 1692226"/>
              <a:gd name="connsiteX107" fmla="*/ 669055 w 9662615"/>
              <a:gd name="connsiteY107" fmla="*/ 1543638 h 1692226"/>
              <a:gd name="connsiteX108" fmla="*/ 506152 w 9662615"/>
              <a:gd name="connsiteY108" fmla="*/ 1549124 h 1692226"/>
              <a:gd name="connsiteX109" fmla="*/ 472797 w 9662615"/>
              <a:gd name="connsiteY109" fmla="*/ 1568904 h 1692226"/>
              <a:gd name="connsiteX110" fmla="*/ 427864 w 9662615"/>
              <a:gd name="connsiteY110" fmla="*/ 1580848 h 1692226"/>
              <a:gd name="connsiteX111" fmla="*/ 408381 w 9662615"/>
              <a:gd name="connsiteY111" fmla="*/ 1552940 h 1692226"/>
              <a:gd name="connsiteX112" fmla="*/ 267163 w 9662615"/>
              <a:gd name="connsiteY112" fmla="*/ 1531913 h 1692226"/>
              <a:gd name="connsiteX113" fmla="*/ 196644 w 9662615"/>
              <a:gd name="connsiteY113" fmla="*/ 1524565 h 1692226"/>
              <a:gd name="connsiteX114" fmla="*/ 86819 w 9662615"/>
              <a:gd name="connsiteY114" fmla="*/ 1519517 h 1692226"/>
              <a:gd name="connsiteX115" fmla="*/ 53369 w 9662615"/>
              <a:gd name="connsiteY115" fmla="*/ 1516853 h 1692226"/>
              <a:gd name="connsiteX116" fmla="*/ 2359 w 9662615"/>
              <a:gd name="connsiteY116" fmla="*/ 1515247 h 1692226"/>
              <a:gd name="connsiteX117" fmla="*/ 0 w 9662615"/>
              <a:gd name="connsiteY117" fmla="*/ 1514932 h 1692226"/>
              <a:gd name="connsiteX118" fmla="*/ 0 w 9662615"/>
              <a:gd name="connsiteY118" fmla="*/ 0 h 1692226"/>
              <a:gd name="connsiteX0" fmla="*/ 0 w 9662615"/>
              <a:gd name="connsiteY0" fmla="*/ 0 h 1621094"/>
              <a:gd name="connsiteX1" fmla="*/ 9662615 w 9662615"/>
              <a:gd name="connsiteY1" fmla="*/ 0 h 1621094"/>
              <a:gd name="connsiteX2" fmla="*/ 9662615 w 9662615"/>
              <a:gd name="connsiteY2" fmla="*/ 1280346 h 1621094"/>
              <a:gd name="connsiteX3" fmla="*/ 9658420 w 9662615"/>
              <a:gd name="connsiteY3" fmla="*/ 1280106 h 1621094"/>
              <a:gd name="connsiteX4" fmla="*/ 9469546 w 9662615"/>
              <a:gd name="connsiteY4" fmla="*/ 1289837 h 1621094"/>
              <a:gd name="connsiteX5" fmla="*/ 9385895 w 9662615"/>
              <a:gd name="connsiteY5" fmla="*/ 1269203 h 1621094"/>
              <a:gd name="connsiteX6" fmla="*/ 9144767 w 9662615"/>
              <a:gd name="connsiteY6" fmla="*/ 1264120 h 1621094"/>
              <a:gd name="connsiteX7" fmla="*/ 8837252 w 9662615"/>
              <a:gd name="connsiteY7" fmla="*/ 1350515 h 1621094"/>
              <a:gd name="connsiteX8" fmla="*/ 8705466 w 9662615"/>
              <a:gd name="connsiteY8" fmla="*/ 1342419 h 1621094"/>
              <a:gd name="connsiteX9" fmla="*/ 8652221 w 9662615"/>
              <a:gd name="connsiteY9" fmla="*/ 1326906 h 1621094"/>
              <a:gd name="connsiteX10" fmla="*/ 8632312 w 9662615"/>
              <a:gd name="connsiteY10" fmla="*/ 1326025 h 1621094"/>
              <a:gd name="connsiteX11" fmla="*/ 8591582 w 9662615"/>
              <a:gd name="connsiteY11" fmla="*/ 1341666 h 1621094"/>
              <a:gd name="connsiteX12" fmla="*/ 8537336 w 9662615"/>
              <a:gd name="connsiteY12" fmla="*/ 1341684 h 1621094"/>
              <a:gd name="connsiteX13" fmla="*/ 8472508 w 9662615"/>
              <a:gd name="connsiteY13" fmla="*/ 1363109 h 1621094"/>
              <a:gd name="connsiteX14" fmla="*/ 8258477 w 9662615"/>
              <a:gd name="connsiteY14" fmla="*/ 1370666 h 1621094"/>
              <a:gd name="connsiteX15" fmla="*/ 8197961 w 9662615"/>
              <a:gd name="connsiteY15" fmla="*/ 1392804 h 1621094"/>
              <a:gd name="connsiteX16" fmla="*/ 8171196 w 9662615"/>
              <a:gd name="connsiteY16" fmla="*/ 1397216 h 1621094"/>
              <a:gd name="connsiteX17" fmla="*/ 8127667 w 9662615"/>
              <a:gd name="connsiteY17" fmla="*/ 1418254 h 1621094"/>
              <a:gd name="connsiteX18" fmla="*/ 7974579 w 9662615"/>
              <a:gd name="connsiteY18" fmla="*/ 1383439 h 1621094"/>
              <a:gd name="connsiteX19" fmla="*/ 7768351 w 9662615"/>
              <a:gd name="connsiteY19" fmla="*/ 1395051 h 1621094"/>
              <a:gd name="connsiteX20" fmla="*/ 7635985 w 9662615"/>
              <a:gd name="connsiteY20" fmla="*/ 1386363 h 1621094"/>
              <a:gd name="connsiteX21" fmla="*/ 7466069 w 9662615"/>
              <a:gd name="connsiteY21" fmla="*/ 1377654 h 1621094"/>
              <a:gd name="connsiteX22" fmla="*/ 7355642 w 9662615"/>
              <a:gd name="connsiteY22" fmla="*/ 1407761 h 1621094"/>
              <a:gd name="connsiteX23" fmla="*/ 7151610 w 9662615"/>
              <a:gd name="connsiteY23" fmla="*/ 1397856 h 1621094"/>
              <a:gd name="connsiteX24" fmla="*/ 7082147 w 9662615"/>
              <a:gd name="connsiteY24" fmla="*/ 1406113 h 1621094"/>
              <a:gd name="connsiteX25" fmla="*/ 7014958 w 9662615"/>
              <a:gd name="connsiteY25" fmla="*/ 1396883 h 1621094"/>
              <a:gd name="connsiteX26" fmla="*/ 6907567 w 9662615"/>
              <a:gd name="connsiteY26" fmla="*/ 1419149 h 1621094"/>
              <a:gd name="connsiteX27" fmla="*/ 6748428 w 9662615"/>
              <a:gd name="connsiteY27" fmla="*/ 1420308 h 1621094"/>
              <a:gd name="connsiteX28" fmla="*/ 6654257 w 9662615"/>
              <a:gd name="connsiteY28" fmla="*/ 1424143 h 1621094"/>
              <a:gd name="connsiteX29" fmla="*/ 6620123 w 9662615"/>
              <a:gd name="connsiteY29" fmla="*/ 1430535 h 1621094"/>
              <a:gd name="connsiteX30" fmla="*/ 6571355 w 9662615"/>
              <a:gd name="connsiteY30" fmla="*/ 1436144 h 1621094"/>
              <a:gd name="connsiteX31" fmla="*/ 6486557 w 9662615"/>
              <a:gd name="connsiteY31" fmla="*/ 1449861 h 1621094"/>
              <a:gd name="connsiteX32" fmla="*/ 6370419 w 9662615"/>
              <a:gd name="connsiteY32" fmla="*/ 1461649 h 1621094"/>
              <a:gd name="connsiteX33" fmla="*/ 6278839 w 9662615"/>
              <a:gd name="connsiteY33" fmla="*/ 1449160 h 1621094"/>
              <a:gd name="connsiteX34" fmla="*/ 6272455 w 9662615"/>
              <a:gd name="connsiteY34" fmla="*/ 1453191 h 1621094"/>
              <a:gd name="connsiteX35" fmla="*/ 6212659 w 9662615"/>
              <a:gd name="connsiteY35" fmla="*/ 1454850 h 1621094"/>
              <a:gd name="connsiteX36" fmla="*/ 6069317 w 9662615"/>
              <a:gd name="connsiteY36" fmla="*/ 1445838 h 1621094"/>
              <a:gd name="connsiteX37" fmla="*/ 5878477 w 9662615"/>
              <a:gd name="connsiteY37" fmla="*/ 1439180 h 1621094"/>
              <a:gd name="connsiteX38" fmla="*/ 5838387 w 9662615"/>
              <a:gd name="connsiteY38" fmla="*/ 1444679 h 1621094"/>
              <a:gd name="connsiteX39" fmla="*/ 5771136 w 9662615"/>
              <a:gd name="connsiteY39" fmla="*/ 1453639 h 1621094"/>
              <a:gd name="connsiteX40" fmla="*/ 5724081 w 9662615"/>
              <a:gd name="connsiteY40" fmla="*/ 1470431 h 1621094"/>
              <a:gd name="connsiteX41" fmla="*/ 5666577 w 9662615"/>
              <a:gd name="connsiteY41" fmla="*/ 1473921 h 1621094"/>
              <a:gd name="connsiteX42" fmla="*/ 5649068 w 9662615"/>
              <a:gd name="connsiteY42" fmla="*/ 1461676 h 1621094"/>
              <a:gd name="connsiteX43" fmla="*/ 5588902 w 9662615"/>
              <a:gd name="connsiteY43" fmla="*/ 1469647 h 1621094"/>
              <a:gd name="connsiteX44" fmla="*/ 5498090 w 9662615"/>
              <a:gd name="connsiteY44" fmla="*/ 1483173 h 1621094"/>
              <a:gd name="connsiteX45" fmla="*/ 5444641 w 9662615"/>
              <a:gd name="connsiteY45" fmla="*/ 1487602 h 1621094"/>
              <a:gd name="connsiteX46" fmla="*/ 5299812 w 9662615"/>
              <a:gd name="connsiteY46" fmla="*/ 1503362 h 1621094"/>
              <a:gd name="connsiteX47" fmla="*/ 5213947 w 9662615"/>
              <a:gd name="connsiteY47" fmla="*/ 1516637 h 1621094"/>
              <a:gd name="connsiteX48" fmla="*/ 5090342 w 9662615"/>
              <a:gd name="connsiteY48" fmla="*/ 1546680 h 1621094"/>
              <a:gd name="connsiteX49" fmla="*/ 5129812 w 9662615"/>
              <a:gd name="connsiteY49" fmla="*/ 1521277 h 1621094"/>
              <a:gd name="connsiteX50" fmla="*/ 5059484 w 9662615"/>
              <a:gd name="connsiteY50" fmla="*/ 1546802 h 1621094"/>
              <a:gd name="connsiteX51" fmla="*/ 5038524 w 9662615"/>
              <a:gd name="connsiteY51" fmla="*/ 1545675 h 1621094"/>
              <a:gd name="connsiteX52" fmla="*/ 5026564 w 9662615"/>
              <a:gd name="connsiteY52" fmla="*/ 1545376 h 1621094"/>
              <a:gd name="connsiteX53" fmla="*/ 4969433 w 9662615"/>
              <a:gd name="connsiteY53" fmla="*/ 1550865 h 1621094"/>
              <a:gd name="connsiteX54" fmla="*/ 4921303 w 9662615"/>
              <a:gd name="connsiteY54" fmla="*/ 1575379 h 1621094"/>
              <a:gd name="connsiteX55" fmla="*/ 4871726 w 9662615"/>
              <a:gd name="connsiteY55" fmla="*/ 1570584 h 1621094"/>
              <a:gd name="connsiteX56" fmla="*/ 4847242 w 9662615"/>
              <a:gd name="connsiteY56" fmla="*/ 1621094 h 1621094"/>
              <a:gd name="connsiteX57" fmla="*/ 4821058 w 9662615"/>
              <a:gd name="connsiteY57" fmla="*/ 1553078 h 1621094"/>
              <a:gd name="connsiteX58" fmla="*/ 4791466 w 9662615"/>
              <a:gd name="connsiteY58" fmla="*/ 1561324 h 1621094"/>
              <a:gd name="connsiteX59" fmla="*/ 4784247 w 9662615"/>
              <a:gd name="connsiteY59" fmla="*/ 1562342 h 1621094"/>
              <a:gd name="connsiteX60" fmla="*/ 4735334 w 9662615"/>
              <a:gd name="connsiteY60" fmla="*/ 1581778 h 1621094"/>
              <a:gd name="connsiteX61" fmla="*/ 4697562 w 9662615"/>
              <a:gd name="connsiteY61" fmla="*/ 1551206 h 1621094"/>
              <a:gd name="connsiteX62" fmla="*/ 4662664 w 9662615"/>
              <a:gd name="connsiteY62" fmla="*/ 1573162 h 1621094"/>
              <a:gd name="connsiteX63" fmla="*/ 4603028 w 9662615"/>
              <a:gd name="connsiteY63" fmla="*/ 1568821 h 1621094"/>
              <a:gd name="connsiteX64" fmla="*/ 4541612 w 9662615"/>
              <a:gd name="connsiteY64" fmla="*/ 1545262 h 1621094"/>
              <a:gd name="connsiteX65" fmla="*/ 4422155 w 9662615"/>
              <a:gd name="connsiteY65" fmla="*/ 1542059 h 1621094"/>
              <a:gd name="connsiteX66" fmla="*/ 4221826 w 9662615"/>
              <a:gd name="connsiteY66" fmla="*/ 1508923 h 1621094"/>
              <a:gd name="connsiteX67" fmla="*/ 4096601 w 9662615"/>
              <a:gd name="connsiteY67" fmla="*/ 1521563 h 1621094"/>
              <a:gd name="connsiteX68" fmla="*/ 3970635 w 9662615"/>
              <a:gd name="connsiteY68" fmla="*/ 1544815 h 1621094"/>
              <a:gd name="connsiteX69" fmla="*/ 3833906 w 9662615"/>
              <a:gd name="connsiteY69" fmla="*/ 1516637 h 1621094"/>
              <a:gd name="connsiteX70" fmla="*/ 3696258 w 9662615"/>
              <a:gd name="connsiteY70" fmla="*/ 1537563 h 1621094"/>
              <a:gd name="connsiteX71" fmla="*/ 3594070 w 9662615"/>
              <a:gd name="connsiteY71" fmla="*/ 1509422 h 1621094"/>
              <a:gd name="connsiteX72" fmla="*/ 3565233 w 9662615"/>
              <a:gd name="connsiteY72" fmla="*/ 1515122 h 1621094"/>
              <a:gd name="connsiteX73" fmla="*/ 3560267 w 9662615"/>
              <a:gd name="connsiteY73" fmla="*/ 1516288 h 1621094"/>
              <a:gd name="connsiteX74" fmla="*/ 3540258 w 9662615"/>
              <a:gd name="connsiteY74" fmla="*/ 1516976 h 1621094"/>
              <a:gd name="connsiteX75" fmla="*/ 3534780 w 9662615"/>
              <a:gd name="connsiteY75" fmla="*/ 1522141 h 1621094"/>
              <a:gd name="connsiteX76" fmla="*/ 3504783 w 9662615"/>
              <a:gd name="connsiteY76" fmla="*/ 1526739 h 1621094"/>
              <a:gd name="connsiteX77" fmla="*/ 3430805 w 9662615"/>
              <a:gd name="connsiteY77" fmla="*/ 1542521 h 1621094"/>
              <a:gd name="connsiteX78" fmla="*/ 3292707 w 9662615"/>
              <a:gd name="connsiteY78" fmla="*/ 1520490 h 1621094"/>
              <a:gd name="connsiteX79" fmla="*/ 3187872 w 9662615"/>
              <a:gd name="connsiteY79" fmla="*/ 1519991 h 1621094"/>
              <a:gd name="connsiteX80" fmla="*/ 3148026 w 9662615"/>
              <a:gd name="connsiteY80" fmla="*/ 1524777 h 1621094"/>
              <a:gd name="connsiteX81" fmla="*/ 3092394 w 9662615"/>
              <a:gd name="connsiteY81" fmla="*/ 1528115 h 1621094"/>
              <a:gd name="connsiteX82" fmla="*/ 2994200 w 9662615"/>
              <a:gd name="connsiteY82" fmla="*/ 1537857 h 1621094"/>
              <a:gd name="connsiteX83" fmla="*/ 2862301 w 9662615"/>
              <a:gd name="connsiteY83" fmla="*/ 1544250 h 1621094"/>
              <a:gd name="connsiteX84" fmla="*/ 2766335 w 9662615"/>
              <a:gd name="connsiteY84" fmla="*/ 1527662 h 1621094"/>
              <a:gd name="connsiteX85" fmla="*/ 2757836 w 9662615"/>
              <a:gd name="connsiteY85" fmla="*/ 1531371 h 1621094"/>
              <a:gd name="connsiteX86" fmla="*/ 2691555 w 9662615"/>
              <a:gd name="connsiteY86" fmla="*/ 1530283 h 1621094"/>
              <a:gd name="connsiteX87" fmla="*/ 2491676 w 9662615"/>
              <a:gd name="connsiteY87" fmla="*/ 1500859 h 1621094"/>
              <a:gd name="connsiteX88" fmla="*/ 2378036 w 9662615"/>
              <a:gd name="connsiteY88" fmla="*/ 1520645 h 1621094"/>
              <a:gd name="connsiteX89" fmla="*/ 2284269 w 9662615"/>
              <a:gd name="connsiteY89" fmla="*/ 1503068 h 1621094"/>
              <a:gd name="connsiteX90" fmla="*/ 2207104 w 9662615"/>
              <a:gd name="connsiteY90" fmla="*/ 1508888 h 1621094"/>
              <a:gd name="connsiteX91" fmla="*/ 2149226 w 9662615"/>
              <a:gd name="connsiteY91" fmla="*/ 1523409 h 1621094"/>
              <a:gd name="connsiteX92" fmla="*/ 2084783 w 9662615"/>
              <a:gd name="connsiteY92" fmla="*/ 1524245 h 1621094"/>
              <a:gd name="connsiteX93" fmla="*/ 2070075 w 9662615"/>
              <a:gd name="connsiteY93" fmla="*/ 1511285 h 1621094"/>
              <a:gd name="connsiteX94" fmla="*/ 2001057 w 9662615"/>
              <a:gd name="connsiteY94" fmla="*/ 1516449 h 1621094"/>
              <a:gd name="connsiteX95" fmla="*/ 1896330 w 9662615"/>
              <a:gd name="connsiteY95" fmla="*/ 1525725 h 1621094"/>
              <a:gd name="connsiteX96" fmla="*/ 1835994 w 9662615"/>
              <a:gd name="connsiteY96" fmla="*/ 1527678 h 1621094"/>
              <a:gd name="connsiteX97" fmla="*/ 1671119 w 9662615"/>
              <a:gd name="connsiteY97" fmla="*/ 1536701 h 1621094"/>
              <a:gd name="connsiteX98" fmla="*/ 1601337 w 9662615"/>
              <a:gd name="connsiteY98" fmla="*/ 1548552 h 1621094"/>
              <a:gd name="connsiteX99" fmla="*/ 1407755 w 9662615"/>
              <a:gd name="connsiteY99" fmla="*/ 1571444 h 1621094"/>
              <a:gd name="connsiteX100" fmla="*/ 1271994 w 9662615"/>
              <a:gd name="connsiteY100" fmla="*/ 1579471 h 1621094"/>
              <a:gd name="connsiteX101" fmla="*/ 1249226 w 9662615"/>
              <a:gd name="connsiteY101" fmla="*/ 1583140 h 1621094"/>
              <a:gd name="connsiteX102" fmla="*/ 1217719 w 9662615"/>
              <a:gd name="connsiteY102" fmla="*/ 1580863 h 1621094"/>
              <a:gd name="connsiteX103" fmla="*/ 1091432 w 9662615"/>
              <a:gd name="connsiteY103" fmla="*/ 1571003 h 1621094"/>
              <a:gd name="connsiteX104" fmla="*/ 992039 w 9662615"/>
              <a:gd name="connsiteY104" fmla="*/ 1556662 h 1621094"/>
              <a:gd name="connsiteX105" fmla="*/ 868264 w 9662615"/>
              <a:gd name="connsiteY105" fmla="*/ 1566392 h 1621094"/>
              <a:gd name="connsiteX106" fmla="*/ 792765 w 9662615"/>
              <a:gd name="connsiteY106" fmla="*/ 1563102 h 1621094"/>
              <a:gd name="connsiteX107" fmla="*/ 669055 w 9662615"/>
              <a:gd name="connsiteY107" fmla="*/ 1543638 h 1621094"/>
              <a:gd name="connsiteX108" fmla="*/ 506152 w 9662615"/>
              <a:gd name="connsiteY108" fmla="*/ 1549124 h 1621094"/>
              <a:gd name="connsiteX109" fmla="*/ 472797 w 9662615"/>
              <a:gd name="connsiteY109" fmla="*/ 1568904 h 1621094"/>
              <a:gd name="connsiteX110" fmla="*/ 427864 w 9662615"/>
              <a:gd name="connsiteY110" fmla="*/ 1580848 h 1621094"/>
              <a:gd name="connsiteX111" fmla="*/ 408381 w 9662615"/>
              <a:gd name="connsiteY111" fmla="*/ 1552940 h 1621094"/>
              <a:gd name="connsiteX112" fmla="*/ 267163 w 9662615"/>
              <a:gd name="connsiteY112" fmla="*/ 1531913 h 1621094"/>
              <a:gd name="connsiteX113" fmla="*/ 196644 w 9662615"/>
              <a:gd name="connsiteY113" fmla="*/ 1524565 h 1621094"/>
              <a:gd name="connsiteX114" fmla="*/ 86819 w 9662615"/>
              <a:gd name="connsiteY114" fmla="*/ 1519517 h 1621094"/>
              <a:gd name="connsiteX115" fmla="*/ 53369 w 9662615"/>
              <a:gd name="connsiteY115" fmla="*/ 1516853 h 1621094"/>
              <a:gd name="connsiteX116" fmla="*/ 2359 w 9662615"/>
              <a:gd name="connsiteY116" fmla="*/ 1515247 h 1621094"/>
              <a:gd name="connsiteX117" fmla="*/ 0 w 9662615"/>
              <a:gd name="connsiteY117" fmla="*/ 1514932 h 1621094"/>
              <a:gd name="connsiteX118" fmla="*/ 0 w 9662615"/>
              <a:gd name="connsiteY118" fmla="*/ 0 h 1621094"/>
              <a:gd name="connsiteX0" fmla="*/ 0 w 9662615"/>
              <a:gd name="connsiteY0" fmla="*/ 0 h 1583140"/>
              <a:gd name="connsiteX1" fmla="*/ 9662615 w 9662615"/>
              <a:gd name="connsiteY1" fmla="*/ 0 h 1583140"/>
              <a:gd name="connsiteX2" fmla="*/ 9662615 w 9662615"/>
              <a:gd name="connsiteY2" fmla="*/ 1280346 h 1583140"/>
              <a:gd name="connsiteX3" fmla="*/ 9658420 w 9662615"/>
              <a:gd name="connsiteY3" fmla="*/ 1280106 h 1583140"/>
              <a:gd name="connsiteX4" fmla="*/ 9469546 w 9662615"/>
              <a:gd name="connsiteY4" fmla="*/ 1289837 h 1583140"/>
              <a:gd name="connsiteX5" fmla="*/ 9385895 w 9662615"/>
              <a:gd name="connsiteY5" fmla="*/ 1269203 h 1583140"/>
              <a:gd name="connsiteX6" fmla="*/ 9144767 w 9662615"/>
              <a:gd name="connsiteY6" fmla="*/ 1264120 h 1583140"/>
              <a:gd name="connsiteX7" fmla="*/ 8837252 w 9662615"/>
              <a:gd name="connsiteY7" fmla="*/ 1350515 h 1583140"/>
              <a:gd name="connsiteX8" fmla="*/ 8705466 w 9662615"/>
              <a:gd name="connsiteY8" fmla="*/ 1342419 h 1583140"/>
              <a:gd name="connsiteX9" fmla="*/ 8652221 w 9662615"/>
              <a:gd name="connsiteY9" fmla="*/ 1326906 h 1583140"/>
              <a:gd name="connsiteX10" fmla="*/ 8632312 w 9662615"/>
              <a:gd name="connsiteY10" fmla="*/ 1326025 h 1583140"/>
              <a:gd name="connsiteX11" fmla="*/ 8591582 w 9662615"/>
              <a:gd name="connsiteY11" fmla="*/ 1341666 h 1583140"/>
              <a:gd name="connsiteX12" fmla="*/ 8537336 w 9662615"/>
              <a:gd name="connsiteY12" fmla="*/ 1341684 h 1583140"/>
              <a:gd name="connsiteX13" fmla="*/ 8472508 w 9662615"/>
              <a:gd name="connsiteY13" fmla="*/ 1363109 h 1583140"/>
              <a:gd name="connsiteX14" fmla="*/ 8258477 w 9662615"/>
              <a:gd name="connsiteY14" fmla="*/ 1370666 h 1583140"/>
              <a:gd name="connsiteX15" fmla="*/ 8197961 w 9662615"/>
              <a:gd name="connsiteY15" fmla="*/ 1392804 h 1583140"/>
              <a:gd name="connsiteX16" fmla="*/ 8171196 w 9662615"/>
              <a:gd name="connsiteY16" fmla="*/ 1397216 h 1583140"/>
              <a:gd name="connsiteX17" fmla="*/ 8127667 w 9662615"/>
              <a:gd name="connsiteY17" fmla="*/ 1418254 h 1583140"/>
              <a:gd name="connsiteX18" fmla="*/ 7974579 w 9662615"/>
              <a:gd name="connsiteY18" fmla="*/ 1383439 h 1583140"/>
              <a:gd name="connsiteX19" fmla="*/ 7768351 w 9662615"/>
              <a:gd name="connsiteY19" fmla="*/ 1395051 h 1583140"/>
              <a:gd name="connsiteX20" fmla="*/ 7635985 w 9662615"/>
              <a:gd name="connsiteY20" fmla="*/ 1386363 h 1583140"/>
              <a:gd name="connsiteX21" fmla="*/ 7466069 w 9662615"/>
              <a:gd name="connsiteY21" fmla="*/ 1377654 h 1583140"/>
              <a:gd name="connsiteX22" fmla="*/ 7355642 w 9662615"/>
              <a:gd name="connsiteY22" fmla="*/ 1407761 h 1583140"/>
              <a:gd name="connsiteX23" fmla="*/ 7151610 w 9662615"/>
              <a:gd name="connsiteY23" fmla="*/ 1397856 h 1583140"/>
              <a:gd name="connsiteX24" fmla="*/ 7082147 w 9662615"/>
              <a:gd name="connsiteY24" fmla="*/ 1406113 h 1583140"/>
              <a:gd name="connsiteX25" fmla="*/ 7014958 w 9662615"/>
              <a:gd name="connsiteY25" fmla="*/ 1396883 h 1583140"/>
              <a:gd name="connsiteX26" fmla="*/ 6907567 w 9662615"/>
              <a:gd name="connsiteY26" fmla="*/ 1419149 h 1583140"/>
              <a:gd name="connsiteX27" fmla="*/ 6748428 w 9662615"/>
              <a:gd name="connsiteY27" fmla="*/ 1420308 h 1583140"/>
              <a:gd name="connsiteX28" fmla="*/ 6654257 w 9662615"/>
              <a:gd name="connsiteY28" fmla="*/ 1424143 h 1583140"/>
              <a:gd name="connsiteX29" fmla="*/ 6620123 w 9662615"/>
              <a:gd name="connsiteY29" fmla="*/ 1430535 h 1583140"/>
              <a:gd name="connsiteX30" fmla="*/ 6571355 w 9662615"/>
              <a:gd name="connsiteY30" fmla="*/ 1436144 h 1583140"/>
              <a:gd name="connsiteX31" fmla="*/ 6486557 w 9662615"/>
              <a:gd name="connsiteY31" fmla="*/ 1449861 h 1583140"/>
              <a:gd name="connsiteX32" fmla="*/ 6370419 w 9662615"/>
              <a:gd name="connsiteY32" fmla="*/ 1461649 h 1583140"/>
              <a:gd name="connsiteX33" fmla="*/ 6278839 w 9662615"/>
              <a:gd name="connsiteY33" fmla="*/ 1449160 h 1583140"/>
              <a:gd name="connsiteX34" fmla="*/ 6272455 w 9662615"/>
              <a:gd name="connsiteY34" fmla="*/ 1453191 h 1583140"/>
              <a:gd name="connsiteX35" fmla="*/ 6212659 w 9662615"/>
              <a:gd name="connsiteY35" fmla="*/ 1454850 h 1583140"/>
              <a:gd name="connsiteX36" fmla="*/ 6069317 w 9662615"/>
              <a:gd name="connsiteY36" fmla="*/ 1445838 h 1583140"/>
              <a:gd name="connsiteX37" fmla="*/ 5878477 w 9662615"/>
              <a:gd name="connsiteY37" fmla="*/ 1439180 h 1583140"/>
              <a:gd name="connsiteX38" fmla="*/ 5838387 w 9662615"/>
              <a:gd name="connsiteY38" fmla="*/ 1444679 h 1583140"/>
              <a:gd name="connsiteX39" fmla="*/ 5771136 w 9662615"/>
              <a:gd name="connsiteY39" fmla="*/ 1453639 h 1583140"/>
              <a:gd name="connsiteX40" fmla="*/ 5724081 w 9662615"/>
              <a:gd name="connsiteY40" fmla="*/ 1470431 h 1583140"/>
              <a:gd name="connsiteX41" fmla="*/ 5666577 w 9662615"/>
              <a:gd name="connsiteY41" fmla="*/ 1473921 h 1583140"/>
              <a:gd name="connsiteX42" fmla="*/ 5649068 w 9662615"/>
              <a:gd name="connsiteY42" fmla="*/ 1461676 h 1583140"/>
              <a:gd name="connsiteX43" fmla="*/ 5588902 w 9662615"/>
              <a:gd name="connsiteY43" fmla="*/ 1469647 h 1583140"/>
              <a:gd name="connsiteX44" fmla="*/ 5498090 w 9662615"/>
              <a:gd name="connsiteY44" fmla="*/ 1483173 h 1583140"/>
              <a:gd name="connsiteX45" fmla="*/ 5444641 w 9662615"/>
              <a:gd name="connsiteY45" fmla="*/ 1487602 h 1583140"/>
              <a:gd name="connsiteX46" fmla="*/ 5299812 w 9662615"/>
              <a:gd name="connsiteY46" fmla="*/ 1503362 h 1583140"/>
              <a:gd name="connsiteX47" fmla="*/ 5213947 w 9662615"/>
              <a:gd name="connsiteY47" fmla="*/ 1516637 h 1583140"/>
              <a:gd name="connsiteX48" fmla="*/ 5090342 w 9662615"/>
              <a:gd name="connsiteY48" fmla="*/ 1546680 h 1583140"/>
              <a:gd name="connsiteX49" fmla="*/ 5129812 w 9662615"/>
              <a:gd name="connsiteY49" fmla="*/ 1521277 h 1583140"/>
              <a:gd name="connsiteX50" fmla="*/ 5059484 w 9662615"/>
              <a:gd name="connsiteY50" fmla="*/ 1546802 h 1583140"/>
              <a:gd name="connsiteX51" fmla="*/ 5038524 w 9662615"/>
              <a:gd name="connsiteY51" fmla="*/ 1545675 h 1583140"/>
              <a:gd name="connsiteX52" fmla="*/ 5026564 w 9662615"/>
              <a:gd name="connsiteY52" fmla="*/ 1545376 h 1583140"/>
              <a:gd name="connsiteX53" fmla="*/ 4969433 w 9662615"/>
              <a:gd name="connsiteY53" fmla="*/ 1550865 h 1583140"/>
              <a:gd name="connsiteX54" fmla="*/ 4921303 w 9662615"/>
              <a:gd name="connsiteY54" fmla="*/ 1575379 h 1583140"/>
              <a:gd name="connsiteX55" fmla="*/ 4871726 w 9662615"/>
              <a:gd name="connsiteY55" fmla="*/ 1570584 h 1583140"/>
              <a:gd name="connsiteX56" fmla="*/ 4843267 w 9662615"/>
              <a:gd name="connsiteY56" fmla="*/ 1561459 h 1583140"/>
              <a:gd name="connsiteX57" fmla="*/ 4821058 w 9662615"/>
              <a:gd name="connsiteY57" fmla="*/ 1553078 h 1583140"/>
              <a:gd name="connsiteX58" fmla="*/ 4791466 w 9662615"/>
              <a:gd name="connsiteY58" fmla="*/ 1561324 h 1583140"/>
              <a:gd name="connsiteX59" fmla="*/ 4784247 w 9662615"/>
              <a:gd name="connsiteY59" fmla="*/ 1562342 h 1583140"/>
              <a:gd name="connsiteX60" fmla="*/ 4735334 w 9662615"/>
              <a:gd name="connsiteY60" fmla="*/ 1581778 h 1583140"/>
              <a:gd name="connsiteX61" fmla="*/ 4697562 w 9662615"/>
              <a:gd name="connsiteY61" fmla="*/ 1551206 h 1583140"/>
              <a:gd name="connsiteX62" fmla="*/ 4662664 w 9662615"/>
              <a:gd name="connsiteY62" fmla="*/ 1573162 h 1583140"/>
              <a:gd name="connsiteX63" fmla="*/ 4603028 w 9662615"/>
              <a:gd name="connsiteY63" fmla="*/ 1568821 h 1583140"/>
              <a:gd name="connsiteX64" fmla="*/ 4541612 w 9662615"/>
              <a:gd name="connsiteY64" fmla="*/ 1545262 h 1583140"/>
              <a:gd name="connsiteX65" fmla="*/ 4422155 w 9662615"/>
              <a:gd name="connsiteY65" fmla="*/ 1542059 h 1583140"/>
              <a:gd name="connsiteX66" fmla="*/ 4221826 w 9662615"/>
              <a:gd name="connsiteY66" fmla="*/ 1508923 h 1583140"/>
              <a:gd name="connsiteX67" fmla="*/ 4096601 w 9662615"/>
              <a:gd name="connsiteY67" fmla="*/ 1521563 h 1583140"/>
              <a:gd name="connsiteX68" fmla="*/ 3970635 w 9662615"/>
              <a:gd name="connsiteY68" fmla="*/ 1544815 h 1583140"/>
              <a:gd name="connsiteX69" fmla="*/ 3833906 w 9662615"/>
              <a:gd name="connsiteY69" fmla="*/ 1516637 h 1583140"/>
              <a:gd name="connsiteX70" fmla="*/ 3696258 w 9662615"/>
              <a:gd name="connsiteY70" fmla="*/ 1537563 h 1583140"/>
              <a:gd name="connsiteX71" fmla="*/ 3594070 w 9662615"/>
              <a:gd name="connsiteY71" fmla="*/ 1509422 h 1583140"/>
              <a:gd name="connsiteX72" fmla="*/ 3565233 w 9662615"/>
              <a:gd name="connsiteY72" fmla="*/ 1515122 h 1583140"/>
              <a:gd name="connsiteX73" fmla="*/ 3560267 w 9662615"/>
              <a:gd name="connsiteY73" fmla="*/ 1516288 h 1583140"/>
              <a:gd name="connsiteX74" fmla="*/ 3540258 w 9662615"/>
              <a:gd name="connsiteY74" fmla="*/ 1516976 h 1583140"/>
              <a:gd name="connsiteX75" fmla="*/ 3534780 w 9662615"/>
              <a:gd name="connsiteY75" fmla="*/ 1522141 h 1583140"/>
              <a:gd name="connsiteX76" fmla="*/ 3504783 w 9662615"/>
              <a:gd name="connsiteY76" fmla="*/ 1526739 h 1583140"/>
              <a:gd name="connsiteX77" fmla="*/ 3430805 w 9662615"/>
              <a:gd name="connsiteY77" fmla="*/ 1542521 h 1583140"/>
              <a:gd name="connsiteX78" fmla="*/ 3292707 w 9662615"/>
              <a:gd name="connsiteY78" fmla="*/ 1520490 h 1583140"/>
              <a:gd name="connsiteX79" fmla="*/ 3187872 w 9662615"/>
              <a:gd name="connsiteY79" fmla="*/ 1519991 h 1583140"/>
              <a:gd name="connsiteX80" fmla="*/ 3148026 w 9662615"/>
              <a:gd name="connsiteY80" fmla="*/ 1524777 h 1583140"/>
              <a:gd name="connsiteX81" fmla="*/ 3092394 w 9662615"/>
              <a:gd name="connsiteY81" fmla="*/ 1528115 h 1583140"/>
              <a:gd name="connsiteX82" fmla="*/ 2994200 w 9662615"/>
              <a:gd name="connsiteY82" fmla="*/ 1537857 h 1583140"/>
              <a:gd name="connsiteX83" fmla="*/ 2862301 w 9662615"/>
              <a:gd name="connsiteY83" fmla="*/ 1544250 h 1583140"/>
              <a:gd name="connsiteX84" fmla="*/ 2766335 w 9662615"/>
              <a:gd name="connsiteY84" fmla="*/ 1527662 h 1583140"/>
              <a:gd name="connsiteX85" fmla="*/ 2757836 w 9662615"/>
              <a:gd name="connsiteY85" fmla="*/ 1531371 h 1583140"/>
              <a:gd name="connsiteX86" fmla="*/ 2691555 w 9662615"/>
              <a:gd name="connsiteY86" fmla="*/ 1530283 h 1583140"/>
              <a:gd name="connsiteX87" fmla="*/ 2491676 w 9662615"/>
              <a:gd name="connsiteY87" fmla="*/ 1500859 h 1583140"/>
              <a:gd name="connsiteX88" fmla="*/ 2378036 w 9662615"/>
              <a:gd name="connsiteY88" fmla="*/ 1520645 h 1583140"/>
              <a:gd name="connsiteX89" fmla="*/ 2284269 w 9662615"/>
              <a:gd name="connsiteY89" fmla="*/ 1503068 h 1583140"/>
              <a:gd name="connsiteX90" fmla="*/ 2207104 w 9662615"/>
              <a:gd name="connsiteY90" fmla="*/ 1508888 h 1583140"/>
              <a:gd name="connsiteX91" fmla="*/ 2149226 w 9662615"/>
              <a:gd name="connsiteY91" fmla="*/ 1523409 h 1583140"/>
              <a:gd name="connsiteX92" fmla="*/ 2084783 w 9662615"/>
              <a:gd name="connsiteY92" fmla="*/ 1524245 h 1583140"/>
              <a:gd name="connsiteX93" fmla="*/ 2070075 w 9662615"/>
              <a:gd name="connsiteY93" fmla="*/ 1511285 h 1583140"/>
              <a:gd name="connsiteX94" fmla="*/ 2001057 w 9662615"/>
              <a:gd name="connsiteY94" fmla="*/ 1516449 h 1583140"/>
              <a:gd name="connsiteX95" fmla="*/ 1896330 w 9662615"/>
              <a:gd name="connsiteY95" fmla="*/ 1525725 h 1583140"/>
              <a:gd name="connsiteX96" fmla="*/ 1835994 w 9662615"/>
              <a:gd name="connsiteY96" fmla="*/ 1527678 h 1583140"/>
              <a:gd name="connsiteX97" fmla="*/ 1671119 w 9662615"/>
              <a:gd name="connsiteY97" fmla="*/ 1536701 h 1583140"/>
              <a:gd name="connsiteX98" fmla="*/ 1601337 w 9662615"/>
              <a:gd name="connsiteY98" fmla="*/ 1548552 h 1583140"/>
              <a:gd name="connsiteX99" fmla="*/ 1407755 w 9662615"/>
              <a:gd name="connsiteY99" fmla="*/ 1571444 h 1583140"/>
              <a:gd name="connsiteX100" fmla="*/ 1271994 w 9662615"/>
              <a:gd name="connsiteY100" fmla="*/ 1579471 h 1583140"/>
              <a:gd name="connsiteX101" fmla="*/ 1249226 w 9662615"/>
              <a:gd name="connsiteY101" fmla="*/ 1583140 h 1583140"/>
              <a:gd name="connsiteX102" fmla="*/ 1217719 w 9662615"/>
              <a:gd name="connsiteY102" fmla="*/ 1580863 h 1583140"/>
              <a:gd name="connsiteX103" fmla="*/ 1091432 w 9662615"/>
              <a:gd name="connsiteY103" fmla="*/ 1571003 h 1583140"/>
              <a:gd name="connsiteX104" fmla="*/ 992039 w 9662615"/>
              <a:gd name="connsiteY104" fmla="*/ 1556662 h 1583140"/>
              <a:gd name="connsiteX105" fmla="*/ 868264 w 9662615"/>
              <a:gd name="connsiteY105" fmla="*/ 1566392 h 1583140"/>
              <a:gd name="connsiteX106" fmla="*/ 792765 w 9662615"/>
              <a:gd name="connsiteY106" fmla="*/ 1563102 h 1583140"/>
              <a:gd name="connsiteX107" fmla="*/ 669055 w 9662615"/>
              <a:gd name="connsiteY107" fmla="*/ 1543638 h 1583140"/>
              <a:gd name="connsiteX108" fmla="*/ 506152 w 9662615"/>
              <a:gd name="connsiteY108" fmla="*/ 1549124 h 1583140"/>
              <a:gd name="connsiteX109" fmla="*/ 472797 w 9662615"/>
              <a:gd name="connsiteY109" fmla="*/ 1568904 h 1583140"/>
              <a:gd name="connsiteX110" fmla="*/ 427864 w 9662615"/>
              <a:gd name="connsiteY110" fmla="*/ 1580848 h 1583140"/>
              <a:gd name="connsiteX111" fmla="*/ 408381 w 9662615"/>
              <a:gd name="connsiteY111" fmla="*/ 1552940 h 1583140"/>
              <a:gd name="connsiteX112" fmla="*/ 267163 w 9662615"/>
              <a:gd name="connsiteY112" fmla="*/ 1531913 h 1583140"/>
              <a:gd name="connsiteX113" fmla="*/ 196644 w 9662615"/>
              <a:gd name="connsiteY113" fmla="*/ 1524565 h 1583140"/>
              <a:gd name="connsiteX114" fmla="*/ 86819 w 9662615"/>
              <a:gd name="connsiteY114" fmla="*/ 1519517 h 1583140"/>
              <a:gd name="connsiteX115" fmla="*/ 53369 w 9662615"/>
              <a:gd name="connsiteY115" fmla="*/ 1516853 h 1583140"/>
              <a:gd name="connsiteX116" fmla="*/ 2359 w 9662615"/>
              <a:gd name="connsiteY116" fmla="*/ 1515247 h 1583140"/>
              <a:gd name="connsiteX117" fmla="*/ 0 w 9662615"/>
              <a:gd name="connsiteY117" fmla="*/ 1514932 h 1583140"/>
              <a:gd name="connsiteX118" fmla="*/ 0 w 9662615"/>
              <a:gd name="connsiteY118" fmla="*/ 0 h 1583140"/>
              <a:gd name="connsiteX0" fmla="*/ 0 w 9662615"/>
              <a:gd name="connsiteY0" fmla="*/ 0 h 1583140"/>
              <a:gd name="connsiteX1" fmla="*/ 9662615 w 9662615"/>
              <a:gd name="connsiteY1" fmla="*/ 0 h 1583140"/>
              <a:gd name="connsiteX2" fmla="*/ 9662615 w 9662615"/>
              <a:gd name="connsiteY2" fmla="*/ 1280346 h 1583140"/>
              <a:gd name="connsiteX3" fmla="*/ 9658420 w 9662615"/>
              <a:gd name="connsiteY3" fmla="*/ 1280106 h 1583140"/>
              <a:gd name="connsiteX4" fmla="*/ 9469546 w 9662615"/>
              <a:gd name="connsiteY4" fmla="*/ 1289837 h 1583140"/>
              <a:gd name="connsiteX5" fmla="*/ 9385895 w 9662615"/>
              <a:gd name="connsiteY5" fmla="*/ 1269203 h 1583140"/>
              <a:gd name="connsiteX6" fmla="*/ 9144767 w 9662615"/>
              <a:gd name="connsiteY6" fmla="*/ 1264120 h 1583140"/>
              <a:gd name="connsiteX7" fmla="*/ 8837252 w 9662615"/>
              <a:gd name="connsiteY7" fmla="*/ 1350515 h 1583140"/>
              <a:gd name="connsiteX8" fmla="*/ 8705466 w 9662615"/>
              <a:gd name="connsiteY8" fmla="*/ 1342419 h 1583140"/>
              <a:gd name="connsiteX9" fmla="*/ 8652221 w 9662615"/>
              <a:gd name="connsiteY9" fmla="*/ 1326906 h 1583140"/>
              <a:gd name="connsiteX10" fmla="*/ 8632312 w 9662615"/>
              <a:gd name="connsiteY10" fmla="*/ 1326025 h 1583140"/>
              <a:gd name="connsiteX11" fmla="*/ 8591582 w 9662615"/>
              <a:gd name="connsiteY11" fmla="*/ 1341666 h 1583140"/>
              <a:gd name="connsiteX12" fmla="*/ 8537336 w 9662615"/>
              <a:gd name="connsiteY12" fmla="*/ 1341684 h 1583140"/>
              <a:gd name="connsiteX13" fmla="*/ 8472508 w 9662615"/>
              <a:gd name="connsiteY13" fmla="*/ 1363109 h 1583140"/>
              <a:gd name="connsiteX14" fmla="*/ 8258477 w 9662615"/>
              <a:gd name="connsiteY14" fmla="*/ 1370666 h 1583140"/>
              <a:gd name="connsiteX15" fmla="*/ 8197961 w 9662615"/>
              <a:gd name="connsiteY15" fmla="*/ 1392804 h 1583140"/>
              <a:gd name="connsiteX16" fmla="*/ 8171196 w 9662615"/>
              <a:gd name="connsiteY16" fmla="*/ 1397216 h 1583140"/>
              <a:gd name="connsiteX17" fmla="*/ 8127667 w 9662615"/>
              <a:gd name="connsiteY17" fmla="*/ 1418254 h 1583140"/>
              <a:gd name="connsiteX18" fmla="*/ 7974579 w 9662615"/>
              <a:gd name="connsiteY18" fmla="*/ 1383439 h 1583140"/>
              <a:gd name="connsiteX19" fmla="*/ 7768351 w 9662615"/>
              <a:gd name="connsiteY19" fmla="*/ 1395051 h 1583140"/>
              <a:gd name="connsiteX20" fmla="*/ 7635985 w 9662615"/>
              <a:gd name="connsiteY20" fmla="*/ 1386363 h 1583140"/>
              <a:gd name="connsiteX21" fmla="*/ 7466069 w 9662615"/>
              <a:gd name="connsiteY21" fmla="*/ 1377654 h 1583140"/>
              <a:gd name="connsiteX22" fmla="*/ 7355642 w 9662615"/>
              <a:gd name="connsiteY22" fmla="*/ 1407761 h 1583140"/>
              <a:gd name="connsiteX23" fmla="*/ 7151610 w 9662615"/>
              <a:gd name="connsiteY23" fmla="*/ 1397856 h 1583140"/>
              <a:gd name="connsiteX24" fmla="*/ 7082147 w 9662615"/>
              <a:gd name="connsiteY24" fmla="*/ 1406113 h 1583140"/>
              <a:gd name="connsiteX25" fmla="*/ 7014958 w 9662615"/>
              <a:gd name="connsiteY25" fmla="*/ 1396883 h 1583140"/>
              <a:gd name="connsiteX26" fmla="*/ 6907567 w 9662615"/>
              <a:gd name="connsiteY26" fmla="*/ 1419149 h 1583140"/>
              <a:gd name="connsiteX27" fmla="*/ 6748428 w 9662615"/>
              <a:gd name="connsiteY27" fmla="*/ 1420308 h 1583140"/>
              <a:gd name="connsiteX28" fmla="*/ 6654257 w 9662615"/>
              <a:gd name="connsiteY28" fmla="*/ 1424143 h 1583140"/>
              <a:gd name="connsiteX29" fmla="*/ 6620123 w 9662615"/>
              <a:gd name="connsiteY29" fmla="*/ 1430535 h 1583140"/>
              <a:gd name="connsiteX30" fmla="*/ 6571355 w 9662615"/>
              <a:gd name="connsiteY30" fmla="*/ 1436144 h 1583140"/>
              <a:gd name="connsiteX31" fmla="*/ 6486557 w 9662615"/>
              <a:gd name="connsiteY31" fmla="*/ 1449861 h 1583140"/>
              <a:gd name="connsiteX32" fmla="*/ 6370419 w 9662615"/>
              <a:gd name="connsiteY32" fmla="*/ 1461649 h 1583140"/>
              <a:gd name="connsiteX33" fmla="*/ 6278839 w 9662615"/>
              <a:gd name="connsiteY33" fmla="*/ 1449160 h 1583140"/>
              <a:gd name="connsiteX34" fmla="*/ 6272455 w 9662615"/>
              <a:gd name="connsiteY34" fmla="*/ 1453191 h 1583140"/>
              <a:gd name="connsiteX35" fmla="*/ 6212659 w 9662615"/>
              <a:gd name="connsiteY35" fmla="*/ 1454850 h 1583140"/>
              <a:gd name="connsiteX36" fmla="*/ 6069317 w 9662615"/>
              <a:gd name="connsiteY36" fmla="*/ 1445838 h 1583140"/>
              <a:gd name="connsiteX37" fmla="*/ 5878477 w 9662615"/>
              <a:gd name="connsiteY37" fmla="*/ 1439180 h 1583140"/>
              <a:gd name="connsiteX38" fmla="*/ 5838387 w 9662615"/>
              <a:gd name="connsiteY38" fmla="*/ 1444679 h 1583140"/>
              <a:gd name="connsiteX39" fmla="*/ 5771136 w 9662615"/>
              <a:gd name="connsiteY39" fmla="*/ 1453639 h 1583140"/>
              <a:gd name="connsiteX40" fmla="*/ 5724081 w 9662615"/>
              <a:gd name="connsiteY40" fmla="*/ 1470431 h 1583140"/>
              <a:gd name="connsiteX41" fmla="*/ 5666577 w 9662615"/>
              <a:gd name="connsiteY41" fmla="*/ 1473921 h 1583140"/>
              <a:gd name="connsiteX42" fmla="*/ 5649068 w 9662615"/>
              <a:gd name="connsiteY42" fmla="*/ 1461676 h 1583140"/>
              <a:gd name="connsiteX43" fmla="*/ 5588902 w 9662615"/>
              <a:gd name="connsiteY43" fmla="*/ 1469647 h 1583140"/>
              <a:gd name="connsiteX44" fmla="*/ 5498090 w 9662615"/>
              <a:gd name="connsiteY44" fmla="*/ 1483173 h 1583140"/>
              <a:gd name="connsiteX45" fmla="*/ 5444641 w 9662615"/>
              <a:gd name="connsiteY45" fmla="*/ 1487602 h 1583140"/>
              <a:gd name="connsiteX46" fmla="*/ 5299812 w 9662615"/>
              <a:gd name="connsiteY46" fmla="*/ 1503362 h 1583140"/>
              <a:gd name="connsiteX47" fmla="*/ 5213947 w 9662615"/>
              <a:gd name="connsiteY47" fmla="*/ 1516637 h 1583140"/>
              <a:gd name="connsiteX48" fmla="*/ 5090342 w 9662615"/>
              <a:gd name="connsiteY48" fmla="*/ 1546680 h 1583140"/>
              <a:gd name="connsiteX49" fmla="*/ 5129812 w 9662615"/>
              <a:gd name="connsiteY49" fmla="*/ 1521277 h 1583140"/>
              <a:gd name="connsiteX50" fmla="*/ 5059484 w 9662615"/>
              <a:gd name="connsiteY50" fmla="*/ 1546802 h 1583140"/>
              <a:gd name="connsiteX51" fmla="*/ 5038524 w 9662615"/>
              <a:gd name="connsiteY51" fmla="*/ 1545675 h 1583140"/>
              <a:gd name="connsiteX52" fmla="*/ 5026564 w 9662615"/>
              <a:gd name="connsiteY52" fmla="*/ 1545376 h 1583140"/>
              <a:gd name="connsiteX53" fmla="*/ 4969433 w 9662615"/>
              <a:gd name="connsiteY53" fmla="*/ 1550865 h 1583140"/>
              <a:gd name="connsiteX54" fmla="*/ 4929254 w 9662615"/>
              <a:gd name="connsiteY54" fmla="*/ 1563452 h 1583140"/>
              <a:gd name="connsiteX55" fmla="*/ 4871726 w 9662615"/>
              <a:gd name="connsiteY55" fmla="*/ 1570584 h 1583140"/>
              <a:gd name="connsiteX56" fmla="*/ 4843267 w 9662615"/>
              <a:gd name="connsiteY56" fmla="*/ 1561459 h 1583140"/>
              <a:gd name="connsiteX57" fmla="*/ 4821058 w 9662615"/>
              <a:gd name="connsiteY57" fmla="*/ 1553078 h 1583140"/>
              <a:gd name="connsiteX58" fmla="*/ 4791466 w 9662615"/>
              <a:gd name="connsiteY58" fmla="*/ 1561324 h 1583140"/>
              <a:gd name="connsiteX59" fmla="*/ 4784247 w 9662615"/>
              <a:gd name="connsiteY59" fmla="*/ 1562342 h 1583140"/>
              <a:gd name="connsiteX60" fmla="*/ 4735334 w 9662615"/>
              <a:gd name="connsiteY60" fmla="*/ 1581778 h 1583140"/>
              <a:gd name="connsiteX61" fmla="*/ 4697562 w 9662615"/>
              <a:gd name="connsiteY61" fmla="*/ 1551206 h 1583140"/>
              <a:gd name="connsiteX62" fmla="*/ 4662664 w 9662615"/>
              <a:gd name="connsiteY62" fmla="*/ 1573162 h 1583140"/>
              <a:gd name="connsiteX63" fmla="*/ 4603028 w 9662615"/>
              <a:gd name="connsiteY63" fmla="*/ 1568821 h 1583140"/>
              <a:gd name="connsiteX64" fmla="*/ 4541612 w 9662615"/>
              <a:gd name="connsiteY64" fmla="*/ 1545262 h 1583140"/>
              <a:gd name="connsiteX65" fmla="*/ 4422155 w 9662615"/>
              <a:gd name="connsiteY65" fmla="*/ 1542059 h 1583140"/>
              <a:gd name="connsiteX66" fmla="*/ 4221826 w 9662615"/>
              <a:gd name="connsiteY66" fmla="*/ 1508923 h 1583140"/>
              <a:gd name="connsiteX67" fmla="*/ 4096601 w 9662615"/>
              <a:gd name="connsiteY67" fmla="*/ 1521563 h 1583140"/>
              <a:gd name="connsiteX68" fmla="*/ 3970635 w 9662615"/>
              <a:gd name="connsiteY68" fmla="*/ 1544815 h 1583140"/>
              <a:gd name="connsiteX69" fmla="*/ 3833906 w 9662615"/>
              <a:gd name="connsiteY69" fmla="*/ 1516637 h 1583140"/>
              <a:gd name="connsiteX70" fmla="*/ 3696258 w 9662615"/>
              <a:gd name="connsiteY70" fmla="*/ 1537563 h 1583140"/>
              <a:gd name="connsiteX71" fmla="*/ 3594070 w 9662615"/>
              <a:gd name="connsiteY71" fmla="*/ 1509422 h 1583140"/>
              <a:gd name="connsiteX72" fmla="*/ 3565233 w 9662615"/>
              <a:gd name="connsiteY72" fmla="*/ 1515122 h 1583140"/>
              <a:gd name="connsiteX73" fmla="*/ 3560267 w 9662615"/>
              <a:gd name="connsiteY73" fmla="*/ 1516288 h 1583140"/>
              <a:gd name="connsiteX74" fmla="*/ 3540258 w 9662615"/>
              <a:gd name="connsiteY74" fmla="*/ 1516976 h 1583140"/>
              <a:gd name="connsiteX75" fmla="*/ 3534780 w 9662615"/>
              <a:gd name="connsiteY75" fmla="*/ 1522141 h 1583140"/>
              <a:gd name="connsiteX76" fmla="*/ 3504783 w 9662615"/>
              <a:gd name="connsiteY76" fmla="*/ 1526739 h 1583140"/>
              <a:gd name="connsiteX77" fmla="*/ 3430805 w 9662615"/>
              <a:gd name="connsiteY77" fmla="*/ 1542521 h 1583140"/>
              <a:gd name="connsiteX78" fmla="*/ 3292707 w 9662615"/>
              <a:gd name="connsiteY78" fmla="*/ 1520490 h 1583140"/>
              <a:gd name="connsiteX79" fmla="*/ 3187872 w 9662615"/>
              <a:gd name="connsiteY79" fmla="*/ 1519991 h 1583140"/>
              <a:gd name="connsiteX80" fmla="*/ 3148026 w 9662615"/>
              <a:gd name="connsiteY80" fmla="*/ 1524777 h 1583140"/>
              <a:gd name="connsiteX81" fmla="*/ 3092394 w 9662615"/>
              <a:gd name="connsiteY81" fmla="*/ 1528115 h 1583140"/>
              <a:gd name="connsiteX82" fmla="*/ 2994200 w 9662615"/>
              <a:gd name="connsiteY82" fmla="*/ 1537857 h 1583140"/>
              <a:gd name="connsiteX83" fmla="*/ 2862301 w 9662615"/>
              <a:gd name="connsiteY83" fmla="*/ 1544250 h 1583140"/>
              <a:gd name="connsiteX84" fmla="*/ 2766335 w 9662615"/>
              <a:gd name="connsiteY84" fmla="*/ 1527662 h 1583140"/>
              <a:gd name="connsiteX85" fmla="*/ 2757836 w 9662615"/>
              <a:gd name="connsiteY85" fmla="*/ 1531371 h 1583140"/>
              <a:gd name="connsiteX86" fmla="*/ 2691555 w 9662615"/>
              <a:gd name="connsiteY86" fmla="*/ 1530283 h 1583140"/>
              <a:gd name="connsiteX87" fmla="*/ 2491676 w 9662615"/>
              <a:gd name="connsiteY87" fmla="*/ 1500859 h 1583140"/>
              <a:gd name="connsiteX88" fmla="*/ 2378036 w 9662615"/>
              <a:gd name="connsiteY88" fmla="*/ 1520645 h 1583140"/>
              <a:gd name="connsiteX89" fmla="*/ 2284269 w 9662615"/>
              <a:gd name="connsiteY89" fmla="*/ 1503068 h 1583140"/>
              <a:gd name="connsiteX90" fmla="*/ 2207104 w 9662615"/>
              <a:gd name="connsiteY90" fmla="*/ 1508888 h 1583140"/>
              <a:gd name="connsiteX91" fmla="*/ 2149226 w 9662615"/>
              <a:gd name="connsiteY91" fmla="*/ 1523409 h 1583140"/>
              <a:gd name="connsiteX92" fmla="*/ 2084783 w 9662615"/>
              <a:gd name="connsiteY92" fmla="*/ 1524245 h 1583140"/>
              <a:gd name="connsiteX93" fmla="*/ 2070075 w 9662615"/>
              <a:gd name="connsiteY93" fmla="*/ 1511285 h 1583140"/>
              <a:gd name="connsiteX94" fmla="*/ 2001057 w 9662615"/>
              <a:gd name="connsiteY94" fmla="*/ 1516449 h 1583140"/>
              <a:gd name="connsiteX95" fmla="*/ 1896330 w 9662615"/>
              <a:gd name="connsiteY95" fmla="*/ 1525725 h 1583140"/>
              <a:gd name="connsiteX96" fmla="*/ 1835994 w 9662615"/>
              <a:gd name="connsiteY96" fmla="*/ 1527678 h 1583140"/>
              <a:gd name="connsiteX97" fmla="*/ 1671119 w 9662615"/>
              <a:gd name="connsiteY97" fmla="*/ 1536701 h 1583140"/>
              <a:gd name="connsiteX98" fmla="*/ 1601337 w 9662615"/>
              <a:gd name="connsiteY98" fmla="*/ 1548552 h 1583140"/>
              <a:gd name="connsiteX99" fmla="*/ 1407755 w 9662615"/>
              <a:gd name="connsiteY99" fmla="*/ 1571444 h 1583140"/>
              <a:gd name="connsiteX100" fmla="*/ 1271994 w 9662615"/>
              <a:gd name="connsiteY100" fmla="*/ 1579471 h 1583140"/>
              <a:gd name="connsiteX101" fmla="*/ 1249226 w 9662615"/>
              <a:gd name="connsiteY101" fmla="*/ 1583140 h 1583140"/>
              <a:gd name="connsiteX102" fmla="*/ 1217719 w 9662615"/>
              <a:gd name="connsiteY102" fmla="*/ 1580863 h 1583140"/>
              <a:gd name="connsiteX103" fmla="*/ 1091432 w 9662615"/>
              <a:gd name="connsiteY103" fmla="*/ 1571003 h 1583140"/>
              <a:gd name="connsiteX104" fmla="*/ 992039 w 9662615"/>
              <a:gd name="connsiteY104" fmla="*/ 1556662 h 1583140"/>
              <a:gd name="connsiteX105" fmla="*/ 868264 w 9662615"/>
              <a:gd name="connsiteY105" fmla="*/ 1566392 h 1583140"/>
              <a:gd name="connsiteX106" fmla="*/ 792765 w 9662615"/>
              <a:gd name="connsiteY106" fmla="*/ 1563102 h 1583140"/>
              <a:gd name="connsiteX107" fmla="*/ 669055 w 9662615"/>
              <a:gd name="connsiteY107" fmla="*/ 1543638 h 1583140"/>
              <a:gd name="connsiteX108" fmla="*/ 506152 w 9662615"/>
              <a:gd name="connsiteY108" fmla="*/ 1549124 h 1583140"/>
              <a:gd name="connsiteX109" fmla="*/ 472797 w 9662615"/>
              <a:gd name="connsiteY109" fmla="*/ 1568904 h 1583140"/>
              <a:gd name="connsiteX110" fmla="*/ 427864 w 9662615"/>
              <a:gd name="connsiteY110" fmla="*/ 1580848 h 1583140"/>
              <a:gd name="connsiteX111" fmla="*/ 408381 w 9662615"/>
              <a:gd name="connsiteY111" fmla="*/ 1552940 h 1583140"/>
              <a:gd name="connsiteX112" fmla="*/ 267163 w 9662615"/>
              <a:gd name="connsiteY112" fmla="*/ 1531913 h 1583140"/>
              <a:gd name="connsiteX113" fmla="*/ 196644 w 9662615"/>
              <a:gd name="connsiteY113" fmla="*/ 1524565 h 1583140"/>
              <a:gd name="connsiteX114" fmla="*/ 86819 w 9662615"/>
              <a:gd name="connsiteY114" fmla="*/ 1519517 h 1583140"/>
              <a:gd name="connsiteX115" fmla="*/ 53369 w 9662615"/>
              <a:gd name="connsiteY115" fmla="*/ 1516853 h 1583140"/>
              <a:gd name="connsiteX116" fmla="*/ 2359 w 9662615"/>
              <a:gd name="connsiteY116" fmla="*/ 1515247 h 1583140"/>
              <a:gd name="connsiteX117" fmla="*/ 0 w 9662615"/>
              <a:gd name="connsiteY117" fmla="*/ 1514932 h 1583140"/>
              <a:gd name="connsiteX118" fmla="*/ 0 w 9662615"/>
              <a:gd name="connsiteY118" fmla="*/ 0 h 1583140"/>
              <a:gd name="connsiteX0" fmla="*/ 0 w 9662615"/>
              <a:gd name="connsiteY0" fmla="*/ 0 h 1597680"/>
              <a:gd name="connsiteX1" fmla="*/ 9662615 w 9662615"/>
              <a:gd name="connsiteY1" fmla="*/ 0 h 1597680"/>
              <a:gd name="connsiteX2" fmla="*/ 9662615 w 9662615"/>
              <a:gd name="connsiteY2" fmla="*/ 1280346 h 1597680"/>
              <a:gd name="connsiteX3" fmla="*/ 9658420 w 9662615"/>
              <a:gd name="connsiteY3" fmla="*/ 1280106 h 1597680"/>
              <a:gd name="connsiteX4" fmla="*/ 9469546 w 9662615"/>
              <a:gd name="connsiteY4" fmla="*/ 1289837 h 1597680"/>
              <a:gd name="connsiteX5" fmla="*/ 9385895 w 9662615"/>
              <a:gd name="connsiteY5" fmla="*/ 1269203 h 1597680"/>
              <a:gd name="connsiteX6" fmla="*/ 9144767 w 9662615"/>
              <a:gd name="connsiteY6" fmla="*/ 1264120 h 1597680"/>
              <a:gd name="connsiteX7" fmla="*/ 8837252 w 9662615"/>
              <a:gd name="connsiteY7" fmla="*/ 1350515 h 1597680"/>
              <a:gd name="connsiteX8" fmla="*/ 8705466 w 9662615"/>
              <a:gd name="connsiteY8" fmla="*/ 1342419 h 1597680"/>
              <a:gd name="connsiteX9" fmla="*/ 8652221 w 9662615"/>
              <a:gd name="connsiteY9" fmla="*/ 1326906 h 1597680"/>
              <a:gd name="connsiteX10" fmla="*/ 8632312 w 9662615"/>
              <a:gd name="connsiteY10" fmla="*/ 1326025 h 1597680"/>
              <a:gd name="connsiteX11" fmla="*/ 8591582 w 9662615"/>
              <a:gd name="connsiteY11" fmla="*/ 1341666 h 1597680"/>
              <a:gd name="connsiteX12" fmla="*/ 8537336 w 9662615"/>
              <a:gd name="connsiteY12" fmla="*/ 1341684 h 1597680"/>
              <a:gd name="connsiteX13" fmla="*/ 8472508 w 9662615"/>
              <a:gd name="connsiteY13" fmla="*/ 1363109 h 1597680"/>
              <a:gd name="connsiteX14" fmla="*/ 8258477 w 9662615"/>
              <a:gd name="connsiteY14" fmla="*/ 1370666 h 1597680"/>
              <a:gd name="connsiteX15" fmla="*/ 8197961 w 9662615"/>
              <a:gd name="connsiteY15" fmla="*/ 1392804 h 1597680"/>
              <a:gd name="connsiteX16" fmla="*/ 8171196 w 9662615"/>
              <a:gd name="connsiteY16" fmla="*/ 1397216 h 1597680"/>
              <a:gd name="connsiteX17" fmla="*/ 8127667 w 9662615"/>
              <a:gd name="connsiteY17" fmla="*/ 1418254 h 1597680"/>
              <a:gd name="connsiteX18" fmla="*/ 7974579 w 9662615"/>
              <a:gd name="connsiteY18" fmla="*/ 1383439 h 1597680"/>
              <a:gd name="connsiteX19" fmla="*/ 7768351 w 9662615"/>
              <a:gd name="connsiteY19" fmla="*/ 1395051 h 1597680"/>
              <a:gd name="connsiteX20" fmla="*/ 7635985 w 9662615"/>
              <a:gd name="connsiteY20" fmla="*/ 1386363 h 1597680"/>
              <a:gd name="connsiteX21" fmla="*/ 7466069 w 9662615"/>
              <a:gd name="connsiteY21" fmla="*/ 1377654 h 1597680"/>
              <a:gd name="connsiteX22" fmla="*/ 7355642 w 9662615"/>
              <a:gd name="connsiteY22" fmla="*/ 1407761 h 1597680"/>
              <a:gd name="connsiteX23" fmla="*/ 7151610 w 9662615"/>
              <a:gd name="connsiteY23" fmla="*/ 1397856 h 1597680"/>
              <a:gd name="connsiteX24" fmla="*/ 7082147 w 9662615"/>
              <a:gd name="connsiteY24" fmla="*/ 1406113 h 1597680"/>
              <a:gd name="connsiteX25" fmla="*/ 7014958 w 9662615"/>
              <a:gd name="connsiteY25" fmla="*/ 1396883 h 1597680"/>
              <a:gd name="connsiteX26" fmla="*/ 6907567 w 9662615"/>
              <a:gd name="connsiteY26" fmla="*/ 1419149 h 1597680"/>
              <a:gd name="connsiteX27" fmla="*/ 6748428 w 9662615"/>
              <a:gd name="connsiteY27" fmla="*/ 1420308 h 1597680"/>
              <a:gd name="connsiteX28" fmla="*/ 6654257 w 9662615"/>
              <a:gd name="connsiteY28" fmla="*/ 1424143 h 1597680"/>
              <a:gd name="connsiteX29" fmla="*/ 6620123 w 9662615"/>
              <a:gd name="connsiteY29" fmla="*/ 1430535 h 1597680"/>
              <a:gd name="connsiteX30" fmla="*/ 6571355 w 9662615"/>
              <a:gd name="connsiteY30" fmla="*/ 1436144 h 1597680"/>
              <a:gd name="connsiteX31" fmla="*/ 6486557 w 9662615"/>
              <a:gd name="connsiteY31" fmla="*/ 1449861 h 1597680"/>
              <a:gd name="connsiteX32" fmla="*/ 6370419 w 9662615"/>
              <a:gd name="connsiteY32" fmla="*/ 1461649 h 1597680"/>
              <a:gd name="connsiteX33" fmla="*/ 6278839 w 9662615"/>
              <a:gd name="connsiteY33" fmla="*/ 1449160 h 1597680"/>
              <a:gd name="connsiteX34" fmla="*/ 6272455 w 9662615"/>
              <a:gd name="connsiteY34" fmla="*/ 1453191 h 1597680"/>
              <a:gd name="connsiteX35" fmla="*/ 6212659 w 9662615"/>
              <a:gd name="connsiteY35" fmla="*/ 1454850 h 1597680"/>
              <a:gd name="connsiteX36" fmla="*/ 6069317 w 9662615"/>
              <a:gd name="connsiteY36" fmla="*/ 1445838 h 1597680"/>
              <a:gd name="connsiteX37" fmla="*/ 5878477 w 9662615"/>
              <a:gd name="connsiteY37" fmla="*/ 1439180 h 1597680"/>
              <a:gd name="connsiteX38" fmla="*/ 5838387 w 9662615"/>
              <a:gd name="connsiteY38" fmla="*/ 1444679 h 1597680"/>
              <a:gd name="connsiteX39" fmla="*/ 5771136 w 9662615"/>
              <a:gd name="connsiteY39" fmla="*/ 1453639 h 1597680"/>
              <a:gd name="connsiteX40" fmla="*/ 5724081 w 9662615"/>
              <a:gd name="connsiteY40" fmla="*/ 1470431 h 1597680"/>
              <a:gd name="connsiteX41" fmla="*/ 5666577 w 9662615"/>
              <a:gd name="connsiteY41" fmla="*/ 1473921 h 1597680"/>
              <a:gd name="connsiteX42" fmla="*/ 5649068 w 9662615"/>
              <a:gd name="connsiteY42" fmla="*/ 1461676 h 1597680"/>
              <a:gd name="connsiteX43" fmla="*/ 5588902 w 9662615"/>
              <a:gd name="connsiteY43" fmla="*/ 1469647 h 1597680"/>
              <a:gd name="connsiteX44" fmla="*/ 5498090 w 9662615"/>
              <a:gd name="connsiteY44" fmla="*/ 1483173 h 1597680"/>
              <a:gd name="connsiteX45" fmla="*/ 5444641 w 9662615"/>
              <a:gd name="connsiteY45" fmla="*/ 1487602 h 1597680"/>
              <a:gd name="connsiteX46" fmla="*/ 5299812 w 9662615"/>
              <a:gd name="connsiteY46" fmla="*/ 1503362 h 1597680"/>
              <a:gd name="connsiteX47" fmla="*/ 5213947 w 9662615"/>
              <a:gd name="connsiteY47" fmla="*/ 1516637 h 1597680"/>
              <a:gd name="connsiteX48" fmla="*/ 5090342 w 9662615"/>
              <a:gd name="connsiteY48" fmla="*/ 1546680 h 1597680"/>
              <a:gd name="connsiteX49" fmla="*/ 5129812 w 9662615"/>
              <a:gd name="connsiteY49" fmla="*/ 1521277 h 1597680"/>
              <a:gd name="connsiteX50" fmla="*/ 5059484 w 9662615"/>
              <a:gd name="connsiteY50" fmla="*/ 1546802 h 1597680"/>
              <a:gd name="connsiteX51" fmla="*/ 5038524 w 9662615"/>
              <a:gd name="connsiteY51" fmla="*/ 1545675 h 1597680"/>
              <a:gd name="connsiteX52" fmla="*/ 5026564 w 9662615"/>
              <a:gd name="connsiteY52" fmla="*/ 1545376 h 1597680"/>
              <a:gd name="connsiteX53" fmla="*/ 4969433 w 9662615"/>
              <a:gd name="connsiteY53" fmla="*/ 1550865 h 1597680"/>
              <a:gd name="connsiteX54" fmla="*/ 4929254 w 9662615"/>
              <a:gd name="connsiteY54" fmla="*/ 1563452 h 1597680"/>
              <a:gd name="connsiteX55" fmla="*/ 4871726 w 9662615"/>
              <a:gd name="connsiteY55" fmla="*/ 1570584 h 1597680"/>
              <a:gd name="connsiteX56" fmla="*/ 4843267 w 9662615"/>
              <a:gd name="connsiteY56" fmla="*/ 1561459 h 1597680"/>
              <a:gd name="connsiteX57" fmla="*/ 4821058 w 9662615"/>
              <a:gd name="connsiteY57" fmla="*/ 1553078 h 1597680"/>
              <a:gd name="connsiteX58" fmla="*/ 4791466 w 9662615"/>
              <a:gd name="connsiteY58" fmla="*/ 1561324 h 1597680"/>
              <a:gd name="connsiteX59" fmla="*/ 4784247 w 9662615"/>
              <a:gd name="connsiteY59" fmla="*/ 1562342 h 1597680"/>
              <a:gd name="connsiteX60" fmla="*/ 4743285 w 9662615"/>
              <a:gd name="connsiteY60" fmla="*/ 1597680 h 1597680"/>
              <a:gd name="connsiteX61" fmla="*/ 4697562 w 9662615"/>
              <a:gd name="connsiteY61" fmla="*/ 1551206 h 1597680"/>
              <a:gd name="connsiteX62" fmla="*/ 4662664 w 9662615"/>
              <a:gd name="connsiteY62" fmla="*/ 1573162 h 1597680"/>
              <a:gd name="connsiteX63" fmla="*/ 4603028 w 9662615"/>
              <a:gd name="connsiteY63" fmla="*/ 1568821 h 1597680"/>
              <a:gd name="connsiteX64" fmla="*/ 4541612 w 9662615"/>
              <a:gd name="connsiteY64" fmla="*/ 1545262 h 1597680"/>
              <a:gd name="connsiteX65" fmla="*/ 4422155 w 9662615"/>
              <a:gd name="connsiteY65" fmla="*/ 1542059 h 1597680"/>
              <a:gd name="connsiteX66" fmla="*/ 4221826 w 9662615"/>
              <a:gd name="connsiteY66" fmla="*/ 1508923 h 1597680"/>
              <a:gd name="connsiteX67" fmla="*/ 4096601 w 9662615"/>
              <a:gd name="connsiteY67" fmla="*/ 1521563 h 1597680"/>
              <a:gd name="connsiteX68" fmla="*/ 3970635 w 9662615"/>
              <a:gd name="connsiteY68" fmla="*/ 1544815 h 1597680"/>
              <a:gd name="connsiteX69" fmla="*/ 3833906 w 9662615"/>
              <a:gd name="connsiteY69" fmla="*/ 1516637 h 1597680"/>
              <a:gd name="connsiteX70" fmla="*/ 3696258 w 9662615"/>
              <a:gd name="connsiteY70" fmla="*/ 1537563 h 1597680"/>
              <a:gd name="connsiteX71" fmla="*/ 3594070 w 9662615"/>
              <a:gd name="connsiteY71" fmla="*/ 1509422 h 1597680"/>
              <a:gd name="connsiteX72" fmla="*/ 3565233 w 9662615"/>
              <a:gd name="connsiteY72" fmla="*/ 1515122 h 1597680"/>
              <a:gd name="connsiteX73" fmla="*/ 3560267 w 9662615"/>
              <a:gd name="connsiteY73" fmla="*/ 1516288 h 1597680"/>
              <a:gd name="connsiteX74" fmla="*/ 3540258 w 9662615"/>
              <a:gd name="connsiteY74" fmla="*/ 1516976 h 1597680"/>
              <a:gd name="connsiteX75" fmla="*/ 3534780 w 9662615"/>
              <a:gd name="connsiteY75" fmla="*/ 1522141 h 1597680"/>
              <a:gd name="connsiteX76" fmla="*/ 3504783 w 9662615"/>
              <a:gd name="connsiteY76" fmla="*/ 1526739 h 1597680"/>
              <a:gd name="connsiteX77" fmla="*/ 3430805 w 9662615"/>
              <a:gd name="connsiteY77" fmla="*/ 1542521 h 1597680"/>
              <a:gd name="connsiteX78" fmla="*/ 3292707 w 9662615"/>
              <a:gd name="connsiteY78" fmla="*/ 1520490 h 1597680"/>
              <a:gd name="connsiteX79" fmla="*/ 3187872 w 9662615"/>
              <a:gd name="connsiteY79" fmla="*/ 1519991 h 1597680"/>
              <a:gd name="connsiteX80" fmla="*/ 3148026 w 9662615"/>
              <a:gd name="connsiteY80" fmla="*/ 1524777 h 1597680"/>
              <a:gd name="connsiteX81" fmla="*/ 3092394 w 9662615"/>
              <a:gd name="connsiteY81" fmla="*/ 1528115 h 1597680"/>
              <a:gd name="connsiteX82" fmla="*/ 2994200 w 9662615"/>
              <a:gd name="connsiteY82" fmla="*/ 1537857 h 1597680"/>
              <a:gd name="connsiteX83" fmla="*/ 2862301 w 9662615"/>
              <a:gd name="connsiteY83" fmla="*/ 1544250 h 1597680"/>
              <a:gd name="connsiteX84" fmla="*/ 2766335 w 9662615"/>
              <a:gd name="connsiteY84" fmla="*/ 1527662 h 1597680"/>
              <a:gd name="connsiteX85" fmla="*/ 2757836 w 9662615"/>
              <a:gd name="connsiteY85" fmla="*/ 1531371 h 1597680"/>
              <a:gd name="connsiteX86" fmla="*/ 2691555 w 9662615"/>
              <a:gd name="connsiteY86" fmla="*/ 1530283 h 1597680"/>
              <a:gd name="connsiteX87" fmla="*/ 2491676 w 9662615"/>
              <a:gd name="connsiteY87" fmla="*/ 1500859 h 1597680"/>
              <a:gd name="connsiteX88" fmla="*/ 2378036 w 9662615"/>
              <a:gd name="connsiteY88" fmla="*/ 1520645 h 1597680"/>
              <a:gd name="connsiteX89" fmla="*/ 2284269 w 9662615"/>
              <a:gd name="connsiteY89" fmla="*/ 1503068 h 1597680"/>
              <a:gd name="connsiteX90" fmla="*/ 2207104 w 9662615"/>
              <a:gd name="connsiteY90" fmla="*/ 1508888 h 1597680"/>
              <a:gd name="connsiteX91" fmla="*/ 2149226 w 9662615"/>
              <a:gd name="connsiteY91" fmla="*/ 1523409 h 1597680"/>
              <a:gd name="connsiteX92" fmla="*/ 2084783 w 9662615"/>
              <a:gd name="connsiteY92" fmla="*/ 1524245 h 1597680"/>
              <a:gd name="connsiteX93" fmla="*/ 2070075 w 9662615"/>
              <a:gd name="connsiteY93" fmla="*/ 1511285 h 1597680"/>
              <a:gd name="connsiteX94" fmla="*/ 2001057 w 9662615"/>
              <a:gd name="connsiteY94" fmla="*/ 1516449 h 1597680"/>
              <a:gd name="connsiteX95" fmla="*/ 1896330 w 9662615"/>
              <a:gd name="connsiteY95" fmla="*/ 1525725 h 1597680"/>
              <a:gd name="connsiteX96" fmla="*/ 1835994 w 9662615"/>
              <a:gd name="connsiteY96" fmla="*/ 1527678 h 1597680"/>
              <a:gd name="connsiteX97" fmla="*/ 1671119 w 9662615"/>
              <a:gd name="connsiteY97" fmla="*/ 1536701 h 1597680"/>
              <a:gd name="connsiteX98" fmla="*/ 1601337 w 9662615"/>
              <a:gd name="connsiteY98" fmla="*/ 1548552 h 1597680"/>
              <a:gd name="connsiteX99" fmla="*/ 1407755 w 9662615"/>
              <a:gd name="connsiteY99" fmla="*/ 1571444 h 1597680"/>
              <a:gd name="connsiteX100" fmla="*/ 1271994 w 9662615"/>
              <a:gd name="connsiteY100" fmla="*/ 1579471 h 1597680"/>
              <a:gd name="connsiteX101" fmla="*/ 1249226 w 9662615"/>
              <a:gd name="connsiteY101" fmla="*/ 1583140 h 1597680"/>
              <a:gd name="connsiteX102" fmla="*/ 1217719 w 9662615"/>
              <a:gd name="connsiteY102" fmla="*/ 1580863 h 1597680"/>
              <a:gd name="connsiteX103" fmla="*/ 1091432 w 9662615"/>
              <a:gd name="connsiteY103" fmla="*/ 1571003 h 1597680"/>
              <a:gd name="connsiteX104" fmla="*/ 992039 w 9662615"/>
              <a:gd name="connsiteY104" fmla="*/ 1556662 h 1597680"/>
              <a:gd name="connsiteX105" fmla="*/ 868264 w 9662615"/>
              <a:gd name="connsiteY105" fmla="*/ 1566392 h 1597680"/>
              <a:gd name="connsiteX106" fmla="*/ 792765 w 9662615"/>
              <a:gd name="connsiteY106" fmla="*/ 1563102 h 1597680"/>
              <a:gd name="connsiteX107" fmla="*/ 669055 w 9662615"/>
              <a:gd name="connsiteY107" fmla="*/ 1543638 h 1597680"/>
              <a:gd name="connsiteX108" fmla="*/ 506152 w 9662615"/>
              <a:gd name="connsiteY108" fmla="*/ 1549124 h 1597680"/>
              <a:gd name="connsiteX109" fmla="*/ 472797 w 9662615"/>
              <a:gd name="connsiteY109" fmla="*/ 1568904 h 1597680"/>
              <a:gd name="connsiteX110" fmla="*/ 427864 w 9662615"/>
              <a:gd name="connsiteY110" fmla="*/ 1580848 h 1597680"/>
              <a:gd name="connsiteX111" fmla="*/ 408381 w 9662615"/>
              <a:gd name="connsiteY111" fmla="*/ 1552940 h 1597680"/>
              <a:gd name="connsiteX112" fmla="*/ 267163 w 9662615"/>
              <a:gd name="connsiteY112" fmla="*/ 1531913 h 1597680"/>
              <a:gd name="connsiteX113" fmla="*/ 196644 w 9662615"/>
              <a:gd name="connsiteY113" fmla="*/ 1524565 h 1597680"/>
              <a:gd name="connsiteX114" fmla="*/ 86819 w 9662615"/>
              <a:gd name="connsiteY114" fmla="*/ 1519517 h 1597680"/>
              <a:gd name="connsiteX115" fmla="*/ 53369 w 9662615"/>
              <a:gd name="connsiteY115" fmla="*/ 1516853 h 1597680"/>
              <a:gd name="connsiteX116" fmla="*/ 2359 w 9662615"/>
              <a:gd name="connsiteY116" fmla="*/ 1515247 h 1597680"/>
              <a:gd name="connsiteX117" fmla="*/ 0 w 9662615"/>
              <a:gd name="connsiteY117" fmla="*/ 1514932 h 1597680"/>
              <a:gd name="connsiteX118" fmla="*/ 0 w 9662615"/>
              <a:gd name="connsiteY118" fmla="*/ 0 h 1597680"/>
              <a:gd name="connsiteX0" fmla="*/ 0 w 9662615"/>
              <a:gd name="connsiteY0" fmla="*/ 0 h 1603753"/>
              <a:gd name="connsiteX1" fmla="*/ 9662615 w 9662615"/>
              <a:gd name="connsiteY1" fmla="*/ 0 h 1603753"/>
              <a:gd name="connsiteX2" fmla="*/ 9662615 w 9662615"/>
              <a:gd name="connsiteY2" fmla="*/ 1280346 h 1603753"/>
              <a:gd name="connsiteX3" fmla="*/ 9658420 w 9662615"/>
              <a:gd name="connsiteY3" fmla="*/ 1280106 h 1603753"/>
              <a:gd name="connsiteX4" fmla="*/ 9469546 w 9662615"/>
              <a:gd name="connsiteY4" fmla="*/ 1289837 h 1603753"/>
              <a:gd name="connsiteX5" fmla="*/ 9385895 w 9662615"/>
              <a:gd name="connsiteY5" fmla="*/ 1269203 h 1603753"/>
              <a:gd name="connsiteX6" fmla="*/ 9144767 w 9662615"/>
              <a:gd name="connsiteY6" fmla="*/ 1264120 h 1603753"/>
              <a:gd name="connsiteX7" fmla="*/ 8837252 w 9662615"/>
              <a:gd name="connsiteY7" fmla="*/ 1350515 h 1603753"/>
              <a:gd name="connsiteX8" fmla="*/ 8705466 w 9662615"/>
              <a:gd name="connsiteY8" fmla="*/ 1342419 h 1603753"/>
              <a:gd name="connsiteX9" fmla="*/ 8652221 w 9662615"/>
              <a:gd name="connsiteY9" fmla="*/ 1326906 h 1603753"/>
              <a:gd name="connsiteX10" fmla="*/ 8632312 w 9662615"/>
              <a:gd name="connsiteY10" fmla="*/ 1326025 h 1603753"/>
              <a:gd name="connsiteX11" fmla="*/ 8591582 w 9662615"/>
              <a:gd name="connsiteY11" fmla="*/ 1341666 h 1603753"/>
              <a:gd name="connsiteX12" fmla="*/ 8537336 w 9662615"/>
              <a:gd name="connsiteY12" fmla="*/ 1341684 h 1603753"/>
              <a:gd name="connsiteX13" fmla="*/ 8472508 w 9662615"/>
              <a:gd name="connsiteY13" fmla="*/ 1363109 h 1603753"/>
              <a:gd name="connsiteX14" fmla="*/ 8258477 w 9662615"/>
              <a:gd name="connsiteY14" fmla="*/ 1370666 h 1603753"/>
              <a:gd name="connsiteX15" fmla="*/ 8197961 w 9662615"/>
              <a:gd name="connsiteY15" fmla="*/ 1392804 h 1603753"/>
              <a:gd name="connsiteX16" fmla="*/ 8171196 w 9662615"/>
              <a:gd name="connsiteY16" fmla="*/ 1397216 h 1603753"/>
              <a:gd name="connsiteX17" fmla="*/ 8127667 w 9662615"/>
              <a:gd name="connsiteY17" fmla="*/ 1418254 h 1603753"/>
              <a:gd name="connsiteX18" fmla="*/ 7974579 w 9662615"/>
              <a:gd name="connsiteY18" fmla="*/ 1383439 h 1603753"/>
              <a:gd name="connsiteX19" fmla="*/ 7768351 w 9662615"/>
              <a:gd name="connsiteY19" fmla="*/ 1395051 h 1603753"/>
              <a:gd name="connsiteX20" fmla="*/ 7635985 w 9662615"/>
              <a:gd name="connsiteY20" fmla="*/ 1386363 h 1603753"/>
              <a:gd name="connsiteX21" fmla="*/ 7466069 w 9662615"/>
              <a:gd name="connsiteY21" fmla="*/ 1377654 h 1603753"/>
              <a:gd name="connsiteX22" fmla="*/ 7355642 w 9662615"/>
              <a:gd name="connsiteY22" fmla="*/ 1407761 h 1603753"/>
              <a:gd name="connsiteX23" fmla="*/ 7151610 w 9662615"/>
              <a:gd name="connsiteY23" fmla="*/ 1397856 h 1603753"/>
              <a:gd name="connsiteX24" fmla="*/ 7082147 w 9662615"/>
              <a:gd name="connsiteY24" fmla="*/ 1406113 h 1603753"/>
              <a:gd name="connsiteX25" fmla="*/ 7014958 w 9662615"/>
              <a:gd name="connsiteY25" fmla="*/ 1396883 h 1603753"/>
              <a:gd name="connsiteX26" fmla="*/ 6907567 w 9662615"/>
              <a:gd name="connsiteY26" fmla="*/ 1419149 h 1603753"/>
              <a:gd name="connsiteX27" fmla="*/ 6748428 w 9662615"/>
              <a:gd name="connsiteY27" fmla="*/ 1420308 h 1603753"/>
              <a:gd name="connsiteX28" fmla="*/ 6654257 w 9662615"/>
              <a:gd name="connsiteY28" fmla="*/ 1424143 h 1603753"/>
              <a:gd name="connsiteX29" fmla="*/ 6620123 w 9662615"/>
              <a:gd name="connsiteY29" fmla="*/ 1430535 h 1603753"/>
              <a:gd name="connsiteX30" fmla="*/ 6571355 w 9662615"/>
              <a:gd name="connsiteY30" fmla="*/ 1436144 h 1603753"/>
              <a:gd name="connsiteX31" fmla="*/ 6486557 w 9662615"/>
              <a:gd name="connsiteY31" fmla="*/ 1449861 h 1603753"/>
              <a:gd name="connsiteX32" fmla="*/ 6370419 w 9662615"/>
              <a:gd name="connsiteY32" fmla="*/ 1461649 h 1603753"/>
              <a:gd name="connsiteX33" fmla="*/ 6278839 w 9662615"/>
              <a:gd name="connsiteY33" fmla="*/ 1449160 h 1603753"/>
              <a:gd name="connsiteX34" fmla="*/ 6272455 w 9662615"/>
              <a:gd name="connsiteY34" fmla="*/ 1453191 h 1603753"/>
              <a:gd name="connsiteX35" fmla="*/ 6212659 w 9662615"/>
              <a:gd name="connsiteY35" fmla="*/ 1454850 h 1603753"/>
              <a:gd name="connsiteX36" fmla="*/ 6069317 w 9662615"/>
              <a:gd name="connsiteY36" fmla="*/ 1445838 h 1603753"/>
              <a:gd name="connsiteX37" fmla="*/ 5878477 w 9662615"/>
              <a:gd name="connsiteY37" fmla="*/ 1439180 h 1603753"/>
              <a:gd name="connsiteX38" fmla="*/ 5838387 w 9662615"/>
              <a:gd name="connsiteY38" fmla="*/ 1444679 h 1603753"/>
              <a:gd name="connsiteX39" fmla="*/ 5771136 w 9662615"/>
              <a:gd name="connsiteY39" fmla="*/ 1453639 h 1603753"/>
              <a:gd name="connsiteX40" fmla="*/ 5724081 w 9662615"/>
              <a:gd name="connsiteY40" fmla="*/ 1470431 h 1603753"/>
              <a:gd name="connsiteX41" fmla="*/ 5666577 w 9662615"/>
              <a:gd name="connsiteY41" fmla="*/ 1473921 h 1603753"/>
              <a:gd name="connsiteX42" fmla="*/ 5649068 w 9662615"/>
              <a:gd name="connsiteY42" fmla="*/ 1461676 h 1603753"/>
              <a:gd name="connsiteX43" fmla="*/ 5588902 w 9662615"/>
              <a:gd name="connsiteY43" fmla="*/ 1469647 h 1603753"/>
              <a:gd name="connsiteX44" fmla="*/ 5498090 w 9662615"/>
              <a:gd name="connsiteY44" fmla="*/ 1483173 h 1603753"/>
              <a:gd name="connsiteX45" fmla="*/ 5444641 w 9662615"/>
              <a:gd name="connsiteY45" fmla="*/ 1487602 h 1603753"/>
              <a:gd name="connsiteX46" fmla="*/ 5299812 w 9662615"/>
              <a:gd name="connsiteY46" fmla="*/ 1503362 h 1603753"/>
              <a:gd name="connsiteX47" fmla="*/ 5213947 w 9662615"/>
              <a:gd name="connsiteY47" fmla="*/ 1516637 h 1603753"/>
              <a:gd name="connsiteX48" fmla="*/ 5090342 w 9662615"/>
              <a:gd name="connsiteY48" fmla="*/ 1546680 h 1603753"/>
              <a:gd name="connsiteX49" fmla="*/ 5129812 w 9662615"/>
              <a:gd name="connsiteY49" fmla="*/ 1521277 h 1603753"/>
              <a:gd name="connsiteX50" fmla="*/ 5059484 w 9662615"/>
              <a:gd name="connsiteY50" fmla="*/ 1546802 h 1603753"/>
              <a:gd name="connsiteX51" fmla="*/ 5038524 w 9662615"/>
              <a:gd name="connsiteY51" fmla="*/ 1545675 h 1603753"/>
              <a:gd name="connsiteX52" fmla="*/ 5026564 w 9662615"/>
              <a:gd name="connsiteY52" fmla="*/ 1545376 h 1603753"/>
              <a:gd name="connsiteX53" fmla="*/ 4969433 w 9662615"/>
              <a:gd name="connsiteY53" fmla="*/ 1550865 h 1603753"/>
              <a:gd name="connsiteX54" fmla="*/ 4929254 w 9662615"/>
              <a:gd name="connsiteY54" fmla="*/ 1563452 h 1603753"/>
              <a:gd name="connsiteX55" fmla="*/ 4871726 w 9662615"/>
              <a:gd name="connsiteY55" fmla="*/ 1570584 h 1603753"/>
              <a:gd name="connsiteX56" fmla="*/ 4843267 w 9662615"/>
              <a:gd name="connsiteY56" fmla="*/ 1561459 h 1603753"/>
              <a:gd name="connsiteX57" fmla="*/ 4821058 w 9662615"/>
              <a:gd name="connsiteY57" fmla="*/ 1553078 h 1603753"/>
              <a:gd name="connsiteX58" fmla="*/ 4791466 w 9662615"/>
              <a:gd name="connsiteY58" fmla="*/ 1561324 h 1603753"/>
              <a:gd name="connsiteX59" fmla="*/ 4784247 w 9662615"/>
              <a:gd name="connsiteY59" fmla="*/ 1562342 h 1603753"/>
              <a:gd name="connsiteX60" fmla="*/ 4743285 w 9662615"/>
              <a:gd name="connsiteY60" fmla="*/ 1597680 h 1603753"/>
              <a:gd name="connsiteX61" fmla="*/ 4697562 w 9662615"/>
              <a:gd name="connsiteY61" fmla="*/ 1551206 h 1603753"/>
              <a:gd name="connsiteX62" fmla="*/ 4662664 w 9662615"/>
              <a:gd name="connsiteY62" fmla="*/ 1573162 h 1603753"/>
              <a:gd name="connsiteX63" fmla="*/ 4603028 w 9662615"/>
              <a:gd name="connsiteY63" fmla="*/ 1568821 h 1603753"/>
              <a:gd name="connsiteX64" fmla="*/ 4541612 w 9662615"/>
              <a:gd name="connsiteY64" fmla="*/ 1545262 h 1603753"/>
              <a:gd name="connsiteX65" fmla="*/ 4422155 w 9662615"/>
              <a:gd name="connsiteY65" fmla="*/ 1542059 h 1603753"/>
              <a:gd name="connsiteX66" fmla="*/ 4221826 w 9662615"/>
              <a:gd name="connsiteY66" fmla="*/ 1508923 h 1603753"/>
              <a:gd name="connsiteX67" fmla="*/ 4096601 w 9662615"/>
              <a:gd name="connsiteY67" fmla="*/ 1521563 h 1603753"/>
              <a:gd name="connsiteX68" fmla="*/ 3970635 w 9662615"/>
              <a:gd name="connsiteY68" fmla="*/ 1544815 h 1603753"/>
              <a:gd name="connsiteX69" fmla="*/ 3833906 w 9662615"/>
              <a:gd name="connsiteY69" fmla="*/ 1516637 h 1603753"/>
              <a:gd name="connsiteX70" fmla="*/ 3696258 w 9662615"/>
              <a:gd name="connsiteY70" fmla="*/ 1537563 h 1603753"/>
              <a:gd name="connsiteX71" fmla="*/ 3594070 w 9662615"/>
              <a:gd name="connsiteY71" fmla="*/ 1509422 h 1603753"/>
              <a:gd name="connsiteX72" fmla="*/ 3565233 w 9662615"/>
              <a:gd name="connsiteY72" fmla="*/ 1515122 h 1603753"/>
              <a:gd name="connsiteX73" fmla="*/ 3560267 w 9662615"/>
              <a:gd name="connsiteY73" fmla="*/ 1516288 h 1603753"/>
              <a:gd name="connsiteX74" fmla="*/ 3540258 w 9662615"/>
              <a:gd name="connsiteY74" fmla="*/ 1516976 h 1603753"/>
              <a:gd name="connsiteX75" fmla="*/ 3534780 w 9662615"/>
              <a:gd name="connsiteY75" fmla="*/ 1522141 h 1603753"/>
              <a:gd name="connsiteX76" fmla="*/ 3504783 w 9662615"/>
              <a:gd name="connsiteY76" fmla="*/ 1526739 h 1603753"/>
              <a:gd name="connsiteX77" fmla="*/ 3430805 w 9662615"/>
              <a:gd name="connsiteY77" fmla="*/ 1542521 h 1603753"/>
              <a:gd name="connsiteX78" fmla="*/ 3292707 w 9662615"/>
              <a:gd name="connsiteY78" fmla="*/ 1520490 h 1603753"/>
              <a:gd name="connsiteX79" fmla="*/ 3187872 w 9662615"/>
              <a:gd name="connsiteY79" fmla="*/ 1519991 h 1603753"/>
              <a:gd name="connsiteX80" fmla="*/ 3148026 w 9662615"/>
              <a:gd name="connsiteY80" fmla="*/ 1524777 h 1603753"/>
              <a:gd name="connsiteX81" fmla="*/ 3092394 w 9662615"/>
              <a:gd name="connsiteY81" fmla="*/ 1528115 h 1603753"/>
              <a:gd name="connsiteX82" fmla="*/ 2994200 w 9662615"/>
              <a:gd name="connsiteY82" fmla="*/ 1537857 h 1603753"/>
              <a:gd name="connsiteX83" fmla="*/ 2862301 w 9662615"/>
              <a:gd name="connsiteY83" fmla="*/ 1544250 h 1603753"/>
              <a:gd name="connsiteX84" fmla="*/ 2766335 w 9662615"/>
              <a:gd name="connsiteY84" fmla="*/ 1527662 h 1603753"/>
              <a:gd name="connsiteX85" fmla="*/ 2757836 w 9662615"/>
              <a:gd name="connsiteY85" fmla="*/ 1531371 h 1603753"/>
              <a:gd name="connsiteX86" fmla="*/ 2691555 w 9662615"/>
              <a:gd name="connsiteY86" fmla="*/ 1530283 h 1603753"/>
              <a:gd name="connsiteX87" fmla="*/ 2491676 w 9662615"/>
              <a:gd name="connsiteY87" fmla="*/ 1500859 h 1603753"/>
              <a:gd name="connsiteX88" fmla="*/ 2378036 w 9662615"/>
              <a:gd name="connsiteY88" fmla="*/ 1520645 h 1603753"/>
              <a:gd name="connsiteX89" fmla="*/ 2284269 w 9662615"/>
              <a:gd name="connsiteY89" fmla="*/ 1503068 h 1603753"/>
              <a:gd name="connsiteX90" fmla="*/ 2207104 w 9662615"/>
              <a:gd name="connsiteY90" fmla="*/ 1508888 h 1603753"/>
              <a:gd name="connsiteX91" fmla="*/ 2149226 w 9662615"/>
              <a:gd name="connsiteY91" fmla="*/ 1523409 h 1603753"/>
              <a:gd name="connsiteX92" fmla="*/ 2084783 w 9662615"/>
              <a:gd name="connsiteY92" fmla="*/ 1524245 h 1603753"/>
              <a:gd name="connsiteX93" fmla="*/ 2070075 w 9662615"/>
              <a:gd name="connsiteY93" fmla="*/ 1511285 h 1603753"/>
              <a:gd name="connsiteX94" fmla="*/ 2001057 w 9662615"/>
              <a:gd name="connsiteY94" fmla="*/ 1516449 h 1603753"/>
              <a:gd name="connsiteX95" fmla="*/ 1896330 w 9662615"/>
              <a:gd name="connsiteY95" fmla="*/ 1525725 h 1603753"/>
              <a:gd name="connsiteX96" fmla="*/ 1835994 w 9662615"/>
              <a:gd name="connsiteY96" fmla="*/ 1527678 h 1603753"/>
              <a:gd name="connsiteX97" fmla="*/ 1671119 w 9662615"/>
              <a:gd name="connsiteY97" fmla="*/ 1536701 h 1603753"/>
              <a:gd name="connsiteX98" fmla="*/ 1601337 w 9662615"/>
              <a:gd name="connsiteY98" fmla="*/ 1548552 h 1603753"/>
              <a:gd name="connsiteX99" fmla="*/ 1407755 w 9662615"/>
              <a:gd name="connsiteY99" fmla="*/ 1571444 h 1603753"/>
              <a:gd name="connsiteX100" fmla="*/ 1271994 w 9662615"/>
              <a:gd name="connsiteY100" fmla="*/ 1579471 h 1603753"/>
              <a:gd name="connsiteX101" fmla="*/ 1249226 w 9662615"/>
              <a:gd name="connsiteY101" fmla="*/ 1583140 h 1603753"/>
              <a:gd name="connsiteX102" fmla="*/ 1217719 w 9662615"/>
              <a:gd name="connsiteY102" fmla="*/ 1580863 h 1603753"/>
              <a:gd name="connsiteX103" fmla="*/ 1091432 w 9662615"/>
              <a:gd name="connsiteY103" fmla="*/ 1571003 h 1603753"/>
              <a:gd name="connsiteX104" fmla="*/ 992039 w 9662615"/>
              <a:gd name="connsiteY104" fmla="*/ 1556662 h 1603753"/>
              <a:gd name="connsiteX105" fmla="*/ 868264 w 9662615"/>
              <a:gd name="connsiteY105" fmla="*/ 1566392 h 1603753"/>
              <a:gd name="connsiteX106" fmla="*/ 792765 w 9662615"/>
              <a:gd name="connsiteY106" fmla="*/ 1563102 h 1603753"/>
              <a:gd name="connsiteX107" fmla="*/ 669055 w 9662615"/>
              <a:gd name="connsiteY107" fmla="*/ 1543638 h 1603753"/>
              <a:gd name="connsiteX108" fmla="*/ 506152 w 9662615"/>
              <a:gd name="connsiteY108" fmla="*/ 1549124 h 1603753"/>
              <a:gd name="connsiteX109" fmla="*/ 472797 w 9662615"/>
              <a:gd name="connsiteY109" fmla="*/ 1568904 h 1603753"/>
              <a:gd name="connsiteX110" fmla="*/ 427864 w 9662615"/>
              <a:gd name="connsiteY110" fmla="*/ 1580848 h 1603753"/>
              <a:gd name="connsiteX111" fmla="*/ 408381 w 9662615"/>
              <a:gd name="connsiteY111" fmla="*/ 1552940 h 1603753"/>
              <a:gd name="connsiteX112" fmla="*/ 267163 w 9662615"/>
              <a:gd name="connsiteY112" fmla="*/ 1531913 h 1603753"/>
              <a:gd name="connsiteX113" fmla="*/ 196644 w 9662615"/>
              <a:gd name="connsiteY113" fmla="*/ 1524565 h 1603753"/>
              <a:gd name="connsiteX114" fmla="*/ 86819 w 9662615"/>
              <a:gd name="connsiteY114" fmla="*/ 1519517 h 1603753"/>
              <a:gd name="connsiteX115" fmla="*/ 53369 w 9662615"/>
              <a:gd name="connsiteY115" fmla="*/ 1516853 h 1603753"/>
              <a:gd name="connsiteX116" fmla="*/ 2359 w 9662615"/>
              <a:gd name="connsiteY116" fmla="*/ 1515247 h 1603753"/>
              <a:gd name="connsiteX117" fmla="*/ 0 w 9662615"/>
              <a:gd name="connsiteY117" fmla="*/ 1514932 h 1603753"/>
              <a:gd name="connsiteX118" fmla="*/ 0 w 9662615"/>
              <a:gd name="connsiteY118" fmla="*/ 0 h 1603753"/>
              <a:gd name="connsiteX0" fmla="*/ 0 w 9662615"/>
              <a:gd name="connsiteY0" fmla="*/ 0 h 1603753"/>
              <a:gd name="connsiteX1" fmla="*/ 9662615 w 9662615"/>
              <a:gd name="connsiteY1" fmla="*/ 0 h 1603753"/>
              <a:gd name="connsiteX2" fmla="*/ 9662615 w 9662615"/>
              <a:gd name="connsiteY2" fmla="*/ 1280346 h 1603753"/>
              <a:gd name="connsiteX3" fmla="*/ 9658420 w 9662615"/>
              <a:gd name="connsiteY3" fmla="*/ 1280106 h 1603753"/>
              <a:gd name="connsiteX4" fmla="*/ 9469546 w 9662615"/>
              <a:gd name="connsiteY4" fmla="*/ 1289837 h 1603753"/>
              <a:gd name="connsiteX5" fmla="*/ 9385895 w 9662615"/>
              <a:gd name="connsiteY5" fmla="*/ 1269203 h 1603753"/>
              <a:gd name="connsiteX6" fmla="*/ 9144767 w 9662615"/>
              <a:gd name="connsiteY6" fmla="*/ 1264120 h 1603753"/>
              <a:gd name="connsiteX7" fmla="*/ 8837252 w 9662615"/>
              <a:gd name="connsiteY7" fmla="*/ 1350515 h 1603753"/>
              <a:gd name="connsiteX8" fmla="*/ 8705466 w 9662615"/>
              <a:gd name="connsiteY8" fmla="*/ 1342419 h 1603753"/>
              <a:gd name="connsiteX9" fmla="*/ 8652221 w 9662615"/>
              <a:gd name="connsiteY9" fmla="*/ 1326906 h 1603753"/>
              <a:gd name="connsiteX10" fmla="*/ 8632312 w 9662615"/>
              <a:gd name="connsiteY10" fmla="*/ 1326025 h 1603753"/>
              <a:gd name="connsiteX11" fmla="*/ 8591582 w 9662615"/>
              <a:gd name="connsiteY11" fmla="*/ 1341666 h 1603753"/>
              <a:gd name="connsiteX12" fmla="*/ 8537336 w 9662615"/>
              <a:gd name="connsiteY12" fmla="*/ 1341684 h 1603753"/>
              <a:gd name="connsiteX13" fmla="*/ 8472508 w 9662615"/>
              <a:gd name="connsiteY13" fmla="*/ 1363109 h 1603753"/>
              <a:gd name="connsiteX14" fmla="*/ 8258477 w 9662615"/>
              <a:gd name="connsiteY14" fmla="*/ 1370666 h 1603753"/>
              <a:gd name="connsiteX15" fmla="*/ 8197961 w 9662615"/>
              <a:gd name="connsiteY15" fmla="*/ 1392804 h 1603753"/>
              <a:gd name="connsiteX16" fmla="*/ 8171196 w 9662615"/>
              <a:gd name="connsiteY16" fmla="*/ 1397216 h 1603753"/>
              <a:gd name="connsiteX17" fmla="*/ 8127667 w 9662615"/>
              <a:gd name="connsiteY17" fmla="*/ 1418254 h 1603753"/>
              <a:gd name="connsiteX18" fmla="*/ 7974579 w 9662615"/>
              <a:gd name="connsiteY18" fmla="*/ 1383439 h 1603753"/>
              <a:gd name="connsiteX19" fmla="*/ 7768351 w 9662615"/>
              <a:gd name="connsiteY19" fmla="*/ 1395051 h 1603753"/>
              <a:gd name="connsiteX20" fmla="*/ 7635985 w 9662615"/>
              <a:gd name="connsiteY20" fmla="*/ 1386363 h 1603753"/>
              <a:gd name="connsiteX21" fmla="*/ 7466069 w 9662615"/>
              <a:gd name="connsiteY21" fmla="*/ 1377654 h 1603753"/>
              <a:gd name="connsiteX22" fmla="*/ 7355642 w 9662615"/>
              <a:gd name="connsiteY22" fmla="*/ 1407761 h 1603753"/>
              <a:gd name="connsiteX23" fmla="*/ 7151610 w 9662615"/>
              <a:gd name="connsiteY23" fmla="*/ 1397856 h 1603753"/>
              <a:gd name="connsiteX24" fmla="*/ 7082147 w 9662615"/>
              <a:gd name="connsiteY24" fmla="*/ 1406113 h 1603753"/>
              <a:gd name="connsiteX25" fmla="*/ 7014958 w 9662615"/>
              <a:gd name="connsiteY25" fmla="*/ 1396883 h 1603753"/>
              <a:gd name="connsiteX26" fmla="*/ 6907567 w 9662615"/>
              <a:gd name="connsiteY26" fmla="*/ 1419149 h 1603753"/>
              <a:gd name="connsiteX27" fmla="*/ 6748428 w 9662615"/>
              <a:gd name="connsiteY27" fmla="*/ 1420308 h 1603753"/>
              <a:gd name="connsiteX28" fmla="*/ 6654257 w 9662615"/>
              <a:gd name="connsiteY28" fmla="*/ 1424143 h 1603753"/>
              <a:gd name="connsiteX29" fmla="*/ 6620123 w 9662615"/>
              <a:gd name="connsiteY29" fmla="*/ 1430535 h 1603753"/>
              <a:gd name="connsiteX30" fmla="*/ 6571355 w 9662615"/>
              <a:gd name="connsiteY30" fmla="*/ 1436144 h 1603753"/>
              <a:gd name="connsiteX31" fmla="*/ 6486557 w 9662615"/>
              <a:gd name="connsiteY31" fmla="*/ 1449861 h 1603753"/>
              <a:gd name="connsiteX32" fmla="*/ 6370419 w 9662615"/>
              <a:gd name="connsiteY32" fmla="*/ 1461649 h 1603753"/>
              <a:gd name="connsiteX33" fmla="*/ 6278839 w 9662615"/>
              <a:gd name="connsiteY33" fmla="*/ 1449160 h 1603753"/>
              <a:gd name="connsiteX34" fmla="*/ 6272455 w 9662615"/>
              <a:gd name="connsiteY34" fmla="*/ 1453191 h 1603753"/>
              <a:gd name="connsiteX35" fmla="*/ 6212659 w 9662615"/>
              <a:gd name="connsiteY35" fmla="*/ 1454850 h 1603753"/>
              <a:gd name="connsiteX36" fmla="*/ 6069317 w 9662615"/>
              <a:gd name="connsiteY36" fmla="*/ 1445838 h 1603753"/>
              <a:gd name="connsiteX37" fmla="*/ 5878477 w 9662615"/>
              <a:gd name="connsiteY37" fmla="*/ 1439180 h 1603753"/>
              <a:gd name="connsiteX38" fmla="*/ 5838387 w 9662615"/>
              <a:gd name="connsiteY38" fmla="*/ 1444679 h 1603753"/>
              <a:gd name="connsiteX39" fmla="*/ 5771136 w 9662615"/>
              <a:gd name="connsiteY39" fmla="*/ 1453639 h 1603753"/>
              <a:gd name="connsiteX40" fmla="*/ 5724081 w 9662615"/>
              <a:gd name="connsiteY40" fmla="*/ 1470431 h 1603753"/>
              <a:gd name="connsiteX41" fmla="*/ 5666577 w 9662615"/>
              <a:gd name="connsiteY41" fmla="*/ 1473921 h 1603753"/>
              <a:gd name="connsiteX42" fmla="*/ 5649068 w 9662615"/>
              <a:gd name="connsiteY42" fmla="*/ 1461676 h 1603753"/>
              <a:gd name="connsiteX43" fmla="*/ 5588902 w 9662615"/>
              <a:gd name="connsiteY43" fmla="*/ 1469647 h 1603753"/>
              <a:gd name="connsiteX44" fmla="*/ 5498090 w 9662615"/>
              <a:gd name="connsiteY44" fmla="*/ 1483173 h 1603753"/>
              <a:gd name="connsiteX45" fmla="*/ 5444641 w 9662615"/>
              <a:gd name="connsiteY45" fmla="*/ 1487602 h 1603753"/>
              <a:gd name="connsiteX46" fmla="*/ 5299812 w 9662615"/>
              <a:gd name="connsiteY46" fmla="*/ 1503362 h 1603753"/>
              <a:gd name="connsiteX47" fmla="*/ 5213947 w 9662615"/>
              <a:gd name="connsiteY47" fmla="*/ 1516637 h 1603753"/>
              <a:gd name="connsiteX48" fmla="*/ 5090342 w 9662615"/>
              <a:gd name="connsiteY48" fmla="*/ 1546680 h 1603753"/>
              <a:gd name="connsiteX49" fmla="*/ 5129812 w 9662615"/>
              <a:gd name="connsiteY49" fmla="*/ 1521277 h 1603753"/>
              <a:gd name="connsiteX50" fmla="*/ 5059484 w 9662615"/>
              <a:gd name="connsiteY50" fmla="*/ 1546802 h 1603753"/>
              <a:gd name="connsiteX51" fmla="*/ 5038524 w 9662615"/>
              <a:gd name="connsiteY51" fmla="*/ 1545675 h 1603753"/>
              <a:gd name="connsiteX52" fmla="*/ 5026564 w 9662615"/>
              <a:gd name="connsiteY52" fmla="*/ 1545376 h 1603753"/>
              <a:gd name="connsiteX53" fmla="*/ 4969433 w 9662615"/>
              <a:gd name="connsiteY53" fmla="*/ 1550865 h 1603753"/>
              <a:gd name="connsiteX54" fmla="*/ 4929254 w 9662615"/>
              <a:gd name="connsiteY54" fmla="*/ 1563452 h 1603753"/>
              <a:gd name="connsiteX55" fmla="*/ 4871726 w 9662615"/>
              <a:gd name="connsiteY55" fmla="*/ 1570584 h 1603753"/>
              <a:gd name="connsiteX56" fmla="*/ 4843267 w 9662615"/>
              <a:gd name="connsiteY56" fmla="*/ 1561459 h 1603753"/>
              <a:gd name="connsiteX57" fmla="*/ 4821058 w 9662615"/>
              <a:gd name="connsiteY57" fmla="*/ 1553078 h 1603753"/>
              <a:gd name="connsiteX58" fmla="*/ 4791466 w 9662615"/>
              <a:gd name="connsiteY58" fmla="*/ 1561324 h 1603753"/>
              <a:gd name="connsiteX59" fmla="*/ 4784247 w 9662615"/>
              <a:gd name="connsiteY59" fmla="*/ 1562342 h 1603753"/>
              <a:gd name="connsiteX60" fmla="*/ 4743285 w 9662615"/>
              <a:gd name="connsiteY60" fmla="*/ 1597680 h 1603753"/>
              <a:gd name="connsiteX61" fmla="*/ 4697562 w 9662615"/>
              <a:gd name="connsiteY61" fmla="*/ 1551206 h 1603753"/>
              <a:gd name="connsiteX62" fmla="*/ 4662664 w 9662615"/>
              <a:gd name="connsiteY62" fmla="*/ 1573162 h 1603753"/>
              <a:gd name="connsiteX63" fmla="*/ 4603028 w 9662615"/>
              <a:gd name="connsiteY63" fmla="*/ 1568821 h 1603753"/>
              <a:gd name="connsiteX64" fmla="*/ 4541612 w 9662615"/>
              <a:gd name="connsiteY64" fmla="*/ 1545262 h 1603753"/>
              <a:gd name="connsiteX65" fmla="*/ 4422155 w 9662615"/>
              <a:gd name="connsiteY65" fmla="*/ 1542059 h 1603753"/>
              <a:gd name="connsiteX66" fmla="*/ 4221826 w 9662615"/>
              <a:gd name="connsiteY66" fmla="*/ 1508923 h 1603753"/>
              <a:gd name="connsiteX67" fmla="*/ 4096601 w 9662615"/>
              <a:gd name="connsiteY67" fmla="*/ 1521563 h 1603753"/>
              <a:gd name="connsiteX68" fmla="*/ 3970635 w 9662615"/>
              <a:gd name="connsiteY68" fmla="*/ 1544815 h 1603753"/>
              <a:gd name="connsiteX69" fmla="*/ 3833906 w 9662615"/>
              <a:gd name="connsiteY69" fmla="*/ 1516637 h 1603753"/>
              <a:gd name="connsiteX70" fmla="*/ 3696258 w 9662615"/>
              <a:gd name="connsiteY70" fmla="*/ 1537563 h 1603753"/>
              <a:gd name="connsiteX71" fmla="*/ 3594070 w 9662615"/>
              <a:gd name="connsiteY71" fmla="*/ 1509422 h 1603753"/>
              <a:gd name="connsiteX72" fmla="*/ 3565233 w 9662615"/>
              <a:gd name="connsiteY72" fmla="*/ 1515122 h 1603753"/>
              <a:gd name="connsiteX73" fmla="*/ 3560267 w 9662615"/>
              <a:gd name="connsiteY73" fmla="*/ 1516288 h 1603753"/>
              <a:gd name="connsiteX74" fmla="*/ 3540258 w 9662615"/>
              <a:gd name="connsiteY74" fmla="*/ 1516976 h 1603753"/>
              <a:gd name="connsiteX75" fmla="*/ 3534780 w 9662615"/>
              <a:gd name="connsiteY75" fmla="*/ 1522141 h 1603753"/>
              <a:gd name="connsiteX76" fmla="*/ 3504783 w 9662615"/>
              <a:gd name="connsiteY76" fmla="*/ 1526739 h 1603753"/>
              <a:gd name="connsiteX77" fmla="*/ 3430805 w 9662615"/>
              <a:gd name="connsiteY77" fmla="*/ 1542521 h 1603753"/>
              <a:gd name="connsiteX78" fmla="*/ 3292707 w 9662615"/>
              <a:gd name="connsiteY78" fmla="*/ 1520490 h 1603753"/>
              <a:gd name="connsiteX79" fmla="*/ 3187872 w 9662615"/>
              <a:gd name="connsiteY79" fmla="*/ 1519991 h 1603753"/>
              <a:gd name="connsiteX80" fmla="*/ 3148026 w 9662615"/>
              <a:gd name="connsiteY80" fmla="*/ 1524777 h 1603753"/>
              <a:gd name="connsiteX81" fmla="*/ 3092394 w 9662615"/>
              <a:gd name="connsiteY81" fmla="*/ 1528115 h 1603753"/>
              <a:gd name="connsiteX82" fmla="*/ 2994200 w 9662615"/>
              <a:gd name="connsiteY82" fmla="*/ 1537857 h 1603753"/>
              <a:gd name="connsiteX83" fmla="*/ 2862301 w 9662615"/>
              <a:gd name="connsiteY83" fmla="*/ 1544250 h 1603753"/>
              <a:gd name="connsiteX84" fmla="*/ 2766335 w 9662615"/>
              <a:gd name="connsiteY84" fmla="*/ 1527662 h 1603753"/>
              <a:gd name="connsiteX85" fmla="*/ 2757836 w 9662615"/>
              <a:gd name="connsiteY85" fmla="*/ 1531371 h 1603753"/>
              <a:gd name="connsiteX86" fmla="*/ 2691555 w 9662615"/>
              <a:gd name="connsiteY86" fmla="*/ 1530283 h 1603753"/>
              <a:gd name="connsiteX87" fmla="*/ 2491676 w 9662615"/>
              <a:gd name="connsiteY87" fmla="*/ 1500859 h 1603753"/>
              <a:gd name="connsiteX88" fmla="*/ 2378036 w 9662615"/>
              <a:gd name="connsiteY88" fmla="*/ 1520645 h 1603753"/>
              <a:gd name="connsiteX89" fmla="*/ 2284269 w 9662615"/>
              <a:gd name="connsiteY89" fmla="*/ 1503068 h 1603753"/>
              <a:gd name="connsiteX90" fmla="*/ 2207104 w 9662615"/>
              <a:gd name="connsiteY90" fmla="*/ 1508888 h 1603753"/>
              <a:gd name="connsiteX91" fmla="*/ 2149226 w 9662615"/>
              <a:gd name="connsiteY91" fmla="*/ 1523409 h 1603753"/>
              <a:gd name="connsiteX92" fmla="*/ 2084783 w 9662615"/>
              <a:gd name="connsiteY92" fmla="*/ 1524245 h 1603753"/>
              <a:gd name="connsiteX93" fmla="*/ 2070075 w 9662615"/>
              <a:gd name="connsiteY93" fmla="*/ 1511285 h 1603753"/>
              <a:gd name="connsiteX94" fmla="*/ 2001057 w 9662615"/>
              <a:gd name="connsiteY94" fmla="*/ 1516449 h 1603753"/>
              <a:gd name="connsiteX95" fmla="*/ 1896330 w 9662615"/>
              <a:gd name="connsiteY95" fmla="*/ 1525725 h 1603753"/>
              <a:gd name="connsiteX96" fmla="*/ 1835994 w 9662615"/>
              <a:gd name="connsiteY96" fmla="*/ 1527678 h 1603753"/>
              <a:gd name="connsiteX97" fmla="*/ 1671119 w 9662615"/>
              <a:gd name="connsiteY97" fmla="*/ 1536701 h 1603753"/>
              <a:gd name="connsiteX98" fmla="*/ 1601337 w 9662615"/>
              <a:gd name="connsiteY98" fmla="*/ 1548552 h 1603753"/>
              <a:gd name="connsiteX99" fmla="*/ 1407755 w 9662615"/>
              <a:gd name="connsiteY99" fmla="*/ 1571444 h 1603753"/>
              <a:gd name="connsiteX100" fmla="*/ 1271994 w 9662615"/>
              <a:gd name="connsiteY100" fmla="*/ 1579471 h 1603753"/>
              <a:gd name="connsiteX101" fmla="*/ 1249226 w 9662615"/>
              <a:gd name="connsiteY101" fmla="*/ 1583140 h 1603753"/>
              <a:gd name="connsiteX102" fmla="*/ 1217719 w 9662615"/>
              <a:gd name="connsiteY102" fmla="*/ 1580863 h 1603753"/>
              <a:gd name="connsiteX103" fmla="*/ 1091432 w 9662615"/>
              <a:gd name="connsiteY103" fmla="*/ 1571003 h 1603753"/>
              <a:gd name="connsiteX104" fmla="*/ 992039 w 9662615"/>
              <a:gd name="connsiteY104" fmla="*/ 1556662 h 1603753"/>
              <a:gd name="connsiteX105" fmla="*/ 868264 w 9662615"/>
              <a:gd name="connsiteY105" fmla="*/ 1566392 h 1603753"/>
              <a:gd name="connsiteX106" fmla="*/ 792765 w 9662615"/>
              <a:gd name="connsiteY106" fmla="*/ 1563102 h 1603753"/>
              <a:gd name="connsiteX107" fmla="*/ 669055 w 9662615"/>
              <a:gd name="connsiteY107" fmla="*/ 1543638 h 1603753"/>
              <a:gd name="connsiteX108" fmla="*/ 506152 w 9662615"/>
              <a:gd name="connsiteY108" fmla="*/ 1549124 h 1603753"/>
              <a:gd name="connsiteX109" fmla="*/ 472797 w 9662615"/>
              <a:gd name="connsiteY109" fmla="*/ 1568904 h 1603753"/>
              <a:gd name="connsiteX110" fmla="*/ 427864 w 9662615"/>
              <a:gd name="connsiteY110" fmla="*/ 1580848 h 1603753"/>
              <a:gd name="connsiteX111" fmla="*/ 408381 w 9662615"/>
              <a:gd name="connsiteY111" fmla="*/ 1552940 h 1603753"/>
              <a:gd name="connsiteX112" fmla="*/ 267163 w 9662615"/>
              <a:gd name="connsiteY112" fmla="*/ 1531913 h 1603753"/>
              <a:gd name="connsiteX113" fmla="*/ 196644 w 9662615"/>
              <a:gd name="connsiteY113" fmla="*/ 1524565 h 1603753"/>
              <a:gd name="connsiteX114" fmla="*/ 86819 w 9662615"/>
              <a:gd name="connsiteY114" fmla="*/ 1519517 h 1603753"/>
              <a:gd name="connsiteX115" fmla="*/ 53369 w 9662615"/>
              <a:gd name="connsiteY115" fmla="*/ 1516853 h 1603753"/>
              <a:gd name="connsiteX116" fmla="*/ 2359 w 9662615"/>
              <a:gd name="connsiteY116" fmla="*/ 1515247 h 1603753"/>
              <a:gd name="connsiteX117" fmla="*/ 0 w 9662615"/>
              <a:gd name="connsiteY117" fmla="*/ 1514932 h 1603753"/>
              <a:gd name="connsiteX118" fmla="*/ 0 w 9662615"/>
              <a:gd name="connsiteY118" fmla="*/ 0 h 1603753"/>
              <a:gd name="connsiteX0" fmla="*/ 0 w 9662615"/>
              <a:gd name="connsiteY0" fmla="*/ 0 h 1583140"/>
              <a:gd name="connsiteX1" fmla="*/ 9662615 w 9662615"/>
              <a:gd name="connsiteY1" fmla="*/ 0 h 1583140"/>
              <a:gd name="connsiteX2" fmla="*/ 9662615 w 9662615"/>
              <a:gd name="connsiteY2" fmla="*/ 1280346 h 1583140"/>
              <a:gd name="connsiteX3" fmla="*/ 9658420 w 9662615"/>
              <a:gd name="connsiteY3" fmla="*/ 1280106 h 1583140"/>
              <a:gd name="connsiteX4" fmla="*/ 9469546 w 9662615"/>
              <a:gd name="connsiteY4" fmla="*/ 1289837 h 1583140"/>
              <a:gd name="connsiteX5" fmla="*/ 9385895 w 9662615"/>
              <a:gd name="connsiteY5" fmla="*/ 1269203 h 1583140"/>
              <a:gd name="connsiteX6" fmla="*/ 9144767 w 9662615"/>
              <a:gd name="connsiteY6" fmla="*/ 1264120 h 1583140"/>
              <a:gd name="connsiteX7" fmla="*/ 8837252 w 9662615"/>
              <a:gd name="connsiteY7" fmla="*/ 1350515 h 1583140"/>
              <a:gd name="connsiteX8" fmla="*/ 8705466 w 9662615"/>
              <a:gd name="connsiteY8" fmla="*/ 1342419 h 1583140"/>
              <a:gd name="connsiteX9" fmla="*/ 8652221 w 9662615"/>
              <a:gd name="connsiteY9" fmla="*/ 1326906 h 1583140"/>
              <a:gd name="connsiteX10" fmla="*/ 8632312 w 9662615"/>
              <a:gd name="connsiteY10" fmla="*/ 1326025 h 1583140"/>
              <a:gd name="connsiteX11" fmla="*/ 8591582 w 9662615"/>
              <a:gd name="connsiteY11" fmla="*/ 1341666 h 1583140"/>
              <a:gd name="connsiteX12" fmla="*/ 8537336 w 9662615"/>
              <a:gd name="connsiteY12" fmla="*/ 1341684 h 1583140"/>
              <a:gd name="connsiteX13" fmla="*/ 8472508 w 9662615"/>
              <a:gd name="connsiteY13" fmla="*/ 1363109 h 1583140"/>
              <a:gd name="connsiteX14" fmla="*/ 8258477 w 9662615"/>
              <a:gd name="connsiteY14" fmla="*/ 1370666 h 1583140"/>
              <a:gd name="connsiteX15" fmla="*/ 8197961 w 9662615"/>
              <a:gd name="connsiteY15" fmla="*/ 1392804 h 1583140"/>
              <a:gd name="connsiteX16" fmla="*/ 8171196 w 9662615"/>
              <a:gd name="connsiteY16" fmla="*/ 1397216 h 1583140"/>
              <a:gd name="connsiteX17" fmla="*/ 8127667 w 9662615"/>
              <a:gd name="connsiteY17" fmla="*/ 1418254 h 1583140"/>
              <a:gd name="connsiteX18" fmla="*/ 7974579 w 9662615"/>
              <a:gd name="connsiteY18" fmla="*/ 1383439 h 1583140"/>
              <a:gd name="connsiteX19" fmla="*/ 7768351 w 9662615"/>
              <a:gd name="connsiteY19" fmla="*/ 1395051 h 1583140"/>
              <a:gd name="connsiteX20" fmla="*/ 7635985 w 9662615"/>
              <a:gd name="connsiteY20" fmla="*/ 1386363 h 1583140"/>
              <a:gd name="connsiteX21" fmla="*/ 7466069 w 9662615"/>
              <a:gd name="connsiteY21" fmla="*/ 1377654 h 1583140"/>
              <a:gd name="connsiteX22" fmla="*/ 7355642 w 9662615"/>
              <a:gd name="connsiteY22" fmla="*/ 1407761 h 1583140"/>
              <a:gd name="connsiteX23" fmla="*/ 7151610 w 9662615"/>
              <a:gd name="connsiteY23" fmla="*/ 1397856 h 1583140"/>
              <a:gd name="connsiteX24" fmla="*/ 7082147 w 9662615"/>
              <a:gd name="connsiteY24" fmla="*/ 1406113 h 1583140"/>
              <a:gd name="connsiteX25" fmla="*/ 7014958 w 9662615"/>
              <a:gd name="connsiteY25" fmla="*/ 1396883 h 1583140"/>
              <a:gd name="connsiteX26" fmla="*/ 6907567 w 9662615"/>
              <a:gd name="connsiteY26" fmla="*/ 1419149 h 1583140"/>
              <a:gd name="connsiteX27" fmla="*/ 6748428 w 9662615"/>
              <a:gd name="connsiteY27" fmla="*/ 1420308 h 1583140"/>
              <a:gd name="connsiteX28" fmla="*/ 6654257 w 9662615"/>
              <a:gd name="connsiteY28" fmla="*/ 1424143 h 1583140"/>
              <a:gd name="connsiteX29" fmla="*/ 6620123 w 9662615"/>
              <a:gd name="connsiteY29" fmla="*/ 1430535 h 1583140"/>
              <a:gd name="connsiteX30" fmla="*/ 6571355 w 9662615"/>
              <a:gd name="connsiteY30" fmla="*/ 1436144 h 1583140"/>
              <a:gd name="connsiteX31" fmla="*/ 6486557 w 9662615"/>
              <a:gd name="connsiteY31" fmla="*/ 1449861 h 1583140"/>
              <a:gd name="connsiteX32" fmla="*/ 6370419 w 9662615"/>
              <a:gd name="connsiteY32" fmla="*/ 1461649 h 1583140"/>
              <a:gd name="connsiteX33" fmla="*/ 6278839 w 9662615"/>
              <a:gd name="connsiteY33" fmla="*/ 1449160 h 1583140"/>
              <a:gd name="connsiteX34" fmla="*/ 6272455 w 9662615"/>
              <a:gd name="connsiteY34" fmla="*/ 1453191 h 1583140"/>
              <a:gd name="connsiteX35" fmla="*/ 6212659 w 9662615"/>
              <a:gd name="connsiteY35" fmla="*/ 1454850 h 1583140"/>
              <a:gd name="connsiteX36" fmla="*/ 6069317 w 9662615"/>
              <a:gd name="connsiteY36" fmla="*/ 1445838 h 1583140"/>
              <a:gd name="connsiteX37" fmla="*/ 5878477 w 9662615"/>
              <a:gd name="connsiteY37" fmla="*/ 1439180 h 1583140"/>
              <a:gd name="connsiteX38" fmla="*/ 5838387 w 9662615"/>
              <a:gd name="connsiteY38" fmla="*/ 1444679 h 1583140"/>
              <a:gd name="connsiteX39" fmla="*/ 5771136 w 9662615"/>
              <a:gd name="connsiteY39" fmla="*/ 1453639 h 1583140"/>
              <a:gd name="connsiteX40" fmla="*/ 5724081 w 9662615"/>
              <a:gd name="connsiteY40" fmla="*/ 1470431 h 1583140"/>
              <a:gd name="connsiteX41" fmla="*/ 5666577 w 9662615"/>
              <a:gd name="connsiteY41" fmla="*/ 1473921 h 1583140"/>
              <a:gd name="connsiteX42" fmla="*/ 5649068 w 9662615"/>
              <a:gd name="connsiteY42" fmla="*/ 1461676 h 1583140"/>
              <a:gd name="connsiteX43" fmla="*/ 5588902 w 9662615"/>
              <a:gd name="connsiteY43" fmla="*/ 1469647 h 1583140"/>
              <a:gd name="connsiteX44" fmla="*/ 5498090 w 9662615"/>
              <a:gd name="connsiteY44" fmla="*/ 1483173 h 1583140"/>
              <a:gd name="connsiteX45" fmla="*/ 5444641 w 9662615"/>
              <a:gd name="connsiteY45" fmla="*/ 1487602 h 1583140"/>
              <a:gd name="connsiteX46" fmla="*/ 5299812 w 9662615"/>
              <a:gd name="connsiteY46" fmla="*/ 1503362 h 1583140"/>
              <a:gd name="connsiteX47" fmla="*/ 5213947 w 9662615"/>
              <a:gd name="connsiteY47" fmla="*/ 1516637 h 1583140"/>
              <a:gd name="connsiteX48" fmla="*/ 5090342 w 9662615"/>
              <a:gd name="connsiteY48" fmla="*/ 1546680 h 1583140"/>
              <a:gd name="connsiteX49" fmla="*/ 5129812 w 9662615"/>
              <a:gd name="connsiteY49" fmla="*/ 1521277 h 1583140"/>
              <a:gd name="connsiteX50" fmla="*/ 5059484 w 9662615"/>
              <a:gd name="connsiteY50" fmla="*/ 1546802 h 1583140"/>
              <a:gd name="connsiteX51" fmla="*/ 5038524 w 9662615"/>
              <a:gd name="connsiteY51" fmla="*/ 1545675 h 1583140"/>
              <a:gd name="connsiteX52" fmla="*/ 5026564 w 9662615"/>
              <a:gd name="connsiteY52" fmla="*/ 1545376 h 1583140"/>
              <a:gd name="connsiteX53" fmla="*/ 4969433 w 9662615"/>
              <a:gd name="connsiteY53" fmla="*/ 1550865 h 1583140"/>
              <a:gd name="connsiteX54" fmla="*/ 4929254 w 9662615"/>
              <a:gd name="connsiteY54" fmla="*/ 1563452 h 1583140"/>
              <a:gd name="connsiteX55" fmla="*/ 4871726 w 9662615"/>
              <a:gd name="connsiteY55" fmla="*/ 1570584 h 1583140"/>
              <a:gd name="connsiteX56" fmla="*/ 4843267 w 9662615"/>
              <a:gd name="connsiteY56" fmla="*/ 1561459 h 1583140"/>
              <a:gd name="connsiteX57" fmla="*/ 4821058 w 9662615"/>
              <a:gd name="connsiteY57" fmla="*/ 1553078 h 1583140"/>
              <a:gd name="connsiteX58" fmla="*/ 4791466 w 9662615"/>
              <a:gd name="connsiteY58" fmla="*/ 1561324 h 1583140"/>
              <a:gd name="connsiteX59" fmla="*/ 4784247 w 9662615"/>
              <a:gd name="connsiteY59" fmla="*/ 1562342 h 1583140"/>
              <a:gd name="connsiteX60" fmla="*/ 4739309 w 9662615"/>
              <a:gd name="connsiteY60" fmla="*/ 1553948 h 1583140"/>
              <a:gd name="connsiteX61" fmla="*/ 4697562 w 9662615"/>
              <a:gd name="connsiteY61" fmla="*/ 1551206 h 1583140"/>
              <a:gd name="connsiteX62" fmla="*/ 4662664 w 9662615"/>
              <a:gd name="connsiteY62" fmla="*/ 1573162 h 1583140"/>
              <a:gd name="connsiteX63" fmla="*/ 4603028 w 9662615"/>
              <a:gd name="connsiteY63" fmla="*/ 1568821 h 1583140"/>
              <a:gd name="connsiteX64" fmla="*/ 4541612 w 9662615"/>
              <a:gd name="connsiteY64" fmla="*/ 1545262 h 1583140"/>
              <a:gd name="connsiteX65" fmla="*/ 4422155 w 9662615"/>
              <a:gd name="connsiteY65" fmla="*/ 1542059 h 1583140"/>
              <a:gd name="connsiteX66" fmla="*/ 4221826 w 9662615"/>
              <a:gd name="connsiteY66" fmla="*/ 1508923 h 1583140"/>
              <a:gd name="connsiteX67" fmla="*/ 4096601 w 9662615"/>
              <a:gd name="connsiteY67" fmla="*/ 1521563 h 1583140"/>
              <a:gd name="connsiteX68" fmla="*/ 3970635 w 9662615"/>
              <a:gd name="connsiteY68" fmla="*/ 1544815 h 1583140"/>
              <a:gd name="connsiteX69" fmla="*/ 3833906 w 9662615"/>
              <a:gd name="connsiteY69" fmla="*/ 1516637 h 1583140"/>
              <a:gd name="connsiteX70" fmla="*/ 3696258 w 9662615"/>
              <a:gd name="connsiteY70" fmla="*/ 1537563 h 1583140"/>
              <a:gd name="connsiteX71" fmla="*/ 3594070 w 9662615"/>
              <a:gd name="connsiteY71" fmla="*/ 1509422 h 1583140"/>
              <a:gd name="connsiteX72" fmla="*/ 3565233 w 9662615"/>
              <a:gd name="connsiteY72" fmla="*/ 1515122 h 1583140"/>
              <a:gd name="connsiteX73" fmla="*/ 3560267 w 9662615"/>
              <a:gd name="connsiteY73" fmla="*/ 1516288 h 1583140"/>
              <a:gd name="connsiteX74" fmla="*/ 3540258 w 9662615"/>
              <a:gd name="connsiteY74" fmla="*/ 1516976 h 1583140"/>
              <a:gd name="connsiteX75" fmla="*/ 3534780 w 9662615"/>
              <a:gd name="connsiteY75" fmla="*/ 1522141 h 1583140"/>
              <a:gd name="connsiteX76" fmla="*/ 3504783 w 9662615"/>
              <a:gd name="connsiteY76" fmla="*/ 1526739 h 1583140"/>
              <a:gd name="connsiteX77" fmla="*/ 3430805 w 9662615"/>
              <a:gd name="connsiteY77" fmla="*/ 1542521 h 1583140"/>
              <a:gd name="connsiteX78" fmla="*/ 3292707 w 9662615"/>
              <a:gd name="connsiteY78" fmla="*/ 1520490 h 1583140"/>
              <a:gd name="connsiteX79" fmla="*/ 3187872 w 9662615"/>
              <a:gd name="connsiteY79" fmla="*/ 1519991 h 1583140"/>
              <a:gd name="connsiteX80" fmla="*/ 3148026 w 9662615"/>
              <a:gd name="connsiteY80" fmla="*/ 1524777 h 1583140"/>
              <a:gd name="connsiteX81" fmla="*/ 3092394 w 9662615"/>
              <a:gd name="connsiteY81" fmla="*/ 1528115 h 1583140"/>
              <a:gd name="connsiteX82" fmla="*/ 2994200 w 9662615"/>
              <a:gd name="connsiteY82" fmla="*/ 1537857 h 1583140"/>
              <a:gd name="connsiteX83" fmla="*/ 2862301 w 9662615"/>
              <a:gd name="connsiteY83" fmla="*/ 1544250 h 1583140"/>
              <a:gd name="connsiteX84" fmla="*/ 2766335 w 9662615"/>
              <a:gd name="connsiteY84" fmla="*/ 1527662 h 1583140"/>
              <a:gd name="connsiteX85" fmla="*/ 2757836 w 9662615"/>
              <a:gd name="connsiteY85" fmla="*/ 1531371 h 1583140"/>
              <a:gd name="connsiteX86" fmla="*/ 2691555 w 9662615"/>
              <a:gd name="connsiteY86" fmla="*/ 1530283 h 1583140"/>
              <a:gd name="connsiteX87" fmla="*/ 2491676 w 9662615"/>
              <a:gd name="connsiteY87" fmla="*/ 1500859 h 1583140"/>
              <a:gd name="connsiteX88" fmla="*/ 2378036 w 9662615"/>
              <a:gd name="connsiteY88" fmla="*/ 1520645 h 1583140"/>
              <a:gd name="connsiteX89" fmla="*/ 2284269 w 9662615"/>
              <a:gd name="connsiteY89" fmla="*/ 1503068 h 1583140"/>
              <a:gd name="connsiteX90" fmla="*/ 2207104 w 9662615"/>
              <a:gd name="connsiteY90" fmla="*/ 1508888 h 1583140"/>
              <a:gd name="connsiteX91" fmla="*/ 2149226 w 9662615"/>
              <a:gd name="connsiteY91" fmla="*/ 1523409 h 1583140"/>
              <a:gd name="connsiteX92" fmla="*/ 2084783 w 9662615"/>
              <a:gd name="connsiteY92" fmla="*/ 1524245 h 1583140"/>
              <a:gd name="connsiteX93" fmla="*/ 2070075 w 9662615"/>
              <a:gd name="connsiteY93" fmla="*/ 1511285 h 1583140"/>
              <a:gd name="connsiteX94" fmla="*/ 2001057 w 9662615"/>
              <a:gd name="connsiteY94" fmla="*/ 1516449 h 1583140"/>
              <a:gd name="connsiteX95" fmla="*/ 1896330 w 9662615"/>
              <a:gd name="connsiteY95" fmla="*/ 1525725 h 1583140"/>
              <a:gd name="connsiteX96" fmla="*/ 1835994 w 9662615"/>
              <a:gd name="connsiteY96" fmla="*/ 1527678 h 1583140"/>
              <a:gd name="connsiteX97" fmla="*/ 1671119 w 9662615"/>
              <a:gd name="connsiteY97" fmla="*/ 1536701 h 1583140"/>
              <a:gd name="connsiteX98" fmla="*/ 1601337 w 9662615"/>
              <a:gd name="connsiteY98" fmla="*/ 1548552 h 1583140"/>
              <a:gd name="connsiteX99" fmla="*/ 1407755 w 9662615"/>
              <a:gd name="connsiteY99" fmla="*/ 1571444 h 1583140"/>
              <a:gd name="connsiteX100" fmla="*/ 1271994 w 9662615"/>
              <a:gd name="connsiteY100" fmla="*/ 1579471 h 1583140"/>
              <a:gd name="connsiteX101" fmla="*/ 1249226 w 9662615"/>
              <a:gd name="connsiteY101" fmla="*/ 1583140 h 1583140"/>
              <a:gd name="connsiteX102" fmla="*/ 1217719 w 9662615"/>
              <a:gd name="connsiteY102" fmla="*/ 1580863 h 1583140"/>
              <a:gd name="connsiteX103" fmla="*/ 1091432 w 9662615"/>
              <a:gd name="connsiteY103" fmla="*/ 1571003 h 1583140"/>
              <a:gd name="connsiteX104" fmla="*/ 992039 w 9662615"/>
              <a:gd name="connsiteY104" fmla="*/ 1556662 h 1583140"/>
              <a:gd name="connsiteX105" fmla="*/ 868264 w 9662615"/>
              <a:gd name="connsiteY105" fmla="*/ 1566392 h 1583140"/>
              <a:gd name="connsiteX106" fmla="*/ 792765 w 9662615"/>
              <a:gd name="connsiteY106" fmla="*/ 1563102 h 1583140"/>
              <a:gd name="connsiteX107" fmla="*/ 669055 w 9662615"/>
              <a:gd name="connsiteY107" fmla="*/ 1543638 h 1583140"/>
              <a:gd name="connsiteX108" fmla="*/ 506152 w 9662615"/>
              <a:gd name="connsiteY108" fmla="*/ 1549124 h 1583140"/>
              <a:gd name="connsiteX109" fmla="*/ 472797 w 9662615"/>
              <a:gd name="connsiteY109" fmla="*/ 1568904 h 1583140"/>
              <a:gd name="connsiteX110" fmla="*/ 427864 w 9662615"/>
              <a:gd name="connsiteY110" fmla="*/ 1580848 h 1583140"/>
              <a:gd name="connsiteX111" fmla="*/ 408381 w 9662615"/>
              <a:gd name="connsiteY111" fmla="*/ 1552940 h 1583140"/>
              <a:gd name="connsiteX112" fmla="*/ 267163 w 9662615"/>
              <a:gd name="connsiteY112" fmla="*/ 1531913 h 1583140"/>
              <a:gd name="connsiteX113" fmla="*/ 196644 w 9662615"/>
              <a:gd name="connsiteY113" fmla="*/ 1524565 h 1583140"/>
              <a:gd name="connsiteX114" fmla="*/ 86819 w 9662615"/>
              <a:gd name="connsiteY114" fmla="*/ 1519517 h 1583140"/>
              <a:gd name="connsiteX115" fmla="*/ 53369 w 9662615"/>
              <a:gd name="connsiteY115" fmla="*/ 1516853 h 1583140"/>
              <a:gd name="connsiteX116" fmla="*/ 2359 w 9662615"/>
              <a:gd name="connsiteY116" fmla="*/ 1515247 h 1583140"/>
              <a:gd name="connsiteX117" fmla="*/ 0 w 9662615"/>
              <a:gd name="connsiteY117" fmla="*/ 1514932 h 1583140"/>
              <a:gd name="connsiteX118" fmla="*/ 0 w 9662615"/>
              <a:gd name="connsiteY118" fmla="*/ 0 h 1583140"/>
              <a:gd name="connsiteX0" fmla="*/ 0 w 9662615"/>
              <a:gd name="connsiteY0" fmla="*/ 0 h 1583140"/>
              <a:gd name="connsiteX1" fmla="*/ 9662615 w 9662615"/>
              <a:gd name="connsiteY1" fmla="*/ 0 h 1583140"/>
              <a:gd name="connsiteX2" fmla="*/ 9662615 w 9662615"/>
              <a:gd name="connsiteY2" fmla="*/ 1280346 h 1583140"/>
              <a:gd name="connsiteX3" fmla="*/ 9658420 w 9662615"/>
              <a:gd name="connsiteY3" fmla="*/ 1280106 h 1583140"/>
              <a:gd name="connsiteX4" fmla="*/ 9469546 w 9662615"/>
              <a:gd name="connsiteY4" fmla="*/ 1289837 h 1583140"/>
              <a:gd name="connsiteX5" fmla="*/ 9385895 w 9662615"/>
              <a:gd name="connsiteY5" fmla="*/ 1269203 h 1583140"/>
              <a:gd name="connsiteX6" fmla="*/ 9144767 w 9662615"/>
              <a:gd name="connsiteY6" fmla="*/ 1264120 h 1583140"/>
              <a:gd name="connsiteX7" fmla="*/ 8837252 w 9662615"/>
              <a:gd name="connsiteY7" fmla="*/ 1350515 h 1583140"/>
              <a:gd name="connsiteX8" fmla="*/ 8705466 w 9662615"/>
              <a:gd name="connsiteY8" fmla="*/ 1342419 h 1583140"/>
              <a:gd name="connsiteX9" fmla="*/ 8652221 w 9662615"/>
              <a:gd name="connsiteY9" fmla="*/ 1326906 h 1583140"/>
              <a:gd name="connsiteX10" fmla="*/ 8632312 w 9662615"/>
              <a:gd name="connsiteY10" fmla="*/ 1326025 h 1583140"/>
              <a:gd name="connsiteX11" fmla="*/ 8591582 w 9662615"/>
              <a:gd name="connsiteY11" fmla="*/ 1341666 h 1583140"/>
              <a:gd name="connsiteX12" fmla="*/ 8537336 w 9662615"/>
              <a:gd name="connsiteY12" fmla="*/ 1341684 h 1583140"/>
              <a:gd name="connsiteX13" fmla="*/ 8472508 w 9662615"/>
              <a:gd name="connsiteY13" fmla="*/ 1363109 h 1583140"/>
              <a:gd name="connsiteX14" fmla="*/ 8258477 w 9662615"/>
              <a:gd name="connsiteY14" fmla="*/ 1370666 h 1583140"/>
              <a:gd name="connsiteX15" fmla="*/ 8197961 w 9662615"/>
              <a:gd name="connsiteY15" fmla="*/ 1392804 h 1583140"/>
              <a:gd name="connsiteX16" fmla="*/ 8171196 w 9662615"/>
              <a:gd name="connsiteY16" fmla="*/ 1397216 h 1583140"/>
              <a:gd name="connsiteX17" fmla="*/ 8127667 w 9662615"/>
              <a:gd name="connsiteY17" fmla="*/ 1418254 h 1583140"/>
              <a:gd name="connsiteX18" fmla="*/ 7974579 w 9662615"/>
              <a:gd name="connsiteY18" fmla="*/ 1383439 h 1583140"/>
              <a:gd name="connsiteX19" fmla="*/ 7768351 w 9662615"/>
              <a:gd name="connsiteY19" fmla="*/ 1395051 h 1583140"/>
              <a:gd name="connsiteX20" fmla="*/ 7635985 w 9662615"/>
              <a:gd name="connsiteY20" fmla="*/ 1386363 h 1583140"/>
              <a:gd name="connsiteX21" fmla="*/ 7466069 w 9662615"/>
              <a:gd name="connsiteY21" fmla="*/ 1377654 h 1583140"/>
              <a:gd name="connsiteX22" fmla="*/ 7355642 w 9662615"/>
              <a:gd name="connsiteY22" fmla="*/ 1407761 h 1583140"/>
              <a:gd name="connsiteX23" fmla="*/ 7151610 w 9662615"/>
              <a:gd name="connsiteY23" fmla="*/ 1397856 h 1583140"/>
              <a:gd name="connsiteX24" fmla="*/ 7082147 w 9662615"/>
              <a:gd name="connsiteY24" fmla="*/ 1406113 h 1583140"/>
              <a:gd name="connsiteX25" fmla="*/ 7014958 w 9662615"/>
              <a:gd name="connsiteY25" fmla="*/ 1396883 h 1583140"/>
              <a:gd name="connsiteX26" fmla="*/ 6907567 w 9662615"/>
              <a:gd name="connsiteY26" fmla="*/ 1419149 h 1583140"/>
              <a:gd name="connsiteX27" fmla="*/ 6748428 w 9662615"/>
              <a:gd name="connsiteY27" fmla="*/ 1420308 h 1583140"/>
              <a:gd name="connsiteX28" fmla="*/ 6654257 w 9662615"/>
              <a:gd name="connsiteY28" fmla="*/ 1424143 h 1583140"/>
              <a:gd name="connsiteX29" fmla="*/ 6620123 w 9662615"/>
              <a:gd name="connsiteY29" fmla="*/ 1430535 h 1583140"/>
              <a:gd name="connsiteX30" fmla="*/ 6571355 w 9662615"/>
              <a:gd name="connsiteY30" fmla="*/ 1436144 h 1583140"/>
              <a:gd name="connsiteX31" fmla="*/ 6486557 w 9662615"/>
              <a:gd name="connsiteY31" fmla="*/ 1449861 h 1583140"/>
              <a:gd name="connsiteX32" fmla="*/ 6370419 w 9662615"/>
              <a:gd name="connsiteY32" fmla="*/ 1461649 h 1583140"/>
              <a:gd name="connsiteX33" fmla="*/ 6278839 w 9662615"/>
              <a:gd name="connsiteY33" fmla="*/ 1449160 h 1583140"/>
              <a:gd name="connsiteX34" fmla="*/ 6272455 w 9662615"/>
              <a:gd name="connsiteY34" fmla="*/ 1453191 h 1583140"/>
              <a:gd name="connsiteX35" fmla="*/ 6212659 w 9662615"/>
              <a:gd name="connsiteY35" fmla="*/ 1454850 h 1583140"/>
              <a:gd name="connsiteX36" fmla="*/ 6069317 w 9662615"/>
              <a:gd name="connsiteY36" fmla="*/ 1445838 h 1583140"/>
              <a:gd name="connsiteX37" fmla="*/ 5878477 w 9662615"/>
              <a:gd name="connsiteY37" fmla="*/ 1439180 h 1583140"/>
              <a:gd name="connsiteX38" fmla="*/ 5838387 w 9662615"/>
              <a:gd name="connsiteY38" fmla="*/ 1444679 h 1583140"/>
              <a:gd name="connsiteX39" fmla="*/ 5771136 w 9662615"/>
              <a:gd name="connsiteY39" fmla="*/ 1453639 h 1583140"/>
              <a:gd name="connsiteX40" fmla="*/ 5724081 w 9662615"/>
              <a:gd name="connsiteY40" fmla="*/ 1470431 h 1583140"/>
              <a:gd name="connsiteX41" fmla="*/ 5666577 w 9662615"/>
              <a:gd name="connsiteY41" fmla="*/ 1473921 h 1583140"/>
              <a:gd name="connsiteX42" fmla="*/ 5649068 w 9662615"/>
              <a:gd name="connsiteY42" fmla="*/ 1461676 h 1583140"/>
              <a:gd name="connsiteX43" fmla="*/ 5588902 w 9662615"/>
              <a:gd name="connsiteY43" fmla="*/ 1469647 h 1583140"/>
              <a:gd name="connsiteX44" fmla="*/ 5498090 w 9662615"/>
              <a:gd name="connsiteY44" fmla="*/ 1483173 h 1583140"/>
              <a:gd name="connsiteX45" fmla="*/ 5444641 w 9662615"/>
              <a:gd name="connsiteY45" fmla="*/ 1487602 h 1583140"/>
              <a:gd name="connsiteX46" fmla="*/ 5299812 w 9662615"/>
              <a:gd name="connsiteY46" fmla="*/ 1503362 h 1583140"/>
              <a:gd name="connsiteX47" fmla="*/ 5213947 w 9662615"/>
              <a:gd name="connsiteY47" fmla="*/ 1516637 h 1583140"/>
              <a:gd name="connsiteX48" fmla="*/ 5090342 w 9662615"/>
              <a:gd name="connsiteY48" fmla="*/ 1546680 h 1583140"/>
              <a:gd name="connsiteX49" fmla="*/ 5129812 w 9662615"/>
              <a:gd name="connsiteY49" fmla="*/ 1521277 h 1583140"/>
              <a:gd name="connsiteX50" fmla="*/ 5059484 w 9662615"/>
              <a:gd name="connsiteY50" fmla="*/ 1546802 h 1583140"/>
              <a:gd name="connsiteX51" fmla="*/ 5038524 w 9662615"/>
              <a:gd name="connsiteY51" fmla="*/ 1545675 h 1583140"/>
              <a:gd name="connsiteX52" fmla="*/ 5026564 w 9662615"/>
              <a:gd name="connsiteY52" fmla="*/ 1545376 h 1583140"/>
              <a:gd name="connsiteX53" fmla="*/ 4969433 w 9662615"/>
              <a:gd name="connsiteY53" fmla="*/ 1550865 h 1583140"/>
              <a:gd name="connsiteX54" fmla="*/ 4929254 w 9662615"/>
              <a:gd name="connsiteY54" fmla="*/ 1563452 h 1583140"/>
              <a:gd name="connsiteX55" fmla="*/ 4871726 w 9662615"/>
              <a:gd name="connsiteY55" fmla="*/ 1570584 h 1583140"/>
              <a:gd name="connsiteX56" fmla="*/ 4843267 w 9662615"/>
              <a:gd name="connsiteY56" fmla="*/ 1561459 h 1583140"/>
              <a:gd name="connsiteX57" fmla="*/ 4821058 w 9662615"/>
              <a:gd name="connsiteY57" fmla="*/ 1553078 h 1583140"/>
              <a:gd name="connsiteX58" fmla="*/ 4791466 w 9662615"/>
              <a:gd name="connsiteY58" fmla="*/ 1561324 h 1583140"/>
              <a:gd name="connsiteX59" fmla="*/ 4784247 w 9662615"/>
              <a:gd name="connsiteY59" fmla="*/ 1562342 h 1583140"/>
              <a:gd name="connsiteX60" fmla="*/ 4739309 w 9662615"/>
              <a:gd name="connsiteY60" fmla="*/ 1553948 h 1583140"/>
              <a:gd name="connsiteX61" fmla="*/ 4697562 w 9662615"/>
              <a:gd name="connsiteY61" fmla="*/ 1551206 h 1583140"/>
              <a:gd name="connsiteX62" fmla="*/ 4662664 w 9662615"/>
              <a:gd name="connsiteY62" fmla="*/ 1573162 h 1583140"/>
              <a:gd name="connsiteX63" fmla="*/ 4603028 w 9662615"/>
              <a:gd name="connsiteY63" fmla="*/ 1568821 h 1583140"/>
              <a:gd name="connsiteX64" fmla="*/ 4541612 w 9662615"/>
              <a:gd name="connsiteY64" fmla="*/ 1545262 h 1583140"/>
              <a:gd name="connsiteX65" fmla="*/ 4382398 w 9662615"/>
              <a:gd name="connsiteY65" fmla="*/ 1534108 h 1583140"/>
              <a:gd name="connsiteX66" fmla="*/ 4221826 w 9662615"/>
              <a:gd name="connsiteY66" fmla="*/ 1508923 h 1583140"/>
              <a:gd name="connsiteX67" fmla="*/ 4096601 w 9662615"/>
              <a:gd name="connsiteY67" fmla="*/ 1521563 h 1583140"/>
              <a:gd name="connsiteX68" fmla="*/ 3970635 w 9662615"/>
              <a:gd name="connsiteY68" fmla="*/ 1544815 h 1583140"/>
              <a:gd name="connsiteX69" fmla="*/ 3833906 w 9662615"/>
              <a:gd name="connsiteY69" fmla="*/ 1516637 h 1583140"/>
              <a:gd name="connsiteX70" fmla="*/ 3696258 w 9662615"/>
              <a:gd name="connsiteY70" fmla="*/ 1537563 h 1583140"/>
              <a:gd name="connsiteX71" fmla="*/ 3594070 w 9662615"/>
              <a:gd name="connsiteY71" fmla="*/ 1509422 h 1583140"/>
              <a:gd name="connsiteX72" fmla="*/ 3565233 w 9662615"/>
              <a:gd name="connsiteY72" fmla="*/ 1515122 h 1583140"/>
              <a:gd name="connsiteX73" fmla="*/ 3560267 w 9662615"/>
              <a:gd name="connsiteY73" fmla="*/ 1516288 h 1583140"/>
              <a:gd name="connsiteX74" fmla="*/ 3540258 w 9662615"/>
              <a:gd name="connsiteY74" fmla="*/ 1516976 h 1583140"/>
              <a:gd name="connsiteX75" fmla="*/ 3534780 w 9662615"/>
              <a:gd name="connsiteY75" fmla="*/ 1522141 h 1583140"/>
              <a:gd name="connsiteX76" fmla="*/ 3504783 w 9662615"/>
              <a:gd name="connsiteY76" fmla="*/ 1526739 h 1583140"/>
              <a:gd name="connsiteX77" fmla="*/ 3430805 w 9662615"/>
              <a:gd name="connsiteY77" fmla="*/ 1542521 h 1583140"/>
              <a:gd name="connsiteX78" fmla="*/ 3292707 w 9662615"/>
              <a:gd name="connsiteY78" fmla="*/ 1520490 h 1583140"/>
              <a:gd name="connsiteX79" fmla="*/ 3187872 w 9662615"/>
              <a:gd name="connsiteY79" fmla="*/ 1519991 h 1583140"/>
              <a:gd name="connsiteX80" fmla="*/ 3148026 w 9662615"/>
              <a:gd name="connsiteY80" fmla="*/ 1524777 h 1583140"/>
              <a:gd name="connsiteX81" fmla="*/ 3092394 w 9662615"/>
              <a:gd name="connsiteY81" fmla="*/ 1528115 h 1583140"/>
              <a:gd name="connsiteX82" fmla="*/ 2994200 w 9662615"/>
              <a:gd name="connsiteY82" fmla="*/ 1537857 h 1583140"/>
              <a:gd name="connsiteX83" fmla="*/ 2862301 w 9662615"/>
              <a:gd name="connsiteY83" fmla="*/ 1544250 h 1583140"/>
              <a:gd name="connsiteX84" fmla="*/ 2766335 w 9662615"/>
              <a:gd name="connsiteY84" fmla="*/ 1527662 h 1583140"/>
              <a:gd name="connsiteX85" fmla="*/ 2757836 w 9662615"/>
              <a:gd name="connsiteY85" fmla="*/ 1531371 h 1583140"/>
              <a:gd name="connsiteX86" fmla="*/ 2691555 w 9662615"/>
              <a:gd name="connsiteY86" fmla="*/ 1530283 h 1583140"/>
              <a:gd name="connsiteX87" fmla="*/ 2491676 w 9662615"/>
              <a:gd name="connsiteY87" fmla="*/ 1500859 h 1583140"/>
              <a:gd name="connsiteX88" fmla="*/ 2378036 w 9662615"/>
              <a:gd name="connsiteY88" fmla="*/ 1520645 h 1583140"/>
              <a:gd name="connsiteX89" fmla="*/ 2284269 w 9662615"/>
              <a:gd name="connsiteY89" fmla="*/ 1503068 h 1583140"/>
              <a:gd name="connsiteX90" fmla="*/ 2207104 w 9662615"/>
              <a:gd name="connsiteY90" fmla="*/ 1508888 h 1583140"/>
              <a:gd name="connsiteX91" fmla="*/ 2149226 w 9662615"/>
              <a:gd name="connsiteY91" fmla="*/ 1523409 h 1583140"/>
              <a:gd name="connsiteX92" fmla="*/ 2084783 w 9662615"/>
              <a:gd name="connsiteY92" fmla="*/ 1524245 h 1583140"/>
              <a:gd name="connsiteX93" fmla="*/ 2070075 w 9662615"/>
              <a:gd name="connsiteY93" fmla="*/ 1511285 h 1583140"/>
              <a:gd name="connsiteX94" fmla="*/ 2001057 w 9662615"/>
              <a:gd name="connsiteY94" fmla="*/ 1516449 h 1583140"/>
              <a:gd name="connsiteX95" fmla="*/ 1896330 w 9662615"/>
              <a:gd name="connsiteY95" fmla="*/ 1525725 h 1583140"/>
              <a:gd name="connsiteX96" fmla="*/ 1835994 w 9662615"/>
              <a:gd name="connsiteY96" fmla="*/ 1527678 h 1583140"/>
              <a:gd name="connsiteX97" fmla="*/ 1671119 w 9662615"/>
              <a:gd name="connsiteY97" fmla="*/ 1536701 h 1583140"/>
              <a:gd name="connsiteX98" fmla="*/ 1601337 w 9662615"/>
              <a:gd name="connsiteY98" fmla="*/ 1548552 h 1583140"/>
              <a:gd name="connsiteX99" fmla="*/ 1407755 w 9662615"/>
              <a:gd name="connsiteY99" fmla="*/ 1571444 h 1583140"/>
              <a:gd name="connsiteX100" fmla="*/ 1271994 w 9662615"/>
              <a:gd name="connsiteY100" fmla="*/ 1579471 h 1583140"/>
              <a:gd name="connsiteX101" fmla="*/ 1249226 w 9662615"/>
              <a:gd name="connsiteY101" fmla="*/ 1583140 h 1583140"/>
              <a:gd name="connsiteX102" fmla="*/ 1217719 w 9662615"/>
              <a:gd name="connsiteY102" fmla="*/ 1580863 h 1583140"/>
              <a:gd name="connsiteX103" fmla="*/ 1091432 w 9662615"/>
              <a:gd name="connsiteY103" fmla="*/ 1571003 h 1583140"/>
              <a:gd name="connsiteX104" fmla="*/ 992039 w 9662615"/>
              <a:gd name="connsiteY104" fmla="*/ 1556662 h 1583140"/>
              <a:gd name="connsiteX105" fmla="*/ 868264 w 9662615"/>
              <a:gd name="connsiteY105" fmla="*/ 1566392 h 1583140"/>
              <a:gd name="connsiteX106" fmla="*/ 792765 w 9662615"/>
              <a:gd name="connsiteY106" fmla="*/ 1563102 h 1583140"/>
              <a:gd name="connsiteX107" fmla="*/ 669055 w 9662615"/>
              <a:gd name="connsiteY107" fmla="*/ 1543638 h 1583140"/>
              <a:gd name="connsiteX108" fmla="*/ 506152 w 9662615"/>
              <a:gd name="connsiteY108" fmla="*/ 1549124 h 1583140"/>
              <a:gd name="connsiteX109" fmla="*/ 472797 w 9662615"/>
              <a:gd name="connsiteY109" fmla="*/ 1568904 h 1583140"/>
              <a:gd name="connsiteX110" fmla="*/ 427864 w 9662615"/>
              <a:gd name="connsiteY110" fmla="*/ 1580848 h 1583140"/>
              <a:gd name="connsiteX111" fmla="*/ 408381 w 9662615"/>
              <a:gd name="connsiteY111" fmla="*/ 1552940 h 1583140"/>
              <a:gd name="connsiteX112" fmla="*/ 267163 w 9662615"/>
              <a:gd name="connsiteY112" fmla="*/ 1531913 h 1583140"/>
              <a:gd name="connsiteX113" fmla="*/ 196644 w 9662615"/>
              <a:gd name="connsiteY113" fmla="*/ 1524565 h 1583140"/>
              <a:gd name="connsiteX114" fmla="*/ 86819 w 9662615"/>
              <a:gd name="connsiteY114" fmla="*/ 1519517 h 1583140"/>
              <a:gd name="connsiteX115" fmla="*/ 53369 w 9662615"/>
              <a:gd name="connsiteY115" fmla="*/ 1516853 h 1583140"/>
              <a:gd name="connsiteX116" fmla="*/ 2359 w 9662615"/>
              <a:gd name="connsiteY116" fmla="*/ 1515247 h 1583140"/>
              <a:gd name="connsiteX117" fmla="*/ 0 w 9662615"/>
              <a:gd name="connsiteY117" fmla="*/ 1514932 h 1583140"/>
              <a:gd name="connsiteX118" fmla="*/ 0 w 9662615"/>
              <a:gd name="connsiteY118" fmla="*/ 0 h 1583140"/>
              <a:gd name="connsiteX0" fmla="*/ 0 w 9662615"/>
              <a:gd name="connsiteY0" fmla="*/ 0 h 1583140"/>
              <a:gd name="connsiteX1" fmla="*/ 9662615 w 9662615"/>
              <a:gd name="connsiteY1" fmla="*/ 0 h 1583140"/>
              <a:gd name="connsiteX2" fmla="*/ 9662615 w 9662615"/>
              <a:gd name="connsiteY2" fmla="*/ 1280346 h 1583140"/>
              <a:gd name="connsiteX3" fmla="*/ 9658420 w 9662615"/>
              <a:gd name="connsiteY3" fmla="*/ 1280106 h 1583140"/>
              <a:gd name="connsiteX4" fmla="*/ 9469546 w 9662615"/>
              <a:gd name="connsiteY4" fmla="*/ 1289837 h 1583140"/>
              <a:gd name="connsiteX5" fmla="*/ 9385895 w 9662615"/>
              <a:gd name="connsiteY5" fmla="*/ 1269203 h 1583140"/>
              <a:gd name="connsiteX6" fmla="*/ 9144767 w 9662615"/>
              <a:gd name="connsiteY6" fmla="*/ 1264120 h 1583140"/>
              <a:gd name="connsiteX7" fmla="*/ 8837252 w 9662615"/>
              <a:gd name="connsiteY7" fmla="*/ 1350515 h 1583140"/>
              <a:gd name="connsiteX8" fmla="*/ 8705466 w 9662615"/>
              <a:gd name="connsiteY8" fmla="*/ 1342419 h 1583140"/>
              <a:gd name="connsiteX9" fmla="*/ 8652221 w 9662615"/>
              <a:gd name="connsiteY9" fmla="*/ 1326906 h 1583140"/>
              <a:gd name="connsiteX10" fmla="*/ 8632312 w 9662615"/>
              <a:gd name="connsiteY10" fmla="*/ 1326025 h 1583140"/>
              <a:gd name="connsiteX11" fmla="*/ 8591582 w 9662615"/>
              <a:gd name="connsiteY11" fmla="*/ 1341666 h 1583140"/>
              <a:gd name="connsiteX12" fmla="*/ 8537336 w 9662615"/>
              <a:gd name="connsiteY12" fmla="*/ 1341684 h 1583140"/>
              <a:gd name="connsiteX13" fmla="*/ 8472508 w 9662615"/>
              <a:gd name="connsiteY13" fmla="*/ 1363109 h 1583140"/>
              <a:gd name="connsiteX14" fmla="*/ 8258477 w 9662615"/>
              <a:gd name="connsiteY14" fmla="*/ 1370666 h 1583140"/>
              <a:gd name="connsiteX15" fmla="*/ 8197961 w 9662615"/>
              <a:gd name="connsiteY15" fmla="*/ 1392804 h 1583140"/>
              <a:gd name="connsiteX16" fmla="*/ 8171196 w 9662615"/>
              <a:gd name="connsiteY16" fmla="*/ 1397216 h 1583140"/>
              <a:gd name="connsiteX17" fmla="*/ 8127667 w 9662615"/>
              <a:gd name="connsiteY17" fmla="*/ 1418254 h 1583140"/>
              <a:gd name="connsiteX18" fmla="*/ 7974579 w 9662615"/>
              <a:gd name="connsiteY18" fmla="*/ 1383439 h 1583140"/>
              <a:gd name="connsiteX19" fmla="*/ 7768351 w 9662615"/>
              <a:gd name="connsiteY19" fmla="*/ 1395051 h 1583140"/>
              <a:gd name="connsiteX20" fmla="*/ 7635985 w 9662615"/>
              <a:gd name="connsiteY20" fmla="*/ 1386363 h 1583140"/>
              <a:gd name="connsiteX21" fmla="*/ 7466069 w 9662615"/>
              <a:gd name="connsiteY21" fmla="*/ 1377654 h 1583140"/>
              <a:gd name="connsiteX22" fmla="*/ 7355642 w 9662615"/>
              <a:gd name="connsiteY22" fmla="*/ 1407761 h 1583140"/>
              <a:gd name="connsiteX23" fmla="*/ 7151610 w 9662615"/>
              <a:gd name="connsiteY23" fmla="*/ 1397856 h 1583140"/>
              <a:gd name="connsiteX24" fmla="*/ 7082147 w 9662615"/>
              <a:gd name="connsiteY24" fmla="*/ 1406113 h 1583140"/>
              <a:gd name="connsiteX25" fmla="*/ 7014958 w 9662615"/>
              <a:gd name="connsiteY25" fmla="*/ 1396883 h 1583140"/>
              <a:gd name="connsiteX26" fmla="*/ 6907567 w 9662615"/>
              <a:gd name="connsiteY26" fmla="*/ 1419149 h 1583140"/>
              <a:gd name="connsiteX27" fmla="*/ 6748428 w 9662615"/>
              <a:gd name="connsiteY27" fmla="*/ 1420308 h 1583140"/>
              <a:gd name="connsiteX28" fmla="*/ 6654257 w 9662615"/>
              <a:gd name="connsiteY28" fmla="*/ 1424143 h 1583140"/>
              <a:gd name="connsiteX29" fmla="*/ 6620123 w 9662615"/>
              <a:gd name="connsiteY29" fmla="*/ 1430535 h 1583140"/>
              <a:gd name="connsiteX30" fmla="*/ 6571355 w 9662615"/>
              <a:gd name="connsiteY30" fmla="*/ 1436144 h 1583140"/>
              <a:gd name="connsiteX31" fmla="*/ 6486557 w 9662615"/>
              <a:gd name="connsiteY31" fmla="*/ 1449861 h 1583140"/>
              <a:gd name="connsiteX32" fmla="*/ 6370419 w 9662615"/>
              <a:gd name="connsiteY32" fmla="*/ 1461649 h 1583140"/>
              <a:gd name="connsiteX33" fmla="*/ 6278839 w 9662615"/>
              <a:gd name="connsiteY33" fmla="*/ 1449160 h 1583140"/>
              <a:gd name="connsiteX34" fmla="*/ 6272455 w 9662615"/>
              <a:gd name="connsiteY34" fmla="*/ 1453191 h 1583140"/>
              <a:gd name="connsiteX35" fmla="*/ 6212659 w 9662615"/>
              <a:gd name="connsiteY35" fmla="*/ 1454850 h 1583140"/>
              <a:gd name="connsiteX36" fmla="*/ 6069317 w 9662615"/>
              <a:gd name="connsiteY36" fmla="*/ 1445838 h 1583140"/>
              <a:gd name="connsiteX37" fmla="*/ 5878477 w 9662615"/>
              <a:gd name="connsiteY37" fmla="*/ 1439180 h 1583140"/>
              <a:gd name="connsiteX38" fmla="*/ 5838387 w 9662615"/>
              <a:gd name="connsiteY38" fmla="*/ 1444679 h 1583140"/>
              <a:gd name="connsiteX39" fmla="*/ 5771136 w 9662615"/>
              <a:gd name="connsiteY39" fmla="*/ 1453639 h 1583140"/>
              <a:gd name="connsiteX40" fmla="*/ 5724081 w 9662615"/>
              <a:gd name="connsiteY40" fmla="*/ 1470431 h 1583140"/>
              <a:gd name="connsiteX41" fmla="*/ 5666577 w 9662615"/>
              <a:gd name="connsiteY41" fmla="*/ 1473921 h 1583140"/>
              <a:gd name="connsiteX42" fmla="*/ 5649068 w 9662615"/>
              <a:gd name="connsiteY42" fmla="*/ 1461676 h 1583140"/>
              <a:gd name="connsiteX43" fmla="*/ 5588902 w 9662615"/>
              <a:gd name="connsiteY43" fmla="*/ 1469647 h 1583140"/>
              <a:gd name="connsiteX44" fmla="*/ 5498090 w 9662615"/>
              <a:gd name="connsiteY44" fmla="*/ 1483173 h 1583140"/>
              <a:gd name="connsiteX45" fmla="*/ 5444641 w 9662615"/>
              <a:gd name="connsiteY45" fmla="*/ 1487602 h 1583140"/>
              <a:gd name="connsiteX46" fmla="*/ 5299812 w 9662615"/>
              <a:gd name="connsiteY46" fmla="*/ 1503362 h 1583140"/>
              <a:gd name="connsiteX47" fmla="*/ 5213947 w 9662615"/>
              <a:gd name="connsiteY47" fmla="*/ 1516637 h 1583140"/>
              <a:gd name="connsiteX48" fmla="*/ 5090342 w 9662615"/>
              <a:gd name="connsiteY48" fmla="*/ 1546680 h 1583140"/>
              <a:gd name="connsiteX49" fmla="*/ 5129812 w 9662615"/>
              <a:gd name="connsiteY49" fmla="*/ 1521277 h 1583140"/>
              <a:gd name="connsiteX50" fmla="*/ 5059484 w 9662615"/>
              <a:gd name="connsiteY50" fmla="*/ 1546802 h 1583140"/>
              <a:gd name="connsiteX51" fmla="*/ 5038524 w 9662615"/>
              <a:gd name="connsiteY51" fmla="*/ 1545675 h 1583140"/>
              <a:gd name="connsiteX52" fmla="*/ 5026564 w 9662615"/>
              <a:gd name="connsiteY52" fmla="*/ 1545376 h 1583140"/>
              <a:gd name="connsiteX53" fmla="*/ 4969433 w 9662615"/>
              <a:gd name="connsiteY53" fmla="*/ 1550865 h 1583140"/>
              <a:gd name="connsiteX54" fmla="*/ 4929254 w 9662615"/>
              <a:gd name="connsiteY54" fmla="*/ 1563452 h 1583140"/>
              <a:gd name="connsiteX55" fmla="*/ 4871726 w 9662615"/>
              <a:gd name="connsiteY55" fmla="*/ 1570584 h 1583140"/>
              <a:gd name="connsiteX56" fmla="*/ 4843267 w 9662615"/>
              <a:gd name="connsiteY56" fmla="*/ 1561459 h 1583140"/>
              <a:gd name="connsiteX57" fmla="*/ 4821058 w 9662615"/>
              <a:gd name="connsiteY57" fmla="*/ 1553078 h 1583140"/>
              <a:gd name="connsiteX58" fmla="*/ 4791466 w 9662615"/>
              <a:gd name="connsiteY58" fmla="*/ 1561324 h 1583140"/>
              <a:gd name="connsiteX59" fmla="*/ 4784247 w 9662615"/>
              <a:gd name="connsiteY59" fmla="*/ 1562342 h 1583140"/>
              <a:gd name="connsiteX60" fmla="*/ 4739309 w 9662615"/>
              <a:gd name="connsiteY60" fmla="*/ 1553948 h 1583140"/>
              <a:gd name="connsiteX61" fmla="*/ 4697562 w 9662615"/>
              <a:gd name="connsiteY61" fmla="*/ 1551206 h 1583140"/>
              <a:gd name="connsiteX62" fmla="*/ 4662664 w 9662615"/>
              <a:gd name="connsiteY62" fmla="*/ 1573162 h 1583140"/>
              <a:gd name="connsiteX63" fmla="*/ 4603028 w 9662615"/>
              <a:gd name="connsiteY63" fmla="*/ 1568821 h 1583140"/>
              <a:gd name="connsiteX64" fmla="*/ 4521734 w 9662615"/>
              <a:gd name="connsiteY64" fmla="*/ 1529359 h 1583140"/>
              <a:gd name="connsiteX65" fmla="*/ 4382398 w 9662615"/>
              <a:gd name="connsiteY65" fmla="*/ 1534108 h 1583140"/>
              <a:gd name="connsiteX66" fmla="*/ 4221826 w 9662615"/>
              <a:gd name="connsiteY66" fmla="*/ 1508923 h 1583140"/>
              <a:gd name="connsiteX67" fmla="*/ 4096601 w 9662615"/>
              <a:gd name="connsiteY67" fmla="*/ 1521563 h 1583140"/>
              <a:gd name="connsiteX68" fmla="*/ 3970635 w 9662615"/>
              <a:gd name="connsiteY68" fmla="*/ 1544815 h 1583140"/>
              <a:gd name="connsiteX69" fmla="*/ 3833906 w 9662615"/>
              <a:gd name="connsiteY69" fmla="*/ 1516637 h 1583140"/>
              <a:gd name="connsiteX70" fmla="*/ 3696258 w 9662615"/>
              <a:gd name="connsiteY70" fmla="*/ 1537563 h 1583140"/>
              <a:gd name="connsiteX71" fmla="*/ 3594070 w 9662615"/>
              <a:gd name="connsiteY71" fmla="*/ 1509422 h 1583140"/>
              <a:gd name="connsiteX72" fmla="*/ 3565233 w 9662615"/>
              <a:gd name="connsiteY72" fmla="*/ 1515122 h 1583140"/>
              <a:gd name="connsiteX73" fmla="*/ 3560267 w 9662615"/>
              <a:gd name="connsiteY73" fmla="*/ 1516288 h 1583140"/>
              <a:gd name="connsiteX74" fmla="*/ 3540258 w 9662615"/>
              <a:gd name="connsiteY74" fmla="*/ 1516976 h 1583140"/>
              <a:gd name="connsiteX75" fmla="*/ 3534780 w 9662615"/>
              <a:gd name="connsiteY75" fmla="*/ 1522141 h 1583140"/>
              <a:gd name="connsiteX76" fmla="*/ 3504783 w 9662615"/>
              <a:gd name="connsiteY76" fmla="*/ 1526739 h 1583140"/>
              <a:gd name="connsiteX77" fmla="*/ 3430805 w 9662615"/>
              <a:gd name="connsiteY77" fmla="*/ 1542521 h 1583140"/>
              <a:gd name="connsiteX78" fmla="*/ 3292707 w 9662615"/>
              <a:gd name="connsiteY78" fmla="*/ 1520490 h 1583140"/>
              <a:gd name="connsiteX79" fmla="*/ 3187872 w 9662615"/>
              <a:gd name="connsiteY79" fmla="*/ 1519991 h 1583140"/>
              <a:gd name="connsiteX80" fmla="*/ 3148026 w 9662615"/>
              <a:gd name="connsiteY80" fmla="*/ 1524777 h 1583140"/>
              <a:gd name="connsiteX81" fmla="*/ 3092394 w 9662615"/>
              <a:gd name="connsiteY81" fmla="*/ 1528115 h 1583140"/>
              <a:gd name="connsiteX82" fmla="*/ 2994200 w 9662615"/>
              <a:gd name="connsiteY82" fmla="*/ 1537857 h 1583140"/>
              <a:gd name="connsiteX83" fmla="*/ 2862301 w 9662615"/>
              <a:gd name="connsiteY83" fmla="*/ 1544250 h 1583140"/>
              <a:gd name="connsiteX84" fmla="*/ 2766335 w 9662615"/>
              <a:gd name="connsiteY84" fmla="*/ 1527662 h 1583140"/>
              <a:gd name="connsiteX85" fmla="*/ 2757836 w 9662615"/>
              <a:gd name="connsiteY85" fmla="*/ 1531371 h 1583140"/>
              <a:gd name="connsiteX86" fmla="*/ 2691555 w 9662615"/>
              <a:gd name="connsiteY86" fmla="*/ 1530283 h 1583140"/>
              <a:gd name="connsiteX87" fmla="*/ 2491676 w 9662615"/>
              <a:gd name="connsiteY87" fmla="*/ 1500859 h 1583140"/>
              <a:gd name="connsiteX88" fmla="*/ 2378036 w 9662615"/>
              <a:gd name="connsiteY88" fmla="*/ 1520645 h 1583140"/>
              <a:gd name="connsiteX89" fmla="*/ 2284269 w 9662615"/>
              <a:gd name="connsiteY89" fmla="*/ 1503068 h 1583140"/>
              <a:gd name="connsiteX90" fmla="*/ 2207104 w 9662615"/>
              <a:gd name="connsiteY90" fmla="*/ 1508888 h 1583140"/>
              <a:gd name="connsiteX91" fmla="*/ 2149226 w 9662615"/>
              <a:gd name="connsiteY91" fmla="*/ 1523409 h 1583140"/>
              <a:gd name="connsiteX92" fmla="*/ 2084783 w 9662615"/>
              <a:gd name="connsiteY92" fmla="*/ 1524245 h 1583140"/>
              <a:gd name="connsiteX93" fmla="*/ 2070075 w 9662615"/>
              <a:gd name="connsiteY93" fmla="*/ 1511285 h 1583140"/>
              <a:gd name="connsiteX94" fmla="*/ 2001057 w 9662615"/>
              <a:gd name="connsiteY94" fmla="*/ 1516449 h 1583140"/>
              <a:gd name="connsiteX95" fmla="*/ 1896330 w 9662615"/>
              <a:gd name="connsiteY95" fmla="*/ 1525725 h 1583140"/>
              <a:gd name="connsiteX96" fmla="*/ 1835994 w 9662615"/>
              <a:gd name="connsiteY96" fmla="*/ 1527678 h 1583140"/>
              <a:gd name="connsiteX97" fmla="*/ 1671119 w 9662615"/>
              <a:gd name="connsiteY97" fmla="*/ 1536701 h 1583140"/>
              <a:gd name="connsiteX98" fmla="*/ 1601337 w 9662615"/>
              <a:gd name="connsiteY98" fmla="*/ 1548552 h 1583140"/>
              <a:gd name="connsiteX99" fmla="*/ 1407755 w 9662615"/>
              <a:gd name="connsiteY99" fmla="*/ 1571444 h 1583140"/>
              <a:gd name="connsiteX100" fmla="*/ 1271994 w 9662615"/>
              <a:gd name="connsiteY100" fmla="*/ 1579471 h 1583140"/>
              <a:gd name="connsiteX101" fmla="*/ 1249226 w 9662615"/>
              <a:gd name="connsiteY101" fmla="*/ 1583140 h 1583140"/>
              <a:gd name="connsiteX102" fmla="*/ 1217719 w 9662615"/>
              <a:gd name="connsiteY102" fmla="*/ 1580863 h 1583140"/>
              <a:gd name="connsiteX103" fmla="*/ 1091432 w 9662615"/>
              <a:gd name="connsiteY103" fmla="*/ 1571003 h 1583140"/>
              <a:gd name="connsiteX104" fmla="*/ 992039 w 9662615"/>
              <a:gd name="connsiteY104" fmla="*/ 1556662 h 1583140"/>
              <a:gd name="connsiteX105" fmla="*/ 868264 w 9662615"/>
              <a:gd name="connsiteY105" fmla="*/ 1566392 h 1583140"/>
              <a:gd name="connsiteX106" fmla="*/ 792765 w 9662615"/>
              <a:gd name="connsiteY106" fmla="*/ 1563102 h 1583140"/>
              <a:gd name="connsiteX107" fmla="*/ 669055 w 9662615"/>
              <a:gd name="connsiteY107" fmla="*/ 1543638 h 1583140"/>
              <a:gd name="connsiteX108" fmla="*/ 506152 w 9662615"/>
              <a:gd name="connsiteY108" fmla="*/ 1549124 h 1583140"/>
              <a:gd name="connsiteX109" fmla="*/ 472797 w 9662615"/>
              <a:gd name="connsiteY109" fmla="*/ 1568904 h 1583140"/>
              <a:gd name="connsiteX110" fmla="*/ 427864 w 9662615"/>
              <a:gd name="connsiteY110" fmla="*/ 1580848 h 1583140"/>
              <a:gd name="connsiteX111" fmla="*/ 408381 w 9662615"/>
              <a:gd name="connsiteY111" fmla="*/ 1552940 h 1583140"/>
              <a:gd name="connsiteX112" fmla="*/ 267163 w 9662615"/>
              <a:gd name="connsiteY112" fmla="*/ 1531913 h 1583140"/>
              <a:gd name="connsiteX113" fmla="*/ 196644 w 9662615"/>
              <a:gd name="connsiteY113" fmla="*/ 1524565 h 1583140"/>
              <a:gd name="connsiteX114" fmla="*/ 86819 w 9662615"/>
              <a:gd name="connsiteY114" fmla="*/ 1519517 h 1583140"/>
              <a:gd name="connsiteX115" fmla="*/ 53369 w 9662615"/>
              <a:gd name="connsiteY115" fmla="*/ 1516853 h 1583140"/>
              <a:gd name="connsiteX116" fmla="*/ 2359 w 9662615"/>
              <a:gd name="connsiteY116" fmla="*/ 1515247 h 1583140"/>
              <a:gd name="connsiteX117" fmla="*/ 0 w 9662615"/>
              <a:gd name="connsiteY117" fmla="*/ 1514932 h 1583140"/>
              <a:gd name="connsiteX118" fmla="*/ 0 w 9662615"/>
              <a:gd name="connsiteY118" fmla="*/ 0 h 1583140"/>
              <a:gd name="connsiteX0" fmla="*/ 0 w 9662615"/>
              <a:gd name="connsiteY0" fmla="*/ 0 h 1583140"/>
              <a:gd name="connsiteX1" fmla="*/ 9662615 w 9662615"/>
              <a:gd name="connsiteY1" fmla="*/ 0 h 1583140"/>
              <a:gd name="connsiteX2" fmla="*/ 9662615 w 9662615"/>
              <a:gd name="connsiteY2" fmla="*/ 1280346 h 1583140"/>
              <a:gd name="connsiteX3" fmla="*/ 9658420 w 9662615"/>
              <a:gd name="connsiteY3" fmla="*/ 1280106 h 1583140"/>
              <a:gd name="connsiteX4" fmla="*/ 9469546 w 9662615"/>
              <a:gd name="connsiteY4" fmla="*/ 1289837 h 1583140"/>
              <a:gd name="connsiteX5" fmla="*/ 9385895 w 9662615"/>
              <a:gd name="connsiteY5" fmla="*/ 1269203 h 1583140"/>
              <a:gd name="connsiteX6" fmla="*/ 9144767 w 9662615"/>
              <a:gd name="connsiteY6" fmla="*/ 1264120 h 1583140"/>
              <a:gd name="connsiteX7" fmla="*/ 8837252 w 9662615"/>
              <a:gd name="connsiteY7" fmla="*/ 1350515 h 1583140"/>
              <a:gd name="connsiteX8" fmla="*/ 8705466 w 9662615"/>
              <a:gd name="connsiteY8" fmla="*/ 1342419 h 1583140"/>
              <a:gd name="connsiteX9" fmla="*/ 8652221 w 9662615"/>
              <a:gd name="connsiteY9" fmla="*/ 1326906 h 1583140"/>
              <a:gd name="connsiteX10" fmla="*/ 8632312 w 9662615"/>
              <a:gd name="connsiteY10" fmla="*/ 1326025 h 1583140"/>
              <a:gd name="connsiteX11" fmla="*/ 8591582 w 9662615"/>
              <a:gd name="connsiteY11" fmla="*/ 1341666 h 1583140"/>
              <a:gd name="connsiteX12" fmla="*/ 8537336 w 9662615"/>
              <a:gd name="connsiteY12" fmla="*/ 1341684 h 1583140"/>
              <a:gd name="connsiteX13" fmla="*/ 8472508 w 9662615"/>
              <a:gd name="connsiteY13" fmla="*/ 1363109 h 1583140"/>
              <a:gd name="connsiteX14" fmla="*/ 8258477 w 9662615"/>
              <a:gd name="connsiteY14" fmla="*/ 1370666 h 1583140"/>
              <a:gd name="connsiteX15" fmla="*/ 8197961 w 9662615"/>
              <a:gd name="connsiteY15" fmla="*/ 1392804 h 1583140"/>
              <a:gd name="connsiteX16" fmla="*/ 8171196 w 9662615"/>
              <a:gd name="connsiteY16" fmla="*/ 1397216 h 1583140"/>
              <a:gd name="connsiteX17" fmla="*/ 8127667 w 9662615"/>
              <a:gd name="connsiteY17" fmla="*/ 1418254 h 1583140"/>
              <a:gd name="connsiteX18" fmla="*/ 7974579 w 9662615"/>
              <a:gd name="connsiteY18" fmla="*/ 1383439 h 1583140"/>
              <a:gd name="connsiteX19" fmla="*/ 7768351 w 9662615"/>
              <a:gd name="connsiteY19" fmla="*/ 1395051 h 1583140"/>
              <a:gd name="connsiteX20" fmla="*/ 7635985 w 9662615"/>
              <a:gd name="connsiteY20" fmla="*/ 1386363 h 1583140"/>
              <a:gd name="connsiteX21" fmla="*/ 7466069 w 9662615"/>
              <a:gd name="connsiteY21" fmla="*/ 1377654 h 1583140"/>
              <a:gd name="connsiteX22" fmla="*/ 7355642 w 9662615"/>
              <a:gd name="connsiteY22" fmla="*/ 1407761 h 1583140"/>
              <a:gd name="connsiteX23" fmla="*/ 7151610 w 9662615"/>
              <a:gd name="connsiteY23" fmla="*/ 1397856 h 1583140"/>
              <a:gd name="connsiteX24" fmla="*/ 7082147 w 9662615"/>
              <a:gd name="connsiteY24" fmla="*/ 1406113 h 1583140"/>
              <a:gd name="connsiteX25" fmla="*/ 7014958 w 9662615"/>
              <a:gd name="connsiteY25" fmla="*/ 1396883 h 1583140"/>
              <a:gd name="connsiteX26" fmla="*/ 6907567 w 9662615"/>
              <a:gd name="connsiteY26" fmla="*/ 1419149 h 1583140"/>
              <a:gd name="connsiteX27" fmla="*/ 6748428 w 9662615"/>
              <a:gd name="connsiteY27" fmla="*/ 1420308 h 1583140"/>
              <a:gd name="connsiteX28" fmla="*/ 6654257 w 9662615"/>
              <a:gd name="connsiteY28" fmla="*/ 1424143 h 1583140"/>
              <a:gd name="connsiteX29" fmla="*/ 6620123 w 9662615"/>
              <a:gd name="connsiteY29" fmla="*/ 1430535 h 1583140"/>
              <a:gd name="connsiteX30" fmla="*/ 6571355 w 9662615"/>
              <a:gd name="connsiteY30" fmla="*/ 1436144 h 1583140"/>
              <a:gd name="connsiteX31" fmla="*/ 6486557 w 9662615"/>
              <a:gd name="connsiteY31" fmla="*/ 1449861 h 1583140"/>
              <a:gd name="connsiteX32" fmla="*/ 6370419 w 9662615"/>
              <a:gd name="connsiteY32" fmla="*/ 1461649 h 1583140"/>
              <a:gd name="connsiteX33" fmla="*/ 6278839 w 9662615"/>
              <a:gd name="connsiteY33" fmla="*/ 1449160 h 1583140"/>
              <a:gd name="connsiteX34" fmla="*/ 6272455 w 9662615"/>
              <a:gd name="connsiteY34" fmla="*/ 1453191 h 1583140"/>
              <a:gd name="connsiteX35" fmla="*/ 6212659 w 9662615"/>
              <a:gd name="connsiteY35" fmla="*/ 1454850 h 1583140"/>
              <a:gd name="connsiteX36" fmla="*/ 6069317 w 9662615"/>
              <a:gd name="connsiteY36" fmla="*/ 1445838 h 1583140"/>
              <a:gd name="connsiteX37" fmla="*/ 5878477 w 9662615"/>
              <a:gd name="connsiteY37" fmla="*/ 1439180 h 1583140"/>
              <a:gd name="connsiteX38" fmla="*/ 5838387 w 9662615"/>
              <a:gd name="connsiteY38" fmla="*/ 1444679 h 1583140"/>
              <a:gd name="connsiteX39" fmla="*/ 5771136 w 9662615"/>
              <a:gd name="connsiteY39" fmla="*/ 1453639 h 1583140"/>
              <a:gd name="connsiteX40" fmla="*/ 5724081 w 9662615"/>
              <a:gd name="connsiteY40" fmla="*/ 1470431 h 1583140"/>
              <a:gd name="connsiteX41" fmla="*/ 5666577 w 9662615"/>
              <a:gd name="connsiteY41" fmla="*/ 1473921 h 1583140"/>
              <a:gd name="connsiteX42" fmla="*/ 5649068 w 9662615"/>
              <a:gd name="connsiteY42" fmla="*/ 1461676 h 1583140"/>
              <a:gd name="connsiteX43" fmla="*/ 5588902 w 9662615"/>
              <a:gd name="connsiteY43" fmla="*/ 1469647 h 1583140"/>
              <a:gd name="connsiteX44" fmla="*/ 5498090 w 9662615"/>
              <a:gd name="connsiteY44" fmla="*/ 1483173 h 1583140"/>
              <a:gd name="connsiteX45" fmla="*/ 5444641 w 9662615"/>
              <a:gd name="connsiteY45" fmla="*/ 1487602 h 1583140"/>
              <a:gd name="connsiteX46" fmla="*/ 5299812 w 9662615"/>
              <a:gd name="connsiteY46" fmla="*/ 1503362 h 1583140"/>
              <a:gd name="connsiteX47" fmla="*/ 5213947 w 9662615"/>
              <a:gd name="connsiteY47" fmla="*/ 1516637 h 1583140"/>
              <a:gd name="connsiteX48" fmla="*/ 5090342 w 9662615"/>
              <a:gd name="connsiteY48" fmla="*/ 1546680 h 1583140"/>
              <a:gd name="connsiteX49" fmla="*/ 5129812 w 9662615"/>
              <a:gd name="connsiteY49" fmla="*/ 1521277 h 1583140"/>
              <a:gd name="connsiteX50" fmla="*/ 5059484 w 9662615"/>
              <a:gd name="connsiteY50" fmla="*/ 1546802 h 1583140"/>
              <a:gd name="connsiteX51" fmla="*/ 5038524 w 9662615"/>
              <a:gd name="connsiteY51" fmla="*/ 1545675 h 1583140"/>
              <a:gd name="connsiteX52" fmla="*/ 5026564 w 9662615"/>
              <a:gd name="connsiteY52" fmla="*/ 1545376 h 1583140"/>
              <a:gd name="connsiteX53" fmla="*/ 4969433 w 9662615"/>
              <a:gd name="connsiteY53" fmla="*/ 1550865 h 1583140"/>
              <a:gd name="connsiteX54" fmla="*/ 4929254 w 9662615"/>
              <a:gd name="connsiteY54" fmla="*/ 1563452 h 1583140"/>
              <a:gd name="connsiteX55" fmla="*/ 4871726 w 9662615"/>
              <a:gd name="connsiteY55" fmla="*/ 1570584 h 1583140"/>
              <a:gd name="connsiteX56" fmla="*/ 4843267 w 9662615"/>
              <a:gd name="connsiteY56" fmla="*/ 1561459 h 1583140"/>
              <a:gd name="connsiteX57" fmla="*/ 4821058 w 9662615"/>
              <a:gd name="connsiteY57" fmla="*/ 1553078 h 1583140"/>
              <a:gd name="connsiteX58" fmla="*/ 4791466 w 9662615"/>
              <a:gd name="connsiteY58" fmla="*/ 1561324 h 1583140"/>
              <a:gd name="connsiteX59" fmla="*/ 4784247 w 9662615"/>
              <a:gd name="connsiteY59" fmla="*/ 1562342 h 1583140"/>
              <a:gd name="connsiteX60" fmla="*/ 4739309 w 9662615"/>
              <a:gd name="connsiteY60" fmla="*/ 1553948 h 1583140"/>
              <a:gd name="connsiteX61" fmla="*/ 4697562 w 9662615"/>
              <a:gd name="connsiteY61" fmla="*/ 1551206 h 1583140"/>
              <a:gd name="connsiteX62" fmla="*/ 4662664 w 9662615"/>
              <a:gd name="connsiteY62" fmla="*/ 1573162 h 1583140"/>
              <a:gd name="connsiteX63" fmla="*/ 4603028 w 9662615"/>
              <a:gd name="connsiteY63" fmla="*/ 1568821 h 1583140"/>
              <a:gd name="connsiteX64" fmla="*/ 4521734 w 9662615"/>
              <a:gd name="connsiteY64" fmla="*/ 1529359 h 1583140"/>
              <a:gd name="connsiteX65" fmla="*/ 4382398 w 9662615"/>
              <a:gd name="connsiteY65" fmla="*/ 1534108 h 1583140"/>
              <a:gd name="connsiteX66" fmla="*/ 4221826 w 9662615"/>
              <a:gd name="connsiteY66" fmla="*/ 1508923 h 1583140"/>
              <a:gd name="connsiteX67" fmla="*/ 4096601 w 9662615"/>
              <a:gd name="connsiteY67" fmla="*/ 1521563 h 1583140"/>
              <a:gd name="connsiteX68" fmla="*/ 3970635 w 9662615"/>
              <a:gd name="connsiteY68" fmla="*/ 1544815 h 1583140"/>
              <a:gd name="connsiteX69" fmla="*/ 3833906 w 9662615"/>
              <a:gd name="connsiteY69" fmla="*/ 1516637 h 1583140"/>
              <a:gd name="connsiteX70" fmla="*/ 3696258 w 9662615"/>
              <a:gd name="connsiteY70" fmla="*/ 1537563 h 1583140"/>
              <a:gd name="connsiteX71" fmla="*/ 3594070 w 9662615"/>
              <a:gd name="connsiteY71" fmla="*/ 1509422 h 1583140"/>
              <a:gd name="connsiteX72" fmla="*/ 3565233 w 9662615"/>
              <a:gd name="connsiteY72" fmla="*/ 1515122 h 1583140"/>
              <a:gd name="connsiteX73" fmla="*/ 3560267 w 9662615"/>
              <a:gd name="connsiteY73" fmla="*/ 1516288 h 1583140"/>
              <a:gd name="connsiteX74" fmla="*/ 3540258 w 9662615"/>
              <a:gd name="connsiteY74" fmla="*/ 1516976 h 1583140"/>
              <a:gd name="connsiteX75" fmla="*/ 3534780 w 9662615"/>
              <a:gd name="connsiteY75" fmla="*/ 1522141 h 1583140"/>
              <a:gd name="connsiteX76" fmla="*/ 3504783 w 9662615"/>
              <a:gd name="connsiteY76" fmla="*/ 1526739 h 1583140"/>
              <a:gd name="connsiteX77" fmla="*/ 3430805 w 9662615"/>
              <a:gd name="connsiteY77" fmla="*/ 1542521 h 1583140"/>
              <a:gd name="connsiteX78" fmla="*/ 3292707 w 9662615"/>
              <a:gd name="connsiteY78" fmla="*/ 1520490 h 1583140"/>
              <a:gd name="connsiteX79" fmla="*/ 3187872 w 9662615"/>
              <a:gd name="connsiteY79" fmla="*/ 1519991 h 1583140"/>
              <a:gd name="connsiteX80" fmla="*/ 3148026 w 9662615"/>
              <a:gd name="connsiteY80" fmla="*/ 1524777 h 1583140"/>
              <a:gd name="connsiteX81" fmla="*/ 3092394 w 9662615"/>
              <a:gd name="connsiteY81" fmla="*/ 1528115 h 1583140"/>
              <a:gd name="connsiteX82" fmla="*/ 2994200 w 9662615"/>
              <a:gd name="connsiteY82" fmla="*/ 1537857 h 1583140"/>
              <a:gd name="connsiteX83" fmla="*/ 2862301 w 9662615"/>
              <a:gd name="connsiteY83" fmla="*/ 1544250 h 1583140"/>
              <a:gd name="connsiteX84" fmla="*/ 2766335 w 9662615"/>
              <a:gd name="connsiteY84" fmla="*/ 1527662 h 1583140"/>
              <a:gd name="connsiteX85" fmla="*/ 2757836 w 9662615"/>
              <a:gd name="connsiteY85" fmla="*/ 1531371 h 1583140"/>
              <a:gd name="connsiteX86" fmla="*/ 2691555 w 9662615"/>
              <a:gd name="connsiteY86" fmla="*/ 1530283 h 1583140"/>
              <a:gd name="connsiteX87" fmla="*/ 2491676 w 9662615"/>
              <a:gd name="connsiteY87" fmla="*/ 1500859 h 1583140"/>
              <a:gd name="connsiteX88" fmla="*/ 2378036 w 9662615"/>
              <a:gd name="connsiteY88" fmla="*/ 1520645 h 1583140"/>
              <a:gd name="connsiteX89" fmla="*/ 2284269 w 9662615"/>
              <a:gd name="connsiteY89" fmla="*/ 1503068 h 1583140"/>
              <a:gd name="connsiteX90" fmla="*/ 2207104 w 9662615"/>
              <a:gd name="connsiteY90" fmla="*/ 1508888 h 1583140"/>
              <a:gd name="connsiteX91" fmla="*/ 2149226 w 9662615"/>
              <a:gd name="connsiteY91" fmla="*/ 1523409 h 1583140"/>
              <a:gd name="connsiteX92" fmla="*/ 2084783 w 9662615"/>
              <a:gd name="connsiteY92" fmla="*/ 1524245 h 1583140"/>
              <a:gd name="connsiteX93" fmla="*/ 2070075 w 9662615"/>
              <a:gd name="connsiteY93" fmla="*/ 1511285 h 1583140"/>
              <a:gd name="connsiteX94" fmla="*/ 2001057 w 9662615"/>
              <a:gd name="connsiteY94" fmla="*/ 1516449 h 1583140"/>
              <a:gd name="connsiteX95" fmla="*/ 1896330 w 9662615"/>
              <a:gd name="connsiteY95" fmla="*/ 1525725 h 1583140"/>
              <a:gd name="connsiteX96" fmla="*/ 1835994 w 9662615"/>
              <a:gd name="connsiteY96" fmla="*/ 1527678 h 1583140"/>
              <a:gd name="connsiteX97" fmla="*/ 1671119 w 9662615"/>
              <a:gd name="connsiteY97" fmla="*/ 1536701 h 1583140"/>
              <a:gd name="connsiteX98" fmla="*/ 1601337 w 9662615"/>
              <a:gd name="connsiteY98" fmla="*/ 1548552 h 1583140"/>
              <a:gd name="connsiteX99" fmla="*/ 1407755 w 9662615"/>
              <a:gd name="connsiteY99" fmla="*/ 1571444 h 1583140"/>
              <a:gd name="connsiteX100" fmla="*/ 1271994 w 9662615"/>
              <a:gd name="connsiteY100" fmla="*/ 1579471 h 1583140"/>
              <a:gd name="connsiteX101" fmla="*/ 1249226 w 9662615"/>
              <a:gd name="connsiteY101" fmla="*/ 1583140 h 1583140"/>
              <a:gd name="connsiteX102" fmla="*/ 1217719 w 9662615"/>
              <a:gd name="connsiteY102" fmla="*/ 1580863 h 1583140"/>
              <a:gd name="connsiteX103" fmla="*/ 1091432 w 9662615"/>
              <a:gd name="connsiteY103" fmla="*/ 1571003 h 1583140"/>
              <a:gd name="connsiteX104" fmla="*/ 992039 w 9662615"/>
              <a:gd name="connsiteY104" fmla="*/ 1556662 h 1583140"/>
              <a:gd name="connsiteX105" fmla="*/ 868264 w 9662615"/>
              <a:gd name="connsiteY105" fmla="*/ 1566392 h 1583140"/>
              <a:gd name="connsiteX106" fmla="*/ 792765 w 9662615"/>
              <a:gd name="connsiteY106" fmla="*/ 1563102 h 1583140"/>
              <a:gd name="connsiteX107" fmla="*/ 669055 w 9662615"/>
              <a:gd name="connsiteY107" fmla="*/ 1543638 h 1583140"/>
              <a:gd name="connsiteX108" fmla="*/ 506152 w 9662615"/>
              <a:gd name="connsiteY108" fmla="*/ 1549124 h 1583140"/>
              <a:gd name="connsiteX109" fmla="*/ 472797 w 9662615"/>
              <a:gd name="connsiteY109" fmla="*/ 1568904 h 1583140"/>
              <a:gd name="connsiteX110" fmla="*/ 427864 w 9662615"/>
              <a:gd name="connsiteY110" fmla="*/ 1580848 h 1583140"/>
              <a:gd name="connsiteX111" fmla="*/ 408381 w 9662615"/>
              <a:gd name="connsiteY111" fmla="*/ 1552940 h 1583140"/>
              <a:gd name="connsiteX112" fmla="*/ 267163 w 9662615"/>
              <a:gd name="connsiteY112" fmla="*/ 1531913 h 1583140"/>
              <a:gd name="connsiteX113" fmla="*/ 196644 w 9662615"/>
              <a:gd name="connsiteY113" fmla="*/ 1524565 h 1583140"/>
              <a:gd name="connsiteX114" fmla="*/ 86819 w 9662615"/>
              <a:gd name="connsiteY114" fmla="*/ 1519517 h 1583140"/>
              <a:gd name="connsiteX115" fmla="*/ 53369 w 9662615"/>
              <a:gd name="connsiteY115" fmla="*/ 1516853 h 1583140"/>
              <a:gd name="connsiteX116" fmla="*/ 2359 w 9662615"/>
              <a:gd name="connsiteY116" fmla="*/ 1515247 h 1583140"/>
              <a:gd name="connsiteX117" fmla="*/ 0 w 9662615"/>
              <a:gd name="connsiteY117" fmla="*/ 1514932 h 1583140"/>
              <a:gd name="connsiteX118" fmla="*/ 0 w 9662615"/>
              <a:gd name="connsiteY118" fmla="*/ 0 h 1583140"/>
              <a:gd name="connsiteX0" fmla="*/ 0 w 9662615"/>
              <a:gd name="connsiteY0" fmla="*/ 0 h 1583140"/>
              <a:gd name="connsiteX1" fmla="*/ 9662615 w 9662615"/>
              <a:gd name="connsiteY1" fmla="*/ 0 h 1583140"/>
              <a:gd name="connsiteX2" fmla="*/ 9662615 w 9662615"/>
              <a:gd name="connsiteY2" fmla="*/ 1280346 h 1583140"/>
              <a:gd name="connsiteX3" fmla="*/ 9658420 w 9662615"/>
              <a:gd name="connsiteY3" fmla="*/ 1280106 h 1583140"/>
              <a:gd name="connsiteX4" fmla="*/ 9469546 w 9662615"/>
              <a:gd name="connsiteY4" fmla="*/ 1289837 h 1583140"/>
              <a:gd name="connsiteX5" fmla="*/ 9385895 w 9662615"/>
              <a:gd name="connsiteY5" fmla="*/ 1269203 h 1583140"/>
              <a:gd name="connsiteX6" fmla="*/ 9144767 w 9662615"/>
              <a:gd name="connsiteY6" fmla="*/ 1264120 h 1583140"/>
              <a:gd name="connsiteX7" fmla="*/ 8837252 w 9662615"/>
              <a:gd name="connsiteY7" fmla="*/ 1350515 h 1583140"/>
              <a:gd name="connsiteX8" fmla="*/ 8705466 w 9662615"/>
              <a:gd name="connsiteY8" fmla="*/ 1342419 h 1583140"/>
              <a:gd name="connsiteX9" fmla="*/ 8652221 w 9662615"/>
              <a:gd name="connsiteY9" fmla="*/ 1326906 h 1583140"/>
              <a:gd name="connsiteX10" fmla="*/ 8632312 w 9662615"/>
              <a:gd name="connsiteY10" fmla="*/ 1326025 h 1583140"/>
              <a:gd name="connsiteX11" fmla="*/ 8591582 w 9662615"/>
              <a:gd name="connsiteY11" fmla="*/ 1341666 h 1583140"/>
              <a:gd name="connsiteX12" fmla="*/ 8537336 w 9662615"/>
              <a:gd name="connsiteY12" fmla="*/ 1341684 h 1583140"/>
              <a:gd name="connsiteX13" fmla="*/ 8472508 w 9662615"/>
              <a:gd name="connsiteY13" fmla="*/ 1363109 h 1583140"/>
              <a:gd name="connsiteX14" fmla="*/ 8258477 w 9662615"/>
              <a:gd name="connsiteY14" fmla="*/ 1370666 h 1583140"/>
              <a:gd name="connsiteX15" fmla="*/ 8197961 w 9662615"/>
              <a:gd name="connsiteY15" fmla="*/ 1392804 h 1583140"/>
              <a:gd name="connsiteX16" fmla="*/ 8171196 w 9662615"/>
              <a:gd name="connsiteY16" fmla="*/ 1397216 h 1583140"/>
              <a:gd name="connsiteX17" fmla="*/ 8127667 w 9662615"/>
              <a:gd name="connsiteY17" fmla="*/ 1418254 h 1583140"/>
              <a:gd name="connsiteX18" fmla="*/ 7974579 w 9662615"/>
              <a:gd name="connsiteY18" fmla="*/ 1383439 h 1583140"/>
              <a:gd name="connsiteX19" fmla="*/ 7768351 w 9662615"/>
              <a:gd name="connsiteY19" fmla="*/ 1395051 h 1583140"/>
              <a:gd name="connsiteX20" fmla="*/ 7635985 w 9662615"/>
              <a:gd name="connsiteY20" fmla="*/ 1386363 h 1583140"/>
              <a:gd name="connsiteX21" fmla="*/ 7466069 w 9662615"/>
              <a:gd name="connsiteY21" fmla="*/ 1377654 h 1583140"/>
              <a:gd name="connsiteX22" fmla="*/ 7355642 w 9662615"/>
              <a:gd name="connsiteY22" fmla="*/ 1407761 h 1583140"/>
              <a:gd name="connsiteX23" fmla="*/ 7151610 w 9662615"/>
              <a:gd name="connsiteY23" fmla="*/ 1397856 h 1583140"/>
              <a:gd name="connsiteX24" fmla="*/ 7082147 w 9662615"/>
              <a:gd name="connsiteY24" fmla="*/ 1406113 h 1583140"/>
              <a:gd name="connsiteX25" fmla="*/ 7014958 w 9662615"/>
              <a:gd name="connsiteY25" fmla="*/ 1396883 h 1583140"/>
              <a:gd name="connsiteX26" fmla="*/ 6907567 w 9662615"/>
              <a:gd name="connsiteY26" fmla="*/ 1419149 h 1583140"/>
              <a:gd name="connsiteX27" fmla="*/ 6748428 w 9662615"/>
              <a:gd name="connsiteY27" fmla="*/ 1420308 h 1583140"/>
              <a:gd name="connsiteX28" fmla="*/ 6654257 w 9662615"/>
              <a:gd name="connsiteY28" fmla="*/ 1424143 h 1583140"/>
              <a:gd name="connsiteX29" fmla="*/ 6620123 w 9662615"/>
              <a:gd name="connsiteY29" fmla="*/ 1430535 h 1583140"/>
              <a:gd name="connsiteX30" fmla="*/ 6571355 w 9662615"/>
              <a:gd name="connsiteY30" fmla="*/ 1436144 h 1583140"/>
              <a:gd name="connsiteX31" fmla="*/ 6486557 w 9662615"/>
              <a:gd name="connsiteY31" fmla="*/ 1449861 h 1583140"/>
              <a:gd name="connsiteX32" fmla="*/ 6370419 w 9662615"/>
              <a:gd name="connsiteY32" fmla="*/ 1461649 h 1583140"/>
              <a:gd name="connsiteX33" fmla="*/ 6278839 w 9662615"/>
              <a:gd name="connsiteY33" fmla="*/ 1449160 h 1583140"/>
              <a:gd name="connsiteX34" fmla="*/ 6272455 w 9662615"/>
              <a:gd name="connsiteY34" fmla="*/ 1453191 h 1583140"/>
              <a:gd name="connsiteX35" fmla="*/ 6212659 w 9662615"/>
              <a:gd name="connsiteY35" fmla="*/ 1454850 h 1583140"/>
              <a:gd name="connsiteX36" fmla="*/ 6069317 w 9662615"/>
              <a:gd name="connsiteY36" fmla="*/ 1445838 h 1583140"/>
              <a:gd name="connsiteX37" fmla="*/ 5878477 w 9662615"/>
              <a:gd name="connsiteY37" fmla="*/ 1439180 h 1583140"/>
              <a:gd name="connsiteX38" fmla="*/ 5838387 w 9662615"/>
              <a:gd name="connsiteY38" fmla="*/ 1444679 h 1583140"/>
              <a:gd name="connsiteX39" fmla="*/ 5771136 w 9662615"/>
              <a:gd name="connsiteY39" fmla="*/ 1453639 h 1583140"/>
              <a:gd name="connsiteX40" fmla="*/ 5724081 w 9662615"/>
              <a:gd name="connsiteY40" fmla="*/ 1470431 h 1583140"/>
              <a:gd name="connsiteX41" fmla="*/ 5666577 w 9662615"/>
              <a:gd name="connsiteY41" fmla="*/ 1473921 h 1583140"/>
              <a:gd name="connsiteX42" fmla="*/ 5649068 w 9662615"/>
              <a:gd name="connsiteY42" fmla="*/ 1461676 h 1583140"/>
              <a:gd name="connsiteX43" fmla="*/ 5588902 w 9662615"/>
              <a:gd name="connsiteY43" fmla="*/ 1469647 h 1583140"/>
              <a:gd name="connsiteX44" fmla="*/ 5498090 w 9662615"/>
              <a:gd name="connsiteY44" fmla="*/ 1483173 h 1583140"/>
              <a:gd name="connsiteX45" fmla="*/ 5444641 w 9662615"/>
              <a:gd name="connsiteY45" fmla="*/ 1487602 h 1583140"/>
              <a:gd name="connsiteX46" fmla="*/ 5299812 w 9662615"/>
              <a:gd name="connsiteY46" fmla="*/ 1503362 h 1583140"/>
              <a:gd name="connsiteX47" fmla="*/ 5213947 w 9662615"/>
              <a:gd name="connsiteY47" fmla="*/ 1516637 h 1583140"/>
              <a:gd name="connsiteX48" fmla="*/ 5090342 w 9662615"/>
              <a:gd name="connsiteY48" fmla="*/ 1546680 h 1583140"/>
              <a:gd name="connsiteX49" fmla="*/ 5129812 w 9662615"/>
              <a:gd name="connsiteY49" fmla="*/ 1521277 h 1583140"/>
              <a:gd name="connsiteX50" fmla="*/ 5059484 w 9662615"/>
              <a:gd name="connsiteY50" fmla="*/ 1546802 h 1583140"/>
              <a:gd name="connsiteX51" fmla="*/ 5038524 w 9662615"/>
              <a:gd name="connsiteY51" fmla="*/ 1545675 h 1583140"/>
              <a:gd name="connsiteX52" fmla="*/ 5026564 w 9662615"/>
              <a:gd name="connsiteY52" fmla="*/ 1545376 h 1583140"/>
              <a:gd name="connsiteX53" fmla="*/ 4969433 w 9662615"/>
              <a:gd name="connsiteY53" fmla="*/ 1550865 h 1583140"/>
              <a:gd name="connsiteX54" fmla="*/ 4929254 w 9662615"/>
              <a:gd name="connsiteY54" fmla="*/ 1563452 h 1583140"/>
              <a:gd name="connsiteX55" fmla="*/ 4871726 w 9662615"/>
              <a:gd name="connsiteY55" fmla="*/ 1570584 h 1583140"/>
              <a:gd name="connsiteX56" fmla="*/ 4843267 w 9662615"/>
              <a:gd name="connsiteY56" fmla="*/ 1561459 h 1583140"/>
              <a:gd name="connsiteX57" fmla="*/ 4821058 w 9662615"/>
              <a:gd name="connsiteY57" fmla="*/ 1553078 h 1583140"/>
              <a:gd name="connsiteX58" fmla="*/ 4791466 w 9662615"/>
              <a:gd name="connsiteY58" fmla="*/ 1561324 h 1583140"/>
              <a:gd name="connsiteX59" fmla="*/ 4784247 w 9662615"/>
              <a:gd name="connsiteY59" fmla="*/ 1562342 h 1583140"/>
              <a:gd name="connsiteX60" fmla="*/ 4739309 w 9662615"/>
              <a:gd name="connsiteY60" fmla="*/ 1553948 h 1583140"/>
              <a:gd name="connsiteX61" fmla="*/ 4697562 w 9662615"/>
              <a:gd name="connsiteY61" fmla="*/ 1551206 h 1583140"/>
              <a:gd name="connsiteX62" fmla="*/ 4662664 w 9662615"/>
              <a:gd name="connsiteY62" fmla="*/ 1573162 h 1583140"/>
              <a:gd name="connsiteX63" fmla="*/ 4595077 w 9662615"/>
              <a:gd name="connsiteY63" fmla="*/ 1552918 h 1583140"/>
              <a:gd name="connsiteX64" fmla="*/ 4521734 w 9662615"/>
              <a:gd name="connsiteY64" fmla="*/ 1529359 h 1583140"/>
              <a:gd name="connsiteX65" fmla="*/ 4382398 w 9662615"/>
              <a:gd name="connsiteY65" fmla="*/ 1534108 h 1583140"/>
              <a:gd name="connsiteX66" fmla="*/ 4221826 w 9662615"/>
              <a:gd name="connsiteY66" fmla="*/ 1508923 h 1583140"/>
              <a:gd name="connsiteX67" fmla="*/ 4096601 w 9662615"/>
              <a:gd name="connsiteY67" fmla="*/ 1521563 h 1583140"/>
              <a:gd name="connsiteX68" fmla="*/ 3970635 w 9662615"/>
              <a:gd name="connsiteY68" fmla="*/ 1544815 h 1583140"/>
              <a:gd name="connsiteX69" fmla="*/ 3833906 w 9662615"/>
              <a:gd name="connsiteY69" fmla="*/ 1516637 h 1583140"/>
              <a:gd name="connsiteX70" fmla="*/ 3696258 w 9662615"/>
              <a:gd name="connsiteY70" fmla="*/ 1537563 h 1583140"/>
              <a:gd name="connsiteX71" fmla="*/ 3594070 w 9662615"/>
              <a:gd name="connsiteY71" fmla="*/ 1509422 h 1583140"/>
              <a:gd name="connsiteX72" fmla="*/ 3565233 w 9662615"/>
              <a:gd name="connsiteY72" fmla="*/ 1515122 h 1583140"/>
              <a:gd name="connsiteX73" fmla="*/ 3560267 w 9662615"/>
              <a:gd name="connsiteY73" fmla="*/ 1516288 h 1583140"/>
              <a:gd name="connsiteX74" fmla="*/ 3540258 w 9662615"/>
              <a:gd name="connsiteY74" fmla="*/ 1516976 h 1583140"/>
              <a:gd name="connsiteX75" fmla="*/ 3534780 w 9662615"/>
              <a:gd name="connsiteY75" fmla="*/ 1522141 h 1583140"/>
              <a:gd name="connsiteX76" fmla="*/ 3504783 w 9662615"/>
              <a:gd name="connsiteY76" fmla="*/ 1526739 h 1583140"/>
              <a:gd name="connsiteX77" fmla="*/ 3430805 w 9662615"/>
              <a:gd name="connsiteY77" fmla="*/ 1542521 h 1583140"/>
              <a:gd name="connsiteX78" fmla="*/ 3292707 w 9662615"/>
              <a:gd name="connsiteY78" fmla="*/ 1520490 h 1583140"/>
              <a:gd name="connsiteX79" fmla="*/ 3187872 w 9662615"/>
              <a:gd name="connsiteY79" fmla="*/ 1519991 h 1583140"/>
              <a:gd name="connsiteX80" fmla="*/ 3148026 w 9662615"/>
              <a:gd name="connsiteY80" fmla="*/ 1524777 h 1583140"/>
              <a:gd name="connsiteX81" fmla="*/ 3092394 w 9662615"/>
              <a:gd name="connsiteY81" fmla="*/ 1528115 h 1583140"/>
              <a:gd name="connsiteX82" fmla="*/ 2994200 w 9662615"/>
              <a:gd name="connsiteY82" fmla="*/ 1537857 h 1583140"/>
              <a:gd name="connsiteX83" fmla="*/ 2862301 w 9662615"/>
              <a:gd name="connsiteY83" fmla="*/ 1544250 h 1583140"/>
              <a:gd name="connsiteX84" fmla="*/ 2766335 w 9662615"/>
              <a:gd name="connsiteY84" fmla="*/ 1527662 h 1583140"/>
              <a:gd name="connsiteX85" fmla="*/ 2757836 w 9662615"/>
              <a:gd name="connsiteY85" fmla="*/ 1531371 h 1583140"/>
              <a:gd name="connsiteX86" fmla="*/ 2691555 w 9662615"/>
              <a:gd name="connsiteY86" fmla="*/ 1530283 h 1583140"/>
              <a:gd name="connsiteX87" fmla="*/ 2491676 w 9662615"/>
              <a:gd name="connsiteY87" fmla="*/ 1500859 h 1583140"/>
              <a:gd name="connsiteX88" fmla="*/ 2378036 w 9662615"/>
              <a:gd name="connsiteY88" fmla="*/ 1520645 h 1583140"/>
              <a:gd name="connsiteX89" fmla="*/ 2284269 w 9662615"/>
              <a:gd name="connsiteY89" fmla="*/ 1503068 h 1583140"/>
              <a:gd name="connsiteX90" fmla="*/ 2207104 w 9662615"/>
              <a:gd name="connsiteY90" fmla="*/ 1508888 h 1583140"/>
              <a:gd name="connsiteX91" fmla="*/ 2149226 w 9662615"/>
              <a:gd name="connsiteY91" fmla="*/ 1523409 h 1583140"/>
              <a:gd name="connsiteX92" fmla="*/ 2084783 w 9662615"/>
              <a:gd name="connsiteY92" fmla="*/ 1524245 h 1583140"/>
              <a:gd name="connsiteX93" fmla="*/ 2070075 w 9662615"/>
              <a:gd name="connsiteY93" fmla="*/ 1511285 h 1583140"/>
              <a:gd name="connsiteX94" fmla="*/ 2001057 w 9662615"/>
              <a:gd name="connsiteY94" fmla="*/ 1516449 h 1583140"/>
              <a:gd name="connsiteX95" fmla="*/ 1896330 w 9662615"/>
              <a:gd name="connsiteY95" fmla="*/ 1525725 h 1583140"/>
              <a:gd name="connsiteX96" fmla="*/ 1835994 w 9662615"/>
              <a:gd name="connsiteY96" fmla="*/ 1527678 h 1583140"/>
              <a:gd name="connsiteX97" fmla="*/ 1671119 w 9662615"/>
              <a:gd name="connsiteY97" fmla="*/ 1536701 h 1583140"/>
              <a:gd name="connsiteX98" fmla="*/ 1601337 w 9662615"/>
              <a:gd name="connsiteY98" fmla="*/ 1548552 h 1583140"/>
              <a:gd name="connsiteX99" fmla="*/ 1407755 w 9662615"/>
              <a:gd name="connsiteY99" fmla="*/ 1571444 h 1583140"/>
              <a:gd name="connsiteX100" fmla="*/ 1271994 w 9662615"/>
              <a:gd name="connsiteY100" fmla="*/ 1579471 h 1583140"/>
              <a:gd name="connsiteX101" fmla="*/ 1249226 w 9662615"/>
              <a:gd name="connsiteY101" fmla="*/ 1583140 h 1583140"/>
              <a:gd name="connsiteX102" fmla="*/ 1217719 w 9662615"/>
              <a:gd name="connsiteY102" fmla="*/ 1580863 h 1583140"/>
              <a:gd name="connsiteX103" fmla="*/ 1091432 w 9662615"/>
              <a:gd name="connsiteY103" fmla="*/ 1571003 h 1583140"/>
              <a:gd name="connsiteX104" fmla="*/ 992039 w 9662615"/>
              <a:gd name="connsiteY104" fmla="*/ 1556662 h 1583140"/>
              <a:gd name="connsiteX105" fmla="*/ 868264 w 9662615"/>
              <a:gd name="connsiteY105" fmla="*/ 1566392 h 1583140"/>
              <a:gd name="connsiteX106" fmla="*/ 792765 w 9662615"/>
              <a:gd name="connsiteY106" fmla="*/ 1563102 h 1583140"/>
              <a:gd name="connsiteX107" fmla="*/ 669055 w 9662615"/>
              <a:gd name="connsiteY107" fmla="*/ 1543638 h 1583140"/>
              <a:gd name="connsiteX108" fmla="*/ 506152 w 9662615"/>
              <a:gd name="connsiteY108" fmla="*/ 1549124 h 1583140"/>
              <a:gd name="connsiteX109" fmla="*/ 472797 w 9662615"/>
              <a:gd name="connsiteY109" fmla="*/ 1568904 h 1583140"/>
              <a:gd name="connsiteX110" fmla="*/ 427864 w 9662615"/>
              <a:gd name="connsiteY110" fmla="*/ 1580848 h 1583140"/>
              <a:gd name="connsiteX111" fmla="*/ 408381 w 9662615"/>
              <a:gd name="connsiteY111" fmla="*/ 1552940 h 1583140"/>
              <a:gd name="connsiteX112" fmla="*/ 267163 w 9662615"/>
              <a:gd name="connsiteY112" fmla="*/ 1531913 h 1583140"/>
              <a:gd name="connsiteX113" fmla="*/ 196644 w 9662615"/>
              <a:gd name="connsiteY113" fmla="*/ 1524565 h 1583140"/>
              <a:gd name="connsiteX114" fmla="*/ 86819 w 9662615"/>
              <a:gd name="connsiteY114" fmla="*/ 1519517 h 1583140"/>
              <a:gd name="connsiteX115" fmla="*/ 53369 w 9662615"/>
              <a:gd name="connsiteY115" fmla="*/ 1516853 h 1583140"/>
              <a:gd name="connsiteX116" fmla="*/ 2359 w 9662615"/>
              <a:gd name="connsiteY116" fmla="*/ 1515247 h 1583140"/>
              <a:gd name="connsiteX117" fmla="*/ 0 w 9662615"/>
              <a:gd name="connsiteY117" fmla="*/ 1514932 h 1583140"/>
              <a:gd name="connsiteX118" fmla="*/ 0 w 9662615"/>
              <a:gd name="connsiteY118" fmla="*/ 0 h 1583140"/>
              <a:gd name="connsiteX0" fmla="*/ 0 w 9662615"/>
              <a:gd name="connsiteY0" fmla="*/ 0 h 1583140"/>
              <a:gd name="connsiteX1" fmla="*/ 9662615 w 9662615"/>
              <a:gd name="connsiteY1" fmla="*/ 0 h 1583140"/>
              <a:gd name="connsiteX2" fmla="*/ 9662615 w 9662615"/>
              <a:gd name="connsiteY2" fmla="*/ 1280346 h 1583140"/>
              <a:gd name="connsiteX3" fmla="*/ 9658420 w 9662615"/>
              <a:gd name="connsiteY3" fmla="*/ 1280106 h 1583140"/>
              <a:gd name="connsiteX4" fmla="*/ 9469546 w 9662615"/>
              <a:gd name="connsiteY4" fmla="*/ 1289837 h 1583140"/>
              <a:gd name="connsiteX5" fmla="*/ 9385895 w 9662615"/>
              <a:gd name="connsiteY5" fmla="*/ 1269203 h 1583140"/>
              <a:gd name="connsiteX6" fmla="*/ 9144767 w 9662615"/>
              <a:gd name="connsiteY6" fmla="*/ 1264120 h 1583140"/>
              <a:gd name="connsiteX7" fmla="*/ 8837252 w 9662615"/>
              <a:gd name="connsiteY7" fmla="*/ 1350515 h 1583140"/>
              <a:gd name="connsiteX8" fmla="*/ 8705466 w 9662615"/>
              <a:gd name="connsiteY8" fmla="*/ 1342419 h 1583140"/>
              <a:gd name="connsiteX9" fmla="*/ 8652221 w 9662615"/>
              <a:gd name="connsiteY9" fmla="*/ 1326906 h 1583140"/>
              <a:gd name="connsiteX10" fmla="*/ 8632312 w 9662615"/>
              <a:gd name="connsiteY10" fmla="*/ 1326025 h 1583140"/>
              <a:gd name="connsiteX11" fmla="*/ 8591582 w 9662615"/>
              <a:gd name="connsiteY11" fmla="*/ 1341666 h 1583140"/>
              <a:gd name="connsiteX12" fmla="*/ 8537336 w 9662615"/>
              <a:gd name="connsiteY12" fmla="*/ 1341684 h 1583140"/>
              <a:gd name="connsiteX13" fmla="*/ 8472508 w 9662615"/>
              <a:gd name="connsiteY13" fmla="*/ 1363109 h 1583140"/>
              <a:gd name="connsiteX14" fmla="*/ 8258477 w 9662615"/>
              <a:gd name="connsiteY14" fmla="*/ 1370666 h 1583140"/>
              <a:gd name="connsiteX15" fmla="*/ 8197961 w 9662615"/>
              <a:gd name="connsiteY15" fmla="*/ 1392804 h 1583140"/>
              <a:gd name="connsiteX16" fmla="*/ 8171196 w 9662615"/>
              <a:gd name="connsiteY16" fmla="*/ 1397216 h 1583140"/>
              <a:gd name="connsiteX17" fmla="*/ 8127667 w 9662615"/>
              <a:gd name="connsiteY17" fmla="*/ 1418254 h 1583140"/>
              <a:gd name="connsiteX18" fmla="*/ 7974579 w 9662615"/>
              <a:gd name="connsiteY18" fmla="*/ 1383439 h 1583140"/>
              <a:gd name="connsiteX19" fmla="*/ 7768351 w 9662615"/>
              <a:gd name="connsiteY19" fmla="*/ 1395051 h 1583140"/>
              <a:gd name="connsiteX20" fmla="*/ 7635985 w 9662615"/>
              <a:gd name="connsiteY20" fmla="*/ 1386363 h 1583140"/>
              <a:gd name="connsiteX21" fmla="*/ 7466069 w 9662615"/>
              <a:gd name="connsiteY21" fmla="*/ 1377654 h 1583140"/>
              <a:gd name="connsiteX22" fmla="*/ 7355642 w 9662615"/>
              <a:gd name="connsiteY22" fmla="*/ 1407761 h 1583140"/>
              <a:gd name="connsiteX23" fmla="*/ 7151610 w 9662615"/>
              <a:gd name="connsiteY23" fmla="*/ 1397856 h 1583140"/>
              <a:gd name="connsiteX24" fmla="*/ 7082147 w 9662615"/>
              <a:gd name="connsiteY24" fmla="*/ 1406113 h 1583140"/>
              <a:gd name="connsiteX25" fmla="*/ 7014958 w 9662615"/>
              <a:gd name="connsiteY25" fmla="*/ 1396883 h 1583140"/>
              <a:gd name="connsiteX26" fmla="*/ 6907567 w 9662615"/>
              <a:gd name="connsiteY26" fmla="*/ 1419149 h 1583140"/>
              <a:gd name="connsiteX27" fmla="*/ 6748428 w 9662615"/>
              <a:gd name="connsiteY27" fmla="*/ 1420308 h 1583140"/>
              <a:gd name="connsiteX28" fmla="*/ 6654257 w 9662615"/>
              <a:gd name="connsiteY28" fmla="*/ 1424143 h 1583140"/>
              <a:gd name="connsiteX29" fmla="*/ 6620123 w 9662615"/>
              <a:gd name="connsiteY29" fmla="*/ 1430535 h 1583140"/>
              <a:gd name="connsiteX30" fmla="*/ 6571355 w 9662615"/>
              <a:gd name="connsiteY30" fmla="*/ 1436144 h 1583140"/>
              <a:gd name="connsiteX31" fmla="*/ 6486557 w 9662615"/>
              <a:gd name="connsiteY31" fmla="*/ 1449861 h 1583140"/>
              <a:gd name="connsiteX32" fmla="*/ 6370419 w 9662615"/>
              <a:gd name="connsiteY32" fmla="*/ 1461649 h 1583140"/>
              <a:gd name="connsiteX33" fmla="*/ 6278839 w 9662615"/>
              <a:gd name="connsiteY33" fmla="*/ 1449160 h 1583140"/>
              <a:gd name="connsiteX34" fmla="*/ 6272455 w 9662615"/>
              <a:gd name="connsiteY34" fmla="*/ 1453191 h 1583140"/>
              <a:gd name="connsiteX35" fmla="*/ 6212659 w 9662615"/>
              <a:gd name="connsiteY35" fmla="*/ 1454850 h 1583140"/>
              <a:gd name="connsiteX36" fmla="*/ 6069317 w 9662615"/>
              <a:gd name="connsiteY36" fmla="*/ 1445838 h 1583140"/>
              <a:gd name="connsiteX37" fmla="*/ 5878477 w 9662615"/>
              <a:gd name="connsiteY37" fmla="*/ 1439180 h 1583140"/>
              <a:gd name="connsiteX38" fmla="*/ 5838387 w 9662615"/>
              <a:gd name="connsiteY38" fmla="*/ 1444679 h 1583140"/>
              <a:gd name="connsiteX39" fmla="*/ 5771136 w 9662615"/>
              <a:gd name="connsiteY39" fmla="*/ 1453639 h 1583140"/>
              <a:gd name="connsiteX40" fmla="*/ 5724081 w 9662615"/>
              <a:gd name="connsiteY40" fmla="*/ 1470431 h 1583140"/>
              <a:gd name="connsiteX41" fmla="*/ 5666577 w 9662615"/>
              <a:gd name="connsiteY41" fmla="*/ 1473921 h 1583140"/>
              <a:gd name="connsiteX42" fmla="*/ 5649068 w 9662615"/>
              <a:gd name="connsiteY42" fmla="*/ 1461676 h 1583140"/>
              <a:gd name="connsiteX43" fmla="*/ 5588902 w 9662615"/>
              <a:gd name="connsiteY43" fmla="*/ 1469647 h 1583140"/>
              <a:gd name="connsiteX44" fmla="*/ 5498090 w 9662615"/>
              <a:gd name="connsiteY44" fmla="*/ 1483173 h 1583140"/>
              <a:gd name="connsiteX45" fmla="*/ 5444641 w 9662615"/>
              <a:gd name="connsiteY45" fmla="*/ 1487602 h 1583140"/>
              <a:gd name="connsiteX46" fmla="*/ 5299812 w 9662615"/>
              <a:gd name="connsiteY46" fmla="*/ 1503362 h 1583140"/>
              <a:gd name="connsiteX47" fmla="*/ 5213947 w 9662615"/>
              <a:gd name="connsiteY47" fmla="*/ 1516637 h 1583140"/>
              <a:gd name="connsiteX48" fmla="*/ 5090342 w 9662615"/>
              <a:gd name="connsiteY48" fmla="*/ 1546680 h 1583140"/>
              <a:gd name="connsiteX49" fmla="*/ 5129812 w 9662615"/>
              <a:gd name="connsiteY49" fmla="*/ 1521277 h 1583140"/>
              <a:gd name="connsiteX50" fmla="*/ 5059484 w 9662615"/>
              <a:gd name="connsiteY50" fmla="*/ 1546802 h 1583140"/>
              <a:gd name="connsiteX51" fmla="*/ 5038524 w 9662615"/>
              <a:gd name="connsiteY51" fmla="*/ 1545675 h 1583140"/>
              <a:gd name="connsiteX52" fmla="*/ 5026564 w 9662615"/>
              <a:gd name="connsiteY52" fmla="*/ 1545376 h 1583140"/>
              <a:gd name="connsiteX53" fmla="*/ 4969433 w 9662615"/>
              <a:gd name="connsiteY53" fmla="*/ 1550865 h 1583140"/>
              <a:gd name="connsiteX54" fmla="*/ 4929254 w 9662615"/>
              <a:gd name="connsiteY54" fmla="*/ 1563452 h 1583140"/>
              <a:gd name="connsiteX55" fmla="*/ 4871726 w 9662615"/>
              <a:gd name="connsiteY55" fmla="*/ 1570584 h 1583140"/>
              <a:gd name="connsiteX56" fmla="*/ 4843267 w 9662615"/>
              <a:gd name="connsiteY56" fmla="*/ 1561459 h 1583140"/>
              <a:gd name="connsiteX57" fmla="*/ 4821058 w 9662615"/>
              <a:gd name="connsiteY57" fmla="*/ 1553078 h 1583140"/>
              <a:gd name="connsiteX58" fmla="*/ 4791466 w 9662615"/>
              <a:gd name="connsiteY58" fmla="*/ 1561324 h 1583140"/>
              <a:gd name="connsiteX59" fmla="*/ 4784247 w 9662615"/>
              <a:gd name="connsiteY59" fmla="*/ 1562342 h 1583140"/>
              <a:gd name="connsiteX60" fmla="*/ 4739309 w 9662615"/>
              <a:gd name="connsiteY60" fmla="*/ 1553948 h 1583140"/>
              <a:gd name="connsiteX61" fmla="*/ 4697562 w 9662615"/>
              <a:gd name="connsiteY61" fmla="*/ 1551206 h 1583140"/>
              <a:gd name="connsiteX62" fmla="*/ 4662664 w 9662615"/>
              <a:gd name="connsiteY62" fmla="*/ 1573162 h 1583140"/>
              <a:gd name="connsiteX63" fmla="*/ 4595077 w 9662615"/>
              <a:gd name="connsiteY63" fmla="*/ 1552918 h 1583140"/>
              <a:gd name="connsiteX64" fmla="*/ 4521734 w 9662615"/>
              <a:gd name="connsiteY64" fmla="*/ 1529359 h 1583140"/>
              <a:gd name="connsiteX65" fmla="*/ 4382398 w 9662615"/>
              <a:gd name="connsiteY65" fmla="*/ 1534108 h 1583140"/>
              <a:gd name="connsiteX66" fmla="*/ 4221826 w 9662615"/>
              <a:gd name="connsiteY66" fmla="*/ 1508923 h 1583140"/>
              <a:gd name="connsiteX67" fmla="*/ 4096601 w 9662615"/>
              <a:gd name="connsiteY67" fmla="*/ 1521563 h 1583140"/>
              <a:gd name="connsiteX68" fmla="*/ 3970635 w 9662615"/>
              <a:gd name="connsiteY68" fmla="*/ 1544815 h 1583140"/>
              <a:gd name="connsiteX69" fmla="*/ 3833906 w 9662615"/>
              <a:gd name="connsiteY69" fmla="*/ 1516637 h 1583140"/>
              <a:gd name="connsiteX70" fmla="*/ 3696258 w 9662615"/>
              <a:gd name="connsiteY70" fmla="*/ 1537563 h 1583140"/>
              <a:gd name="connsiteX71" fmla="*/ 3594070 w 9662615"/>
              <a:gd name="connsiteY71" fmla="*/ 1509422 h 1583140"/>
              <a:gd name="connsiteX72" fmla="*/ 3565233 w 9662615"/>
              <a:gd name="connsiteY72" fmla="*/ 1515122 h 1583140"/>
              <a:gd name="connsiteX73" fmla="*/ 3560267 w 9662615"/>
              <a:gd name="connsiteY73" fmla="*/ 1516288 h 1583140"/>
              <a:gd name="connsiteX74" fmla="*/ 3540258 w 9662615"/>
              <a:gd name="connsiteY74" fmla="*/ 1516976 h 1583140"/>
              <a:gd name="connsiteX75" fmla="*/ 3534780 w 9662615"/>
              <a:gd name="connsiteY75" fmla="*/ 1522141 h 1583140"/>
              <a:gd name="connsiteX76" fmla="*/ 3504783 w 9662615"/>
              <a:gd name="connsiteY76" fmla="*/ 1526739 h 1583140"/>
              <a:gd name="connsiteX77" fmla="*/ 3430805 w 9662615"/>
              <a:gd name="connsiteY77" fmla="*/ 1542521 h 1583140"/>
              <a:gd name="connsiteX78" fmla="*/ 3292707 w 9662615"/>
              <a:gd name="connsiteY78" fmla="*/ 1520490 h 1583140"/>
              <a:gd name="connsiteX79" fmla="*/ 3187872 w 9662615"/>
              <a:gd name="connsiteY79" fmla="*/ 1519991 h 1583140"/>
              <a:gd name="connsiteX80" fmla="*/ 3148026 w 9662615"/>
              <a:gd name="connsiteY80" fmla="*/ 1524777 h 1583140"/>
              <a:gd name="connsiteX81" fmla="*/ 3092394 w 9662615"/>
              <a:gd name="connsiteY81" fmla="*/ 1528115 h 1583140"/>
              <a:gd name="connsiteX82" fmla="*/ 2994200 w 9662615"/>
              <a:gd name="connsiteY82" fmla="*/ 1537857 h 1583140"/>
              <a:gd name="connsiteX83" fmla="*/ 2862301 w 9662615"/>
              <a:gd name="connsiteY83" fmla="*/ 1544250 h 1583140"/>
              <a:gd name="connsiteX84" fmla="*/ 2766335 w 9662615"/>
              <a:gd name="connsiteY84" fmla="*/ 1527662 h 1583140"/>
              <a:gd name="connsiteX85" fmla="*/ 2757836 w 9662615"/>
              <a:gd name="connsiteY85" fmla="*/ 1531371 h 1583140"/>
              <a:gd name="connsiteX86" fmla="*/ 2691555 w 9662615"/>
              <a:gd name="connsiteY86" fmla="*/ 1530283 h 1583140"/>
              <a:gd name="connsiteX87" fmla="*/ 2491676 w 9662615"/>
              <a:gd name="connsiteY87" fmla="*/ 1500859 h 1583140"/>
              <a:gd name="connsiteX88" fmla="*/ 2378036 w 9662615"/>
              <a:gd name="connsiteY88" fmla="*/ 1520645 h 1583140"/>
              <a:gd name="connsiteX89" fmla="*/ 2284269 w 9662615"/>
              <a:gd name="connsiteY89" fmla="*/ 1503068 h 1583140"/>
              <a:gd name="connsiteX90" fmla="*/ 2207104 w 9662615"/>
              <a:gd name="connsiteY90" fmla="*/ 1508888 h 1583140"/>
              <a:gd name="connsiteX91" fmla="*/ 2149226 w 9662615"/>
              <a:gd name="connsiteY91" fmla="*/ 1523409 h 1583140"/>
              <a:gd name="connsiteX92" fmla="*/ 2084783 w 9662615"/>
              <a:gd name="connsiteY92" fmla="*/ 1524245 h 1583140"/>
              <a:gd name="connsiteX93" fmla="*/ 2070075 w 9662615"/>
              <a:gd name="connsiteY93" fmla="*/ 1511285 h 1583140"/>
              <a:gd name="connsiteX94" fmla="*/ 2001057 w 9662615"/>
              <a:gd name="connsiteY94" fmla="*/ 1516449 h 1583140"/>
              <a:gd name="connsiteX95" fmla="*/ 1896330 w 9662615"/>
              <a:gd name="connsiteY95" fmla="*/ 1525725 h 1583140"/>
              <a:gd name="connsiteX96" fmla="*/ 1835994 w 9662615"/>
              <a:gd name="connsiteY96" fmla="*/ 1527678 h 1583140"/>
              <a:gd name="connsiteX97" fmla="*/ 1671119 w 9662615"/>
              <a:gd name="connsiteY97" fmla="*/ 1536701 h 1583140"/>
              <a:gd name="connsiteX98" fmla="*/ 1601337 w 9662615"/>
              <a:gd name="connsiteY98" fmla="*/ 1548552 h 1583140"/>
              <a:gd name="connsiteX99" fmla="*/ 1407755 w 9662615"/>
              <a:gd name="connsiteY99" fmla="*/ 1571444 h 1583140"/>
              <a:gd name="connsiteX100" fmla="*/ 1271994 w 9662615"/>
              <a:gd name="connsiteY100" fmla="*/ 1579471 h 1583140"/>
              <a:gd name="connsiteX101" fmla="*/ 1249226 w 9662615"/>
              <a:gd name="connsiteY101" fmla="*/ 1583140 h 1583140"/>
              <a:gd name="connsiteX102" fmla="*/ 1217719 w 9662615"/>
              <a:gd name="connsiteY102" fmla="*/ 1580863 h 1583140"/>
              <a:gd name="connsiteX103" fmla="*/ 1091432 w 9662615"/>
              <a:gd name="connsiteY103" fmla="*/ 1571003 h 1583140"/>
              <a:gd name="connsiteX104" fmla="*/ 992039 w 9662615"/>
              <a:gd name="connsiteY104" fmla="*/ 1556662 h 1583140"/>
              <a:gd name="connsiteX105" fmla="*/ 868264 w 9662615"/>
              <a:gd name="connsiteY105" fmla="*/ 1566392 h 1583140"/>
              <a:gd name="connsiteX106" fmla="*/ 792765 w 9662615"/>
              <a:gd name="connsiteY106" fmla="*/ 1563102 h 1583140"/>
              <a:gd name="connsiteX107" fmla="*/ 669055 w 9662615"/>
              <a:gd name="connsiteY107" fmla="*/ 1543638 h 1583140"/>
              <a:gd name="connsiteX108" fmla="*/ 506152 w 9662615"/>
              <a:gd name="connsiteY108" fmla="*/ 1549124 h 1583140"/>
              <a:gd name="connsiteX109" fmla="*/ 472797 w 9662615"/>
              <a:gd name="connsiteY109" fmla="*/ 1568904 h 1583140"/>
              <a:gd name="connsiteX110" fmla="*/ 427864 w 9662615"/>
              <a:gd name="connsiteY110" fmla="*/ 1580848 h 1583140"/>
              <a:gd name="connsiteX111" fmla="*/ 408381 w 9662615"/>
              <a:gd name="connsiteY111" fmla="*/ 1552940 h 1583140"/>
              <a:gd name="connsiteX112" fmla="*/ 267163 w 9662615"/>
              <a:gd name="connsiteY112" fmla="*/ 1531913 h 1583140"/>
              <a:gd name="connsiteX113" fmla="*/ 196644 w 9662615"/>
              <a:gd name="connsiteY113" fmla="*/ 1524565 h 1583140"/>
              <a:gd name="connsiteX114" fmla="*/ 86819 w 9662615"/>
              <a:gd name="connsiteY114" fmla="*/ 1519517 h 1583140"/>
              <a:gd name="connsiteX115" fmla="*/ 53369 w 9662615"/>
              <a:gd name="connsiteY115" fmla="*/ 1516853 h 1583140"/>
              <a:gd name="connsiteX116" fmla="*/ 2359 w 9662615"/>
              <a:gd name="connsiteY116" fmla="*/ 1515247 h 1583140"/>
              <a:gd name="connsiteX117" fmla="*/ 0 w 9662615"/>
              <a:gd name="connsiteY117" fmla="*/ 1514932 h 1583140"/>
              <a:gd name="connsiteX118" fmla="*/ 0 w 9662615"/>
              <a:gd name="connsiteY118" fmla="*/ 0 h 1583140"/>
              <a:gd name="connsiteX0" fmla="*/ 0 w 9662615"/>
              <a:gd name="connsiteY0" fmla="*/ 0 h 1583140"/>
              <a:gd name="connsiteX1" fmla="*/ 9662615 w 9662615"/>
              <a:gd name="connsiteY1" fmla="*/ 0 h 1583140"/>
              <a:gd name="connsiteX2" fmla="*/ 9662615 w 9662615"/>
              <a:gd name="connsiteY2" fmla="*/ 1280346 h 1583140"/>
              <a:gd name="connsiteX3" fmla="*/ 9658420 w 9662615"/>
              <a:gd name="connsiteY3" fmla="*/ 1280106 h 1583140"/>
              <a:gd name="connsiteX4" fmla="*/ 9469546 w 9662615"/>
              <a:gd name="connsiteY4" fmla="*/ 1289837 h 1583140"/>
              <a:gd name="connsiteX5" fmla="*/ 9385895 w 9662615"/>
              <a:gd name="connsiteY5" fmla="*/ 1269203 h 1583140"/>
              <a:gd name="connsiteX6" fmla="*/ 9144767 w 9662615"/>
              <a:gd name="connsiteY6" fmla="*/ 1264120 h 1583140"/>
              <a:gd name="connsiteX7" fmla="*/ 8837252 w 9662615"/>
              <a:gd name="connsiteY7" fmla="*/ 1350515 h 1583140"/>
              <a:gd name="connsiteX8" fmla="*/ 8705466 w 9662615"/>
              <a:gd name="connsiteY8" fmla="*/ 1342419 h 1583140"/>
              <a:gd name="connsiteX9" fmla="*/ 8652221 w 9662615"/>
              <a:gd name="connsiteY9" fmla="*/ 1326906 h 1583140"/>
              <a:gd name="connsiteX10" fmla="*/ 8632312 w 9662615"/>
              <a:gd name="connsiteY10" fmla="*/ 1326025 h 1583140"/>
              <a:gd name="connsiteX11" fmla="*/ 8591582 w 9662615"/>
              <a:gd name="connsiteY11" fmla="*/ 1341666 h 1583140"/>
              <a:gd name="connsiteX12" fmla="*/ 8537336 w 9662615"/>
              <a:gd name="connsiteY12" fmla="*/ 1341684 h 1583140"/>
              <a:gd name="connsiteX13" fmla="*/ 8472508 w 9662615"/>
              <a:gd name="connsiteY13" fmla="*/ 1363109 h 1583140"/>
              <a:gd name="connsiteX14" fmla="*/ 8258477 w 9662615"/>
              <a:gd name="connsiteY14" fmla="*/ 1370666 h 1583140"/>
              <a:gd name="connsiteX15" fmla="*/ 8197961 w 9662615"/>
              <a:gd name="connsiteY15" fmla="*/ 1392804 h 1583140"/>
              <a:gd name="connsiteX16" fmla="*/ 8171196 w 9662615"/>
              <a:gd name="connsiteY16" fmla="*/ 1397216 h 1583140"/>
              <a:gd name="connsiteX17" fmla="*/ 8127667 w 9662615"/>
              <a:gd name="connsiteY17" fmla="*/ 1418254 h 1583140"/>
              <a:gd name="connsiteX18" fmla="*/ 7974579 w 9662615"/>
              <a:gd name="connsiteY18" fmla="*/ 1383439 h 1583140"/>
              <a:gd name="connsiteX19" fmla="*/ 7768351 w 9662615"/>
              <a:gd name="connsiteY19" fmla="*/ 1395051 h 1583140"/>
              <a:gd name="connsiteX20" fmla="*/ 7635985 w 9662615"/>
              <a:gd name="connsiteY20" fmla="*/ 1386363 h 1583140"/>
              <a:gd name="connsiteX21" fmla="*/ 7466069 w 9662615"/>
              <a:gd name="connsiteY21" fmla="*/ 1377654 h 1583140"/>
              <a:gd name="connsiteX22" fmla="*/ 7355642 w 9662615"/>
              <a:gd name="connsiteY22" fmla="*/ 1407761 h 1583140"/>
              <a:gd name="connsiteX23" fmla="*/ 7151610 w 9662615"/>
              <a:gd name="connsiteY23" fmla="*/ 1397856 h 1583140"/>
              <a:gd name="connsiteX24" fmla="*/ 7082147 w 9662615"/>
              <a:gd name="connsiteY24" fmla="*/ 1406113 h 1583140"/>
              <a:gd name="connsiteX25" fmla="*/ 7014958 w 9662615"/>
              <a:gd name="connsiteY25" fmla="*/ 1396883 h 1583140"/>
              <a:gd name="connsiteX26" fmla="*/ 6907567 w 9662615"/>
              <a:gd name="connsiteY26" fmla="*/ 1419149 h 1583140"/>
              <a:gd name="connsiteX27" fmla="*/ 6748428 w 9662615"/>
              <a:gd name="connsiteY27" fmla="*/ 1420308 h 1583140"/>
              <a:gd name="connsiteX28" fmla="*/ 6654257 w 9662615"/>
              <a:gd name="connsiteY28" fmla="*/ 1424143 h 1583140"/>
              <a:gd name="connsiteX29" fmla="*/ 6620123 w 9662615"/>
              <a:gd name="connsiteY29" fmla="*/ 1430535 h 1583140"/>
              <a:gd name="connsiteX30" fmla="*/ 6571355 w 9662615"/>
              <a:gd name="connsiteY30" fmla="*/ 1436144 h 1583140"/>
              <a:gd name="connsiteX31" fmla="*/ 6486557 w 9662615"/>
              <a:gd name="connsiteY31" fmla="*/ 1449861 h 1583140"/>
              <a:gd name="connsiteX32" fmla="*/ 6370419 w 9662615"/>
              <a:gd name="connsiteY32" fmla="*/ 1461649 h 1583140"/>
              <a:gd name="connsiteX33" fmla="*/ 6278839 w 9662615"/>
              <a:gd name="connsiteY33" fmla="*/ 1449160 h 1583140"/>
              <a:gd name="connsiteX34" fmla="*/ 6272455 w 9662615"/>
              <a:gd name="connsiteY34" fmla="*/ 1453191 h 1583140"/>
              <a:gd name="connsiteX35" fmla="*/ 6212659 w 9662615"/>
              <a:gd name="connsiteY35" fmla="*/ 1454850 h 1583140"/>
              <a:gd name="connsiteX36" fmla="*/ 6069317 w 9662615"/>
              <a:gd name="connsiteY36" fmla="*/ 1445838 h 1583140"/>
              <a:gd name="connsiteX37" fmla="*/ 5878477 w 9662615"/>
              <a:gd name="connsiteY37" fmla="*/ 1439180 h 1583140"/>
              <a:gd name="connsiteX38" fmla="*/ 5838387 w 9662615"/>
              <a:gd name="connsiteY38" fmla="*/ 1444679 h 1583140"/>
              <a:gd name="connsiteX39" fmla="*/ 5771136 w 9662615"/>
              <a:gd name="connsiteY39" fmla="*/ 1453639 h 1583140"/>
              <a:gd name="connsiteX40" fmla="*/ 5724081 w 9662615"/>
              <a:gd name="connsiteY40" fmla="*/ 1470431 h 1583140"/>
              <a:gd name="connsiteX41" fmla="*/ 5666577 w 9662615"/>
              <a:gd name="connsiteY41" fmla="*/ 1473921 h 1583140"/>
              <a:gd name="connsiteX42" fmla="*/ 5649068 w 9662615"/>
              <a:gd name="connsiteY42" fmla="*/ 1461676 h 1583140"/>
              <a:gd name="connsiteX43" fmla="*/ 5588902 w 9662615"/>
              <a:gd name="connsiteY43" fmla="*/ 1469647 h 1583140"/>
              <a:gd name="connsiteX44" fmla="*/ 5498090 w 9662615"/>
              <a:gd name="connsiteY44" fmla="*/ 1483173 h 1583140"/>
              <a:gd name="connsiteX45" fmla="*/ 5444641 w 9662615"/>
              <a:gd name="connsiteY45" fmla="*/ 1487602 h 1583140"/>
              <a:gd name="connsiteX46" fmla="*/ 5299812 w 9662615"/>
              <a:gd name="connsiteY46" fmla="*/ 1503362 h 1583140"/>
              <a:gd name="connsiteX47" fmla="*/ 5213947 w 9662615"/>
              <a:gd name="connsiteY47" fmla="*/ 1516637 h 1583140"/>
              <a:gd name="connsiteX48" fmla="*/ 5090342 w 9662615"/>
              <a:gd name="connsiteY48" fmla="*/ 1546680 h 1583140"/>
              <a:gd name="connsiteX49" fmla="*/ 5129812 w 9662615"/>
              <a:gd name="connsiteY49" fmla="*/ 1521277 h 1583140"/>
              <a:gd name="connsiteX50" fmla="*/ 5059484 w 9662615"/>
              <a:gd name="connsiteY50" fmla="*/ 1546802 h 1583140"/>
              <a:gd name="connsiteX51" fmla="*/ 5038524 w 9662615"/>
              <a:gd name="connsiteY51" fmla="*/ 1545675 h 1583140"/>
              <a:gd name="connsiteX52" fmla="*/ 5026564 w 9662615"/>
              <a:gd name="connsiteY52" fmla="*/ 1545376 h 1583140"/>
              <a:gd name="connsiteX53" fmla="*/ 4969433 w 9662615"/>
              <a:gd name="connsiteY53" fmla="*/ 1550865 h 1583140"/>
              <a:gd name="connsiteX54" fmla="*/ 4929254 w 9662615"/>
              <a:gd name="connsiteY54" fmla="*/ 1563452 h 1583140"/>
              <a:gd name="connsiteX55" fmla="*/ 4871726 w 9662615"/>
              <a:gd name="connsiteY55" fmla="*/ 1570584 h 1583140"/>
              <a:gd name="connsiteX56" fmla="*/ 4843267 w 9662615"/>
              <a:gd name="connsiteY56" fmla="*/ 1561459 h 1583140"/>
              <a:gd name="connsiteX57" fmla="*/ 4821058 w 9662615"/>
              <a:gd name="connsiteY57" fmla="*/ 1553078 h 1583140"/>
              <a:gd name="connsiteX58" fmla="*/ 4791466 w 9662615"/>
              <a:gd name="connsiteY58" fmla="*/ 1561324 h 1583140"/>
              <a:gd name="connsiteX59" fmla="*/ 4784247 w 9662615"/>
              <a:gd name="connsiteY59" fmla="*/ 1562342 h 1583140"/>
              <a:gd name="connsiteX60" fmla="*/ 4739309 w 9662615"/>
              <a:gd name="connsiteY60" fmla="*/ 1553948 h 1583140"/>
              <a:gd name="connsiteX61" fmla="*/ 4697562 w 9662615"/>
              <a:gd name="connsiteY61" fmla="*/ 1551206 h 1583140"/>
              <a:gd name="connsiteX62" fmla="*/ 4662664 w 9662615"/>
              <a:gd name="connsiteY62" fmla="*/ 1573162 h 1583140"/>
              <a:gd name="connsiteX63" fmla="*/ 4583150 w 9662615"/>
              <a:gd name="connsiteY63" fmla="*/ 1529064 h 1583140"/>
              <a:gd name="connsiteX64" fmla="*/ 4521734 w 9662615"/>
              <a:gd name="connsiteY64" fmla="*/ 1529359 h 1583140"/>
              <a:gd name="connsiteX65" fmla="*/ 4382398 w 9662615"/>
              <a:gd name="connsiteY65" fmla="*/ 1534108 h 1583140"/>
              <a:gd name="connsiteX66" fmla="*/ 4221826 w 9662615"/>
              <a:gd name="connsiteY66" fmla="*/ 1508923 h 1583140"/>
              <a:gd name="connsiteX67" fmla="*/ 4096601 w 9662615"/>
              <a:gd name="connsiteY67" fmla="*/ 1521563 h 1583140"/>
              <a:gd name="connsiteX68" fmla="*/ 3970635 w 9662615"/>
              <a:gd name="connsiteY68" fmla="*/ 1544815 h 1583140"/>
              <a:gd name="connsiteX69" fmla="*/ 3833906 w 9662615"/>
              <a:gd name="connsiteY69" fmla="*/ 1516637 h 1583140"/>
              <a:gd name="connsiteX70" fmla="*/ 3696258 w 9662615"/>
              <a:gd name="connsiteY70" fmla="*/ 1537563 h 1583140"/>
              <a:gd name="connsiteX71" fmla="*/ 3594070 w 9662615"/>
              <a:gd name="connsiteY71" fmla="*/ 1509422 h 1583140"/>
              <a:gd name="connsiteX72" fmla="*/ 3565233 w 9662615"/>
              <a:gd name="connsiteY72" fmla="*/ 1515122 h 1583140"/>
              <a:gd name="connsiteX73" fmla="*/ 3560267 w 9662615"/>
              <a:gd name="connsiteY73" fmla="*/ 1516288 h 1583140"/>
              <a:gd name="connsiteX74" fmla="*/ 3540258 w 9662615"/>
              <a:gd name="connsiteY74" fmla="*/ 1516976 h 1583140"/>
              <a:gd name="connsiteX75" fmla="*/ 3534780 w 9662615"/>
              <a:gd name="connsiteY75" fmla="*/ 1522141 h 1583140"/>
              <a:gd name="connsiteX76" fmla="*/ 3504783 w 9662615"/>
              <a:gd name="connsiteY76" fmla="*/ 1526739 h 1583140"/>
              <a:gd name="connsiteX77" fmla="*/ 3430805 w 9662615"/>
              <a:gd name="connsiteY77" fmla="*/ 1542521 h 1583140"/>
              <a:gd name="connsiteX78" fmla="*/ 3292707 w 9662615"/>
              <a:gd name="connsiteY78" fmla="*/ 1520490 h 1583140"/>
              <a:gd name="connsiteX79" fmla="*/ 3187872 w 9662615"/>
              <a:gd name="connsiteY79" fmla="*/ 1519991 h 1583140"/>
              <a:gd name="connsiteX80" fmla="*/ 3148026 w 9662615"/>
              <a:gd name="connsiteY80" fmla="*/ 1524777 h 1583140"/>
              <a:gd name="connsiteX81" fmla="*/ 3092394 w 9662615"/>
              <a:gd name="connsiteY81" fmla="*/ 1528115 h 1583140"/>
              <a:gd name="connsiteX82" fmla="*/ 2994200 w 9662615"/>
              <a:gd name="connsiteY82" fmla="*/ 1537857 h 1583140"/>
              <a:gd name="connsiteX83" fmla="*/ 2862301 w 9662615"/>
              <a:gd name="connsiteY83" fmla="*/ 1544250 h 1583140"/>
              <a:gd name="connsiteX84" fmla="*/ 2766335 w 9662615"/>
              <a:gd name="connsiteY84" fmla="*/ 1527662 h 1583140"/>
              <a:gd name="connsiteX85" fmla="*/ 2757836 w 9662615"/>
              <a:gd name="connsiteY85" fmla="*/ 1531371 h 1583140"/>
              <a:gd name="connsiteX86" fmla="*/ 2691555 w 9662615"/>
              <a:gd name="connsiteY86" fmla="*/ 1530283 h 1583140"/>
              <a:gd name="connsiteX87" fmla="*/ 2491676 w 9662615"/>
              <a:gd name="connsiteY87" fmla="*/ 1500859 h 1583140"/>
              <a:gd name="connsiteX88" fmla="*/ 2378036 w 9662615"/>
              <a:gd name="connsiteY88" fmla="*/ 1520645 h 1583140"/>
              <a:gd name="connsiteX89" fmla="*/ 2284269 w 9662615"/>
              <a:gd name="connsiteY89" fmla="*/ 1503068 h 1583140"/>
              <a:gd name="connsiteX90" fmla="*/ 2207104 w 9662615"/>
              <a:gd name="connsiteY90" fmla="*/ 1508888 h 1583140"/>
              <a:gd name="connsiteX91" fmla="*/ 2149226 w 9662615"/>
              <a:gd name="connsiteY91" fmla="*/ 1523409 h 1583140"/>
              <a:gd name="connsiteX92" fmla="*/ 2084783 w 9662615"/>
              <a:gd name="connsiteY92" fmla="*/ 1524245 h 1583140"/>
              <a:gd name="connsiteX93" fmla="*/ 2070075 w 9662615"/>
              <a:gd name="connsiteY93" fmla="*/ 1511285 h 1583140"/>
              <a:gd name="connsiteX94" fmla="*/ 2001057 w 9662615"/>
              <a:gd name="connsiteY94" fmla="*/ 1516449 h 1583140"/>
              <a:gd name="connsiteX95" fmla="*/ 1896330 w 9662615"/>
              <a:gd name="connsiteY95" fmla="*/ 1525725 h 1583140"/>
              <a:gd name="connsiteX96" fmla="*/ 1835994 w 9662615"/>
              <a:gd name="connsiteY96" fmla="*/ 1527678 h 1583140"/>
              <a:gd name="connsiteX97" fmla="*/ 1671119 w 9662615"/>
              <a:gd name="connsiteY97" fmla="*/ 1536701 h 1583140"/>
              <a:gd name="connsiteX98" fmla="*/ 1601337 w 9662615"/>
              <a:gd name="connsiteY98" fmla="*/ 1548552 h 1583140"/>
              <a:gd name="connsiteX99" fmla="*/ 1407755 w 9662615"/>
              <a:gd name="connsiteY99" fmla="*/ 1571444 h 1583140"/>
              <a:gd name="connsiteX100" fmla="*/ 1271994 w 9662615"/>
              <a:gd name="connsiteY100" fmla="*/ 1579471 h 1583140"/>
              <a:gd name="connsiteX101" fmla="*/ 1249226 w 9662615"/>
              <a:gd name="connsiteY101" fmla="*/ 1583140 h 1583140"/>
              <a:gd name="connsiteX102" fmla="*/ 1217719 w 9662615"/>
              <a:gd name="connsiteY102" fmla="*/ 1580863 h 1583140"/>
              <a:gd name="connsiteX103" fmla="*/ 1091432 w 9662615"/>
              <a:gd name="connsiteY103" fmla="*/ 1571003 h 1583140"/>
              <a:gd name="connsiteX104" fmla="*/ 992039 w 9662615"/>
              <a:gd name="connsiteY104" fmla="*/ 1556662 h 1583140"/>
              <a:gd name="connsiteX105" fmla="*/ 868264 w 9662615"/>
              <a:gd name="connsiteY105" fmla="*/ 1566392 h 1583140"/>
              <a:gd name="connsiteX106" fmla="*/ 792765 w 9662615"/>
              <a:gd name="connsiteY106" fmla="*/ 1563102 h 1583140"/>
              <a:gd name="connsiteX107" fmla="*/ 669055 w 9662615"/>
              <a:gd name="connsiteY107" fmla="*/ 1543638 h 1583140"/>
              <a:gd name="connsiteX108" fmla="*/ 506152 w 9662615"/>
              <a:gd name="connsiteY108" fmla="*/ 1549124 h 1583140"/>
              <a:gd name="connsiteX109" fmla="*/ 472797 w 9662615"/>
              <a:gd name="connsiteY109" fmla="*/ 1568904 h 1583140"/>
              <a:gd name="connsiteX110" fmla="*/ 427864 w 9662615"/>
              <a:gd name="connsiteY110" fmla="*/ 1580848 h 1583140"/>
              <a:gd name="connsiteX111" fmla="*/ 408381 w 9662615"/>
              <a:gd name="connsiteY111" fmla="*/ 1552940 h 1583140"/>
              <a:gd name="connsiteX112" fmla="*/ 267163 w 9662615"/>
              <a:gd name="connsiteY112" fmla="*/ 1531913 h 1583140"/>
              <a:gd name="connsiteX113" fmla="*/ 196644 w 9662615"/>
              <a:gd name="connsiteY113" fmla="*/ 1524565 h 1583140"/>
              <a:gd name="connsiteX114" fmla="*/ 86819 w 9662615"/>
              <a:gd name="connsiteY114" fmla="*/ 1519517 h 1583140"/>
              <a:gd name="connsiteX115" fmla="*/ 53369 w 9662615"/>
              <a:gd name="connsiteY115" fmla="*/ 1516853 h 1583140"/>
              <a:gd name="connsiteX116" fmla="*/ 2359 w 9662615"/>
              <a:gd name="connsiteY116" fmla="*/ 1515247 h 1583140"/>
              <a:gd name="connsiteX117" fmla="*/ 0 w 9662615"/>
              <a:gd name="connsiteY117" fmla="*/ 1514932 h 1583140"/>
              <a:gd name="connsiteX118" fmla="*/ 0 w 9662615"/>
              <a:gd name="connsiteY118" fmla="*/ 0 h 1583140"/>
              <a:gd name="connsiteX0" fmla="*/ 0 w 9662615"/>
              <a:gd name="connsiteY0" fmla="*/ 0 h 1583140"/>
              <a:gd name="connsiteX1" fmla="*/ 9662615 w 9662615"/>
              <a:gd name="connsiteY1" fmla="*/ 0 h 1583140"/>
              <a:gd name="connsiteX2" fmla="*/ 9662615 w 9662615"/>
              <a:gd name="connsiteY2" fmla="*/ 1280346 h 1583140"/>
              <a:gd name="connsiteX3" fmla="*/ 9658420 w 9662615"/>
              <a:gd name="connsiteY3" fmla="*/ 1280106 h 1583140"/>
              <a:gd name="connsiteX4" fmla="*/ 9469546 w 9662615"/>
              <a:gd name="connsiteY4" fmla="*/ 1289837 h 1583140"/>
              <a:gd name="connsiteX5" fmla="*/ 9385895 w 9662615"/>
              <a:gd name="connsiteY5" fmla="*/ 1269203 h 1583140"/>
              <a:gd name="connsiteX6" fmla="*/ 9144767 w 9662615"/>
              <a:gd name="connsiteY6" fmla="*/ 1264120 h 1583140"/>
              <a:gd name="connsiteX7" fmla="*/ 8837252 w 9662615"/>
              <a:gd name="connsiteY7" fmla="*/ 1350515 h 1583140"/>
              <a:gd name="connsiteX8" fmla="*/ 8705466 w 9662615"/>
              <a:gd name="connsiteY8" fmla="*/ 1342419 h 1583140"/>
              <a:gd name="connsiteX9" fmla="*/ 8652221 w 9662615"/>
              <a:gd name="connsiteY9" fmla="*/ 1326906 h 1583140"/>
              <a:gd name="connsiteX10" fmla="*/ 8632312 w 9662615"/>
              <a:gd name="connsiteY10" fmla="*/ 1326025 h 1583140"/>
              <a:gd name="connsiteX11" fmla="*/ 8591582 w 9662615"/>
              <a:gd name="connsiteY11" fmla="*/ 1341666 h 1583140"/>
              <a:gd name="connsiteX12" fmla="*/ 8537336 w 9662615"/>
              <a:gd name="connsiteY12" fmla="*/ 1341684 h 1583140"/>
              <a:gd name="connsiteX13" fmla="*/ 8472508 w 9662615"/>
              <a:gd name="connsiteY13" fmla="*/ 1363109 h 1583140"/>
              <a:gd name="connsiteX14" fmla="*/ 8258477 w 9662615"/>
              <a:gd name="connsiteY14" fmla="*/ 1370666 h 1583140"/>
              <a:gd name="connsiteX15" fmla="*/ 8197961 w 9662615"/>
              <a:gd name="connsiteY15" fmla="*/ 1392804 h 1583140"/>
              <a:gd name="connsiteX16" fmla="*/ 8171196 w 9662615"/>
              <a:gd name="connsiteY16" fmla="*/ 1397216 h 1583140"/>
              <a:gd name="connsiteX17" fmla="*/ 8127667 w 9662615"/>
              <a:gd name="connsiteY17" fmla="*/ 1418254 h 1583140"/>
              <a:gd name="connsiteX18" fmla="*/ 7974579 w 9662615"/>
              <a:gd name="connsiteY18" fmla="*/ 1383439 h 1583140"/>
              <a:gd name="connsiteX19" fmla="*/ 7768351 w 9662615"/>
              <a:gd name="connsiteY19" fmla="*/ 1395051 h 1583140"/>
              <a:gd name="connsiteX20" fmla="*/ 7635985 w 9662615"/>
              <a:gd name="connsiteY20" fmla="*/ 1386363 h 1583140"/>
              <a:gd name="connsiteX21" fmla="*/ 7466069 w 9662615"/>
              <a:gd name="connsiteY21" fmla="*/ 1377654 h 1583140"/>
              <a:gd name="connsiteX22" fmla="*/ 7355642 w 9662615"/>
              <a:gd name="connsiteY22" fmla="*/ 1407761 h 1583140"/>
              <a:gd name="connsiteX23" fmla="*/ 7151610 w 9662615"/>
              <a:gd name="connsiteY23" fmla="*/ 1397856 h 1583140"/>
              <a:gd name="connsiteX24" fmla="*/ 7082147 w 9662615"/>
              <a:gd name="connsiteY24" fmla="*/ 1406113 h 1583140"/>
              <a:gd name="connsiteX25" fmla="*/ 7014958 w 9662615"/>
              <a:gd name="connsiteY25" fmla="*/ 1396883 h 1583140"/>
              <a:gd name="connsiteX26" fmla="*/ 6907567 w 9662615"/>
              <a:gd name="connsiteY26" fmla="*/ 1419149 h 1583140"/>
              <a:gd name="connsiteX27" fmla="*/ 6748428 w 9662615"/>
              <a:gd name="connsiteY27" fmla="*/ 1420308 h 1583140"/>
              <a:gd name="connsiteX28" fmla="*/ 6654257 w 9662615"/>
              <a:gd name="connsiteY28" fmla="*/ 1424143 h 1583140"/>
              <a:gd name="connsiteX29" fmla="*/ 6620123 w 9662615"/>
              <a:gd name="connsiteY29" fmla="*/ 1430535 h 1583140"/>
              <a:gd name="connsiteX30" fmla="*/ 6571355 w 9662615"/>
              <a:gd name="connsiteY30" fmla="*/ 1436144 h 1583140"/>
              <a:gd name="connsiteX31" fmla="*/ 6486557 w 9662615"/>
              <a:gd name="connsiteY31" fmla="*/ 1449861 h 1583140"/>
              <a:gd name="connsiteX32" fmla="*/ 6370419 w 9662615"/>
              <a:gd name="connsiteY32" fmla="*/ 1461649 h 1583140"/>
              <a:gd name="connsiteX33" fmla="*/ 6278839 w 9662615"/>
              <a:gd name="connsiteY33" fmla="*/ 1449160 h 1583140"/>
              <a:gd name="connsiteX34" fmla="*/ 6272455 w 9662615"/>
              <a:gd name="connsiteY34" fmla="*/ 1453191 h 1583140"/>
              <a:gd name="connsiteX35" fmla="*/ 6212659 w 9662615"/>
              <a:gd name="connsiteY35" fmla="*/ 1454850 h 1583140"/>
              <a:gd name="connsiteX36" fmla="*/ 6069317 w 9662615"/>
              <a:gd name="connsiteY36" fmla="*/ 1445838 h 1583140"/>
              <a:gd name="connsiteX37" fmla="*/ 5878477 w 9662615"/>
              <a:gd name="connsiteY37" fmla="*/ 1439180 h 1583140"/>
              <a:gd name="connsiteX38" fmla="*/ 5838387 w 9662615"/>
              <a:gd name="connsiteY38" fmla="*/ 1444679 h 1583140"/>
              <a:gd name="connsiteX39" fmla="*/ 5771136 w 9662615"/>
              <a:gd name="connsiteY39" fmla="*/ 1453639 h 1583140"/>
              <a:gd name="connsiteX40" fmla="*/ 5724081 w 9662615"/>
              <a:gd name="connsiteY40" fmla="*/ 1470431 h 1583140"/>
              <a:gd name="connsiteX41" fmla="*/ 5666577 w 9662615"/>
              <a:gd name="connsiteY41" fmla="*/ 1473921 h 1583140"/>
              <a:gd name="connsiteX42" fmla="*/ 5649068 w 9662615"/>
              <a:gd name="connsiteY42" fmla="*/ 1461676 h 1583140"/>
              <a:gd name="connsiteX43" fmla="*/ 5588902 w 9662615"/>
              <a:gd name="connsiteY43" fmla="*/ 1469647 h 1583140"/>
              <a:gd name="connsiteX44" fmla="*/ 5498090 w 9662615"/>
              <a:gd name="connsiteY44" fmla="*/ 1483173 h 1583140"/>
              <a:gd name="connsiteX45" fmla="*/ 5444641 w 9662615"/>
              <a:gd name="connsiteY45" fmla="*/ 1487602 h 1583140"/>
              <a:gd name="connsiteX46" fmla="*/ 5299812 w 9662615"/>
              <a:gd name="connsiteY46" fmla="*/ 1503362 h 1583140"/>
              <a:gd name="connsiteX47" fmla="*/ 5213947 w 9662615"/>
              <a:gd name="connsiteY47" fmla="*/ 1516637 h 1583140"/>
              <a:gd name="connsiteX48" fmla="*/ 5090342 w 9662615"/>
              <a:gd name="connsiteY48" fmla="*/ 1546680 h 1583140"/>
              <a:gd name="connsiteX49" fmla="*/ 5129812 w 9662615"/>
              <a:gd name="connsiteY49" fmla="*/ 1521277 h 1583140"/>
              <a:gd name="connsiteX50" fmla="*/ 5059484 w 9662615"/>
              <a:gd name="connsiteY50" fmla="*/ 1546802 h 1583140"/>
              <a:gd name="connsiteX51" fmla="*/ 5038524 w 9662615"/>
              <a:gd name="connsiteY51" fmla="*/ 1545675 h 1583140"/>
              <a:gd name="connsiteX52" fmla="*/ 5026564 w 9662615"/>
              <a:gd name="connsiteY52" fmla="*/ 1545376 h 1583140"/>
              <a:gd name="connsiteX53" fmla="*/ 4969433 w 9662615"/>
              <a:gd name="connsiteY53" fmla="*/ 1550865 h 1583140"/>
              <a:gd name="connsiteX54" fmla="*/ 4929254 w 9662615"/>
              <a:gd name="connsiteY54" fmla="*/ 1563452 h 1583140"/>
              <a:gd name="connsiteX55" fmla="*/ 4871726 w 9662615"/>
              <a:gd name="connsiteY55" fmla="*/ 1570584 h 1583140"/>
              <a:gd name="connsiteX56" fmla="*/ 4843267 w 9662615"/>
              <a:gd name="connsiteY56" fmla="*/ 1561459 h 1583140"/>
              <a:gd name="connsiteX57" fmla="*/ 4821058 w 9662615"/>
              <a:gd name="connsiteY57" fmla="*/ 1553078 h 1583140"/>
              <a:gd name="connsiteX58" fmla="*/ 4791466 w 9662615"/>
              <a:gd name="connsiteY58" fmla="*/ 1561324 h 1583140"/>
              <a:gd name="connsiteX59" fmla="*/ 4784247 w 9662615"/>
              <a:gd name="connsiteY59" fmla="*/ 1562342 h 1583140"/>
              <a:gd name="connsiteX60" fmla="*/ 4739309 w 9662615"/>
              <a:gd name="connsiteY60" fmla="*/ 1553948 h 1583140"/>
              <a:gd name="connsiteX61" fmla="*/ 4697562 w 9662615"/>
              <a:gd name="connsiteY61" fmla="*/ 1551206 h 1583140"/>
              <a:gd name="connsiteX62" fmla="*/ 4650737 w 9662615"/>
              <a:gd name="connsiteY62" fmla="*/ 1537381 h 1583140"/>
              <a:gd name="connsiteX63" fmla="*/ 4583150 w 9662615"/>
              <a:gd name="connsiteY63" fmla="*/ 1529064 h 1583140"/>
              <a:gd name="connsiteX64" fmla="*/ 4521734 w 9662615"/>
              <a:gd name="connsiteY64" fmla="*/ 1529359 h 1583140"/>
              <a:gd name="connsiteX65" fmla="*/ 4382398 w 9662615"/>
              <a:gd name="connsiteY65" fmla="*/ 1534108 h 1583140"/>
              <a:gd name="connsiteX66" fmla="*/ 4221826 w 9662615"/>
              <a:gd name="connsiteY66" fmla="*/ 1508923 h 1583140"/>
              <a:gd name="connsiteX67" fmla="*/ 4096601 w 9662615"/>
              <a:gd name="connsiteY67" fmla="*/ 1521563 h 1583140"/>
              <a:gd name="connsiteX68" fmla="*/ 3970635 w 9662615"/>
              <a:gd name="connsiteY68" fmla="*/ 1544815 h 1583140"/>
              <a:gd name="connsiteX69" fmla="*/ 3833906 w 9662615"/>
              <a:gd name="connsiteY69" fmla="*/ 1516637 h 1583140"/>
              <a:gd name="connsiteX70" fmla="*/ 3696258 w 9662615"/>
              <a:gd name="connsiteY70" fmla="*/ 1537563 h 1583140"/>
              <a:gd name="connsiteX71" fmla="*/ 3594070 w 9662615"/>
              <a:gd name="connsiteY71" fmla="*/ 1509422 h 1583140"/>
              <a:gd name="connsiteX72" fmla="*/ 3565233 w 9662615"/>
              <a:gd name="connsiteY72" fmla="*/ 1515122 h 1583140"/>
              <a:gd name="connsiteX73" fmla="*/ 3560267 w 9662615"/>
              <a:gd name="connsiteY73" fmla="*/ 1516288 h 1583140"/>
              <a:gd name="connsiteX74" fmla="*/ 3540258 w 9662615"/>
              <a:gd name="connsiteY74" fmla="*/ 1516976 h 1583140"/>
              <a:gd name="connsiteX75" fmla="*/ 3534780 w 9662615"/>
              <a:gd name="connsiteY75" fmla="*/ 1522141 h 1583140"/>
              <a:gd name="connsiteX76" fmla="*/ 3504783 w 9662615"/>
              <a:gd name="connsiteY76" fmla="*/ 1526739 h 1583140"/>
              <a:gd name="connsiteX77" fmla="*/ 3430805 w 9662615"/>
              <a:gd name="connsiteY77" fmla="*/ 1542521 h 1583140"/>
              <a:gd name="connsiteX78" fmla="*/ 3292707 w 9662615"/>
              <a:gd name="connsiteY78" fmla="*/ 1520490 h 1583140"/>
              <a:gd name="connsiteX79" fmla="*/ 3187872 w 9662615"/>
              <a:gd name="connsiteY79" fmla="*/ 1519991 h 1583140"/>
              <a:gd name="connsiteX80" fmla="*/ 3148026 w 9662615"/>
              <a:gd name="connsiteY80" fmla="*/ 1524777 h 1583140"/>
              <a:gd name="connsiteX81" fmla="*/ 3092394 w 9662615"/>
              <a:gd name="connsiteY81" fmla="*/ 1528115 h 1583140"/>
              <a:gd name="connsiteX82" fmla="*/ 2994200 w 9662615"/>
              <a:gd name="connsiteY82" fmla="*/ 1537857 h 1583140"/>
              <a:gd name="connsiteX83" fmla="*/ 2862301 w 9662615"/>
              <a:gd name="connsiteY83" fmla="*/ 1544250 h 1583140"/>
              <a:gd name="connsiteX84" fmla="*/ 2766335 w 9662615"/>
              <a:gd name="connsiteY84" fmla="*/ 1527662 h 1583140"/>
              <a:gd name="connsiteX85" fmla="*/ 2757836 w 9662615"/>
              <a:gd name="connsiteY85" fmla="*/ 1531371 h 1583140"/>
              <a:gd name="connsiteX86" fmla="*/ 2691555 w 9662615"/>
              <a:gd name="connsiteY86" fmla="*/ 1530283 h 1583140"/>
              <a:gd name="connsiteX87" fmla="*/ 2491676 w 9662615"/>
              <a:gd name="connsiteY87" fmla="*/ 1500859 h 1583140"/>
              <a:gd name="connsiteX88" fmla="*/ 2378036 w 9662615"/>
              <a:gd name="connsiteY88" fmla="*/ 1520645 h 1583140"/>
              <a:gd name="connsiteX89" fmla="*/ 2284269 w 9662615"/>
              <a:gd name="connsiteY89" fmla="*/ 1503068 h 1583140"/>
              <a:gd name="connsiteX90" fmla="*/ 2207104 w 9662615"/>
              <a:gd name="connsiteY90" fmla="*/ 1508888 h 1583140"/>
              <a:gd name="connsiteX91" fmla="*/ 2149226 w 9662615"/>
              <a:gd name="connsiteY91" fmla="*/ 1523409 h 1583140"/>
              <a:gd name="connsiteX92" fmla="*/ 2084783 w 9662615"/>
              <a:gd name="connsiteY92" fmla="*/ 1524245 h 1583140"/>
              <a:gd name="connsiteX93" fmla="*/ 2070075 w 9662615"/>
              <a:gd name="connsiteY93" fmla="*/ 1511285 h 1583140"/>
              <a:gd name="connsiteX94" fmla="*/ 2001057 w 9662615"/>
              <a:gd name="connsiteY94" fmla="*/ 1516449 h 1583140"/>
              <a:gd name="connsiteX95" fmla="*/ 1896330 w 9662615"/>
              <a:gd name="connsiteY95" fmla="*/ 1525725 h 1583140"/>
              <a:gd name="connsiteX96" fmla="*/ 1835994 w 9662615"/>
              <a:gd name="connsiteY96" fmla="*/ 1527678 h 1583140"/>
              <a:gd name="connsiteX97" fmla="*/ 1671119 w 9662615"/>
              <a:gd name="connsiteY97" fmla="*/ 1536701 h 1583140"/>
              <a:gd name="connsiteX98" fmla="*/ 1601337 w 9662615"/>
              <a:gd name="connsiteY98" fmla="*/ 1548552 h 1583140"/>
              <a:gd name="connsiteX99" fmla="*/ 1407755 w 9662615"/>
              <a:gd name="connsiteY99" fmla="*/ 1571444 h 1583140"/>
              <a:gd name="connsiteX100" fmla="*/ 1271994 w 9662615"/>
              <a:gd name="connsiteY100" fmla="*/ 1579471 h 1583140"/>
              <a:gd name="connsiteX101" fmla="*/ 1249226 w 9662615"/>
              <a:gd name="connsiteY101" fmla="*/ 1583140 h 1583140"/>
              <a:gd name="connsiteX102" fmla="*/ 1217719 w 9662615"/>
              <a:gd name="connsiteY102" fmla="*/ 1580863 h 1583140"/>
              <a:gd name="connsiteX103" fmla="*/ 1091432 w 9662615"/>
              <a:gd name="connsiteY103" fmla="*/ 1571003 h 1583140"/>
              <a:gd name="connsiteX104" fmla="*/ 992039 w 9662615"/>
              <a:gd name="connsiteY104" fmla="*/ 1556662 h 1583140"/>
              <a:gd name="connsiteX105" fmla="*/ 868264 w 9662615"/>
              <a:gd name="connsiteY105" fmla="*/ 1566392 h 1583140"/>
              <a:gd name="connsiteX106" fmla="*/ 792765 w 9662615"/>
              <a:gd name="connsiteY106" fmla="*/ 1563102 h 1583140"/>
              <a:gd name="connsiteX107" fmla="*/ 669055 w 9662615"/>
              <a:gd name="connsiteY107" fmla="*/ 1543638 h 1583140"/>
              <a:gd name="connsiteX108" fmla="*/ 506152 w 9662615"/>
              <a:gd name="connsiteY108" fmla="*/ 1549124 h 1583140"/>
              <a:gd name="connsiteX109" fmla="*/ 472797 w 9662615"/>
              <a:gd name="connsiteY109" fmla="*/ 1568904 h 1583140"/>
              <a:gd name="connsiteX110" fmla="*/ 427864 w 9662615"/>
              <a:gd name="connsiteY110" fmla="*/ 1580848 h 1583140"/>
              <a:gd name="connsiteX111" fmla="*/ 408381 w 9662615"/>
              <a:gd name="connsiteY111" fmla="*/ 1552940 h 1583140"/>
              <a:gd name="connsiteX112" fmla="*/ 267163 w 9662615"/>
              <a:gd name="connsiteY112" fmla="*/ 1531913 h 1583140"/>
              <a:gd name="connsiteX113" fmla="*/ 196644 w 9662615"/>
              <a:gd name="connsiteY113" fmla="*/ 1524565 h 1583140"/>
              <a:gd name="connsiteX114" fmla="*/ 86819 w 9662615"/>
              <a:gd name="connsiteY114" fmla="*/ 1519517 h 1583140"/>
              <a:gd name="connsiteX115" fmla="*/ 53369 w 9662615"/>
              <a:gd name="connsiteY115" fmla="*/ 1516853 h 1583140"/>
              <a:gd name="connsiteX116" fmla="*/ 2359 w 9662615"/>
              <a:gd name="connsiteY116" fmla="*/ 1515247 h 1583140"/>
              <a:gd name="connsiteX117" fmla="*/ 0 w 9662615"/>
              <a:gd name="connsiteY117" fmla="*/ 1514932 h 1583140"/>
              <a:gd name="connsiteX118" fmla="*/ 0 w 9662615"/>
              <a:gd name="connsiteY118" fmla="*/ 0 h 1583140"/>
              <a:gd name="connsiteX0" fmla="*/ 0 w 9662615"/>
              <a:gd name="connsiteY0" fmla="*/ 0 h 1583140"/>
              <a:gd name="connsiteX1" fmla="*/ 9662615 w 9662615"/>
              <a:gd name="connsiteY1" fmla="*/ 0 h 1583140"/>
              <a:gd name="connsiteX2" fmla="*/ 9662615 w 9662615"/>
              <a:gd name="connsiteY2" fmla="*/ 1280346 h 1583140"/>
              <a:gd name="connsiteX3" fmla="*/ 9658420 w 9662615"/>
              <a:gd name="connsiteY3" fmla="*/ 1280106 h 1583140"/>
              <a:gd name="connsiteX4" fmla="*/ 9469546 w 9662615"/>
              <a:gd name="connsiteY4" fmla="*/ 1289837 h 1583140"/>
              <a:gd name="connsiteX5" fmla="*/ 9385895 w 9662615"/>
              <a:gd name="connsiteY5" fmla="*/ 1269203 h 1583140"/>
              <a:gd name="connsiteX6" fmla="*/ 9144767 w 9662615"/>
              <a:gd name="connsiteY6" fmla="*/ 1264120 h 1583140"/>
              <a:gd name="connsiteX7" fmla="*/ 8837252 w 9662615"/>
              <a:gd name="connsiteY7" fmla="*/ 1350515 h 1583140"/>
              <a:gd name="connsiteX8" fmla="*/ 8705466 w 9662615"/>
              <a:gd name="connsiteY8" fmla="*/ 1342419 h 1583140"/>
              <a:gd name="connsiteX9" fmla="*/ 8652221 w 9662615"/>
              <a:gd name="connsiteY9" fmla="*/ 1326906 h 1583140"/>
              <a:gd name="connsiteX10" fmla="*/ 8632312 w 9662615"/>
              <a:gd name="connsiteY10" fmla="*/ 1326025 h 1583140"/>
              <a:gd name="connsiteX11" fmla="*/ 8591582 w 9662615"/>
              <a:gd name="connsiteY11" fmla="*/ 1341666 h 1583140"/>
              <a:gd name="connsiteX12" fmla="*/ 8537336 w 9662615"/>
              <a:gd name="connsiteY12" fmla="*/ 1341684 h 1583140"/>
              <a:gd name="connsiteX13" fmla="*/ 8472508 w 9662615"/>
              <a:gd name="connsiteY13" fmla="*/ 1363109 h 1583140"/>
              <a:gd name="connsiteX14" fmla="*/ 8258477 w 9662615"/>
              <a:gd name="connsiteY14" fmla="*/ 1370666 h 1583140"/>
              <a:gd name="connsiteX15" fmla="*/ 8197961 w 9662615"/>
              <a:gd name="connsiteY15" fmla="*/ 1392804 h 1583140"/>
              <a:gd name="connsiteX16" fmla="*/ 8171196 w 9662615"/>
              <a:gd name="connsiteY16" fmla="*/ 1397216 h 1583140"/>
              <a:gd name="connsiteX17" fmla="*/ 8127667 w 9662615"/>
              <a:gd name="connsiteY17" fmla="*/ 1418254 h 1583140"/>
              <a:gd name="connsiteX18" fmla="*/ 7974579 w 9662615"/>
              <a:gd name="connsiteY18" fmla="*/ 1383439 h 1583140"/>
              <a:gd name="connsiteX19" fmla="*/ 7768351 w 9662615"/>
              <a:gd name="connsiteY19" fmla="*/ 1395051 h 1583140"/>
              <a:gd name="connsiteX20" fmla="*/ 7635985 w 9662615"/>
              <a:gd name="connsiteY20" fmla="*/ 1386363 h 1583140"/>
              <a:gd name="connsiteX21" fmla="*/ 7466069 w 9662615"/>
              <a:gd name="connsiteY21" fmla="*/ 1377654 h 1583140"/>
              <a:gd name="connsiteX22" fmla="*/ 7355642 w 9662615"/>
              <a:gd name="connsiteY22" fmla="*/ 1407761 h 1583140"/>
              <a:gd name="connsiteX23" fmla="*/ 7151610 w 9662615"/>
              <a:gd name="connsiteY23" fmla="*/ 1397856 h 1583140"/>
              <a:gd name="connsiteX24" fmla="*/ 7082147 w 9662615"/>
              <a:gd name="connsiteY24" fmla="*/ 1406113 h 1583140"/>
              <a:gd name="connsiteX25" fmla="*/ 7014958 w 9662615"/>
              <a:gd name="connsiteY25" fmla="*/ 1396883 h 1583140"/>
              <a:gd name="connsiteX26" fmla="*/ 6907567 w 9662615"/>
              <a:gd name="connsiteY26" fmla="*/ 1419149 h 1583140"/>
              <a:gd name="connsiteX27" fmla="*/ 6748428 w 9662615"/>
              <a:gd name="connsiteY27" fmla="*/ 1420308 h 1583140"/>
              <a:gd name="connsiteX28" fmla="*/ 6654257 w 9662615"/>
              <a:gd name="connsiteY28" fmla="*/ 1424143 h 1583140"/>
              <a:gd name="connsiteX29" fmla="*/ 6620123 w 9662615"/>
              <a:gd name="connsiteY29" fmla="*/ 1430535 h 1583140"/>
              <a:gd name="connsiteX30" fmla="*/ 6571355 w 9662615"/>
              <a:gd name="connsiteY30" fmla="*/ 1436144 h 1583140"/>
              <a:gd name="connsiteX31" fmla="*/ 6486557 w 9662615"/>
              <a:gd name="connsiteY31" fmla="*/ 1449861 h 1583140"/>
              <a:gd name="connsiteX32" fmla="*/ 6370419 w 9662615"/>
              <a:gd name="connsiteY32" fmla="*/ 1461649 h 1583140"/>
              <a:gd name="connsiteX33" fmla="*/ 6278839 w 9662615"/>
              <a:gd name="connsiteY33" fmla="*/ 1449160 h 1583140"/>
              <a:gd name="connsiteX34" fmla="*/ 6272455 w 9662615"/>
              <a:gd name="connsiteY34" fmla="*/ 1453191 h 1583140"/>
              <a:gd name="connsiteX35" fmla="*/ 6212659 w 9662615"/>
              <a:gd name="connsiteY35" fmla="*/ 1454850 h 1583140"/>
              <a:gd name="connsiteX36" fmla="*/ 6069317 w 9662615"/>
              <a:gd name="connsiteY36" fmla="*/ 1445838 h 1583140"/>
              <a:gd name="connsiteX37" fmla="*/ 5878477 w 9662615"/>
              <a:gd name="connsiteY37" fmla="*/ 1439180 h 1583140"/>
              <a:gd name="connsiteX38" fmla="*/ 5838387 w 9662615"/>
              <a:gd name="connsiteY38" fmla="*/ 1444679 h 1583140"/>
              <a:gd name="connsiteX39" fmla="*/ 5771136 w 9662615"/>
              <a:gd name="connsiteY39" fmla="*/ 1453639 h 1583140"/>
              <a:gd name="connsiteX40" fmla="*/ 5724081 w 9662615"/>
              <a:gd name="connsiteY40" fmla="*/ 1470431 h 1583140"/>
              <a:gd name="connsiteX41" fmla="*/ 5666577 w 9662615"/>
              <a:gd name="connsiteY41" fmla="*/ 1473921 h 1583140"/>
              <a:gd name="connsiteX42" fmla="*/ 5649068 w 9662615"/>
              <a:gd name="connsiteY42" fmla="*/ 1461676 h 1583140"/>
              <a:gd name="connsiteX43" fmla="*/ 5588902 w 9662615"/>
              <a:gd name="connsiteY43" fmla="*/ 1469647 h 1583140"/>
              <a:gd name="connsiteX44" fmla="*/ 5498090 w 9662615"/>
              <a:gd name="connsiteY44" fmla="*/ 1483173 h 1583140"/>
              <a:gd name="connsiteX45" fmla="*/ 5444641 w 9662615"/>
              <a:gd name="connsiteY45" fmla="*/ 1487602 h 1583140"/>
              <a:gd name="connsiteX46" fmla="*/ 5299812 w 9662615"/>
              <a:gd name="connsiteY46" fmla="*/ 1503362 h 1583140"/>
              <a:gd name="connsiteX47" fmla="*/ 5213947 w 9662615"/>
              <a:gd name="connsiteY47" fmla="*/ 1516637 h 1583140"/>
              <a:gd name="connsiteX48" fmla="*/ 5090342 w 9662615"/>
              <a:gd name="connsiteY48" fmla="*/ 1546680 h 1583140"/>
              <a:gd name="connsiteX49" fmla="*/ 5129812 w 9662615"/>
              <a:gd name="connsiteY49" fmla="*/ 1521277 h 1583140"/>
              <a:gd name="connsiteX50" fmla="*/ 5059484 w 9662615"/>
              <a:gd name="connsiteY50" fmla="*/ 1546802 h 1583140"/>
              <a:gd name="connsiteX51" fmla="*/ 5038524 w 9662615"/>
              <a:gd name="connsiteY51" fmla="*/ 1545675 h 1583140"/>
              <a:gd name="connsiteX52" fmla="*/ 5026564 w 9662615"/>
              <a:gd name="connsiteY52" fmla="*/ 1545376 h 1583140"/>
              <a:gd name="connsiteX53" fmla="*/ 4969433 w 9662615"/>
              <a:gd name="connsiteY53" fmla="*/ 1550865 h 1583140"/>
              <a:gd name="connsiteX54" fmla="*/ 4929254 w 9662615"/>
              <a:gd name="connsiteY54" fmla="*/ 1563452 h 1583140"/>
              <a:gd name="connsiteX55" fmla="*/ 4871726 w 9662615"/>
              <a:gd name="connsiteY55" fmla="*/ 1570584 h 1583140"/>
              <a:gd name="connsiteX56" fmla="*/ 4843267 w 9662615"/>
              <a:gd name="connsiteY56" fmla="*/ 1561459 h 1583140"/>
              <a:gd name="connsiteX57" fmla="*/ 4821058 w 9662615"/>
              <a:gd name="connsiteY57" fmla="*/ 1553078 h 1583140"/>
              <a:gd name="connsiteX58" fmla="*/ 4791466 w 9662615"/>
              <a:gd name="connsiteY58" fmla="*/ 1561324 h 1583140"/>
              <a:gd name="connsiteX59" fmla="*/ 4784247 w 9662615"/>
              <a:gd name="connsiteY59" fmla="*/ 1562342 h 1583140"/>
              <a:gd name="connsiteX60" fmla="*/ 4739309 w 9662615"/>
              <a:gd name="connsiteY60" fmla="*/ 1553948 h 1583140"/>
              <a:gd name="connsiteX61" fmla="*/ 4697562 w 9662615"/>
              <a:gd name="connsiteY61" fmla="*/ 1551206 h 1583140"/>
              <a:gd name="connsiteX62" fmla="*/ 4650737 w 9662615"/>
              <a:gd name="connsiteY62" fmla="*/ 1537381 h 1583140"/>
              <a:gd name="connsiteX63" fmla="*/ 4583150 w 9662615"/>
              <a:gd name="connsiteY63" fmla="*/ 1529064 h 1583140"/>
              <a:gd name="connsiteX64" fmla="*/ 4521734 w 9662615"/>
              <a:gd name="connsiteY64" fmla="*/ 1529359 h 1583140"/>
              <a:gd name="connsiteX65" fmla="*/ 4382398 w 9662615"/>
              <a:gd name="connsiteY65" fmla="*/ 1534108 h 1583140"/>
              <a:gd name="connsiteX66" fmla="*/ 4221826 w 9662615"/>
              <a:gd name="connsiteY66" fmla="*/ 1500972 h 1583140"/>
              <a:gd name="connsiteX67" fmla="*/ 4096601 w 9662615"/>
              <a:gd name="connsiteY67" fmla="*/ 1521563 h 1583140"/>
              <a:gd name="connsiteX68" fmla="*/ 3970635 w 9662615"/>
              <a:gd name="connsiteY68" fmla="*/ 1544815 h 1583140"/>
              <a:gd name="connsiteX69" fmla="*/ 3833906 w 9662615"/>
              <a:gd name="connsiteY69" fmla="*/ 1516637 h 1583140"/>
              <a:gd name="connsiteX70" fmla="*/ 3696258 w 9662615"/>
              <a:gd name="connsiteY70" fmla="*/ 1537563 h 1583140"/>
              <a:gd name="connsiteX71" fmla="*/ 3594070 w 9662615"/>
              <a:gd name="connsiteY71" fmla="*/ 1509422 h 1583140"/>
              <a:gd name="connsiteX72" fmla="*/ 3565233 w 9662615"/>
              <a:gd name="connsiteY72" fmla="*/ 1515122 h 1583140"/>
              <a:gd name="connsiteX73" fmla="*/ 3560267 w 9662615"/>
              <a:gd name="connsiteY73" fmla="*/ 1516288 h 1583140"/>
              <a:gd name="connsiteX74" fmla="*/ 3540258 w 9662615"/>
              <a:gd name="connsiteY74" fmla="*/ 1516976 h 1583140"/>
              <a:gd name="connsiteX75" fmla="*/ 3534780 w 9662615"/>
              <a:gd name="connsiteY75" fmla="*/ 1522141 h 1583140"/>
              <a:gd name="connsiteX76" fmla="*/ 3504783 w 9662615"/>
              <a:gd name="connsiteY76" fmla="*/ 1526739 h 1583140"/>
              <a:gd name="connsiteX77" fmla="*/ 3430805 w 9662615"/>
              <a:gd name="connsiteY77" fmla="*/ 1542521 h 1583140"/>
              <a:gd name="connsiteX78" fmla="*/ 3292707 w 9662615"/>
              <a:gd name="connsiteY78" fmla="*/ 1520490 h 1583140"/>
              <a:gd name="connsiteX79" fmla="*/ 3187872 w 9662615"/>
              <a:gd name="connsiteY79" fmla="*/ 1519991 h 1583140"/>
              <a:gd name="connsiteX80" fmla="*/ 3148026 w 9662615"/>
              <a:gd name="connsiteY80" fmla="*/ 1524777 h 1583140"/>
              <a:gd name="connsiteX81" fmla="*/ 3092394 w 9662615"/>
              <a:gd name="connsiteY81" fmla="*/ 1528115 h 1583140"/>
              <a:gd name="connsiteX82" fmla="*/ 2994200 w 9662615"/>
              <a:gd name="connsiteY82" fmla="*/ 1537857 h 1583140"/>
              <a:gd name="connsiteX83" fmla="*/ 2862301 w 9662615"/>
              <a:gd name="connsiteY83" fmla="*/ 1544250 h 1583140"/>
              <a:gd name="connsiteX84" fmla="*/ 2766335 w 9662615"/>
              <a:gd name="connsiteY84" fmla="*/ 1527662 h 1583140"/>
              <a:gd name="connsiteX85" fmla="*/ 2757836 w 9662615"/>
              <a:gd name="connsiteY85" fmla="*/ 1531371 h 1583140"/>
              <a:gd name="connsiteX86" fmla="*/ 2691555 w 9662615"/>
              <a:gd name="connsiteY86" fmla="*/ 1530283 h 1583140"/>
              <a:gd name="connsiteX87" fmla="*/ 2491676 w 9662615"/>
              <a:gd name="connsiteY87" fmla="*/ 1500859 h 1583140"/>
              <a:gd name="connsiteX88" fmla="*/ 2378036 w 9662615"/>
              <a:gd name="connsiteY88" fmla="*/ 1520645 h 1583140"/>
              <a:gd name="connsiteX89" fmla="*/ 2284269 w 9662615"/>
              <a:gd name="connsiteY89" fmla="*/ 1503068 h 1583140"/>
              <a:gd name="connsiteX90" fmla="*/ 2207104 w 9662615"/>
              <a:gd name="connsiteY90" fmla="*/ 1508888 h 1583140"/>
              <a:gd name="connsiteX91" fmla="*/ 2149226 w 9662615"/>
              <a:gd name="connsiteY91" fmla="*/ 1523409 h 1583140"/>
              <a:gd name="connsiteX92" fmla="*/ 2084783 w 9662615"/>
              <a:gd name="connsiteY92" fmla="*/ 1524245 h 1583140"/>
              <a:gd name="connsiteX93" fmla="*/ 2070075 w 9662615"/>
              <a:gd name="connsiteY93" fmla="*/ 1511285 h 1583140"/>
              <a:gd name="connsiteX94" fmla="*/ 2001057 w 9662615"/>
              <a:gd name="connsiteY94" fmla="*/ 1516449 h 1583140"/>
              <a:gd name="connsiteX95" fmla="*/ 1896330 w 9662615"/>
              <a:gd name="connsiteY95" fmla="*/ 1525725 h 1583140"/>
              <a:gd name="connsiteX96" fmla="*/ 1835994 w 9662615"/>
              <a:gd name="connsiteY96" fmla="*/ 1527678 h 1583140"/>
              <a:gd name="connsiteX97" fmla="*/ 1671119 w 9662615"/>
              <a:gd name="connsiteY97" fmla="*/ 1536701 h 1583140"/>
              <a:gd name="connsiteX98" fmla="*/ 1601337 w 9662615"/>
              <a:gd name="connsiteY98" fmla="*/ 1548552 h 1583140"/>
              <a:gd name="connsiteX99" fmla="*/ 1407755 w 9662615"/>
              <a:gd name="connsiteY99" fmla="*/ 1571444 h 1583140"/>
              <a:gd name="connsiteX100" fmla="*/ 1271994 w 9662615"/>
              <a:gd name="connsiteY100" fmla="*/ 1579471 h 1583140"/>
              <a:gd name="connsiteX101" fmla="*/ 1249226 w 9662615"/>
              <a:gd name="connsiteY101" fmla="*/ 1583140 h 1583140"/>
              <a:gd name="connsiteX102" fmla="*/ 1217719 w 9662615"/>
              <a:gd name="connsiteY102" fmla="*/ 1580863 h 1583140"/>
              <a:gd name="connsiteX103" fmla="*/ 1091432 w 9662615"/>
              <a:gd name="connsiteY103" fmla="*/ 1571003 h 1583140"/>
              <a:gd name="connsiteX104" fmla="*/ 992039 w 9662615"/>
              <a:gd name="connsiteY104" fmla="*/ 1556662 h 1583140"/>
              <a:gd name="connsiteX105" fmla="*/ 868264 w 9662615"/>
              <a:gd name="connsiteY105" fmla="*/ 1566392 h 1583140"/>
              <a:gd name="connsiteX106" fmla="*/ 792765 w 9662615"/>
              <a:gd name="connsiteY106" fmla="*/ 1563102 h 1583140"/>
              <a:gd name="connsiteX107" fmla="*/ 669055 w 9662615"/>
              <a:gd name="connsiteY107" fmla="*/ 1543638 h 1583140"/>
              <a:gd name="connsiteX108" fmla="*/ 506152 w 9662615"/>
              <a:gd name="connsiteY108" fmla="*/ 1549124 h 1583140"/>
              <a:gd name="connsiteX109" fmla="*/ 472797 w 9662615"/>
              <a:gd name="connsiteY109" fmla="*/ 1568904 h 1583140"/>
              <a:gd name="connsiteX110" fmla="*/ 427864 w 9662615"/>
              <a:gd name="connsiteY110" fmla="*/ 1580848 h 1583140"/>
              <a:gd name="connsiteX111" fmla="*/ 408381 w 9662615"/>
              <a:gd name="connsiteY111" fmla="*/ 1552940 h 1583140"/>
              <a:gd name="connsiteX112" fmla="*/ 267163 w 9662615"/>
              <a:gd name="connsiteY112" fmla="*/ 1531913 h 1583140"/>
              <a:gd name="connsiteX113" fmla="*/ 196644 w 9662615"/>
              <a:gd name="connsiteY113" fmla="*/ 1524565 h 1583140"/>
              <a:gd name="connsiteX114" fmla="*/ 86819 w 9662615"/>
              <a:gd name="connsiteY114" fmla="*/ 1519517 h 1583140"/>
              <a:gd name="connsiteX115" fmla="*/ 53369 w 9662615"/>
              <a:gd name="connsiteY115" fmla="*/ 1516853 h 1583140"/>
              <a:gd name="connsiteX116" fmla="*/ 2359 w 9662615"/>
              <a:gd name="connsiteY116" fmla="*/ 1515247 h 1583140"/>
              <a:gd name="connsiteX117" fmla="*/ 0 w 9662615"/>
              <a:gd name="connsiteY117" fmla="*/ 1514932 h 1583140"/>
              <a:gd name="connsiteX118" fmla="*/ 0 w 9662615"/>
              <a:gd name="connsiteY118" fmla="*/ 0 h 1583140"/>
              <a:gd name="connsiteX0" fmla="*/ 0 w 9662615"/>
              <a:gd name="connsiteY0" fmla="*/ 0 h 1583140"/>
              <a:gd name="connsiteX1" fmla="*/ 9662615 w 9662615"/>
              <a:gd name="connsiteY1" fmla="*/ 0 h 1583140"/>
              <a:gd name="connsiteX2" fmla="*/ 9662615 w 9662615"/>
              <a:gd name="connsiteY2" fmla="*/ 1280346 h 1583140"/>
              <a:gd name="connsiteX3" fmla="*/ 9658420 w 9662615"/>
              <a:gd name="connsiteY3" fmla="*/ 1280106 h 1583140"/>
              <a:gd name="connsiteX4" fmla="*/ 9469546 w 9662615"/>
              <a:gd name="connsiteY4" fmla="*/ 1289837 h 1583140"/>
              <a:gd name="connsiteX5" fmla="*/ 9385895 w 9662615"/>
              <a:gd name="connsiteY5" fmla="*/ 1269203 h 1583140"/>
              <a:gd name="connsiteX6" fmla="*/ 9144767 w 9662615"/>
              <a:gd name="connsiteY6" fmla="*/ 1264120 h 1583140"/>
              <a:gd name="connsiteX7" fmla="*/ 8837252 w 9662615"/>
              <a:gd name="connsiteY7" fmla="*/ 1350515 h 1583140"/>
              <a:gd name="connsiteX8" fmla="*/ 8705466 w 9662615"/>
              <a:gd name="connsiteY8" fmla="*/ 1342419 h 1583140"/>
              <a:gd name="connsiteX9" fmla="*/ 8652221 w 9662615"/>
              <a:gd name="connsiteY9" fmla="*/ 1326906 h 1583140"/>
              <a:gd name="connsiteX10" fmla="*/ 8632312 w 9662615"/>
              <a:gd name="connsiteY10" fmla="*/ 1326025 h 1583140"/>
              <a:gd name="connsiteX11" fmla="*/ 8591582 w 9662615"/>
              <a:gd name="connsiteY11" fmla="*/ 1341666 h 1583140"/>
              <a:gd name="connsiteX12" fmla="*/ 8537336 w 9662615"/>
              <a:gd name="connsiteY12" fmla="*/ 1341684 h 1583140"/>
              <a:gd name="connsiteX13" fmla="*/ 8472508 w 9662615"/>
              <a:gd name="connsiteY13" fmla="*/ 1363109 h 1583140"/>
              <a:gd name="connsiteX14" fmla="*/ 8258477 w 9662615"/>
              <a:gd name="connsiteY14" fmla="*/ 1370666 h 1583140"/>
              <a:gd name="connsiteX15" fmla="*/ 8197961 w 9662615"/>
              <a:gd name="connsiteY15" fmla="*/ 1392804 h 1583140"/>
              <a:gd name="connsiteX16" fmla="*/ 8171196 w 9662615"/>
              <a:gd name="connsiteY16" fmla="*/ 1397216 h 1583140"/>
              <a:gd name="connsiteX17" fmla="*/ 8127667 w 9662615"/>
              <a:gd name="connsiteY17" fmla="*/ 1418254 h 1583140"/>
              <a:gd name="connsiteX18" fmla="*/ 7974579 w 9662615"/>
              <a:gd name="connsiteY18" fmla="*/ 1383439 h 1583140"/>
              <a:gd name="connsiteX19" fmla="*/ 7768351 w 9662615"/>
              <a:gd name="connsiteY19" fmla="*/ 1395051 h 1583140"/>
              <a:gd name="connsiteX20" fmla="*/ 7635985 w 9662615"/>
              <a:gd name="connsiteY20" fmla="*/ 1386363 h 1583140"/>
              <a:gd name="connsiteX21" fmla="*/ 7466069 w 9662615"/>
              <a:gd name="connsiteY21" fmla="*/ 1377654 h 1583140"/>
              <a:gd name="connsiteX22" fmla="*/ 7355642 w 9662615"/>
              <a:gd name="connsiteY22" fmla="*/ 1407761 h 1583140"/>
              <a:gd name="connsiteX23" fmla="*/ 7151610 w 9662615"/>
              <a:gd name="connsiteY23" fmla="*/ 1397856 h 1583140"/>
              <a:gd name="connsiteX24" fmla="*/ 7082147 w 9662615"/>
              <a:gd name="connsiteY24" fmla="*/ 1406113 h 1583140"/>
              <a:gd name="connsiteX25" fmla="*/ 7014958 w 9662615"/>
              <a:gd name="connsiteY25" fmla="*/ 1396883 h 1583140"/>
              <a:gd name="connsiteX26" fmla="*/ 6907567 w 9662615"/>
              <a:gd name="connsiteY26" fmla="*/ 1419149 h 1583140"/>
              <a:gd name="connsiteX27" fmla="*/ 6748428 w 9662615"/>
              <a:gd name="connsiteY27" fmla="*/ 1420308 h 1583140"/>
              <a:gd name="connsiteX28" fmla="*/ 6654257 w 9662615"/>
              <a:gd name="connsiteY28" fmla="*/ 1424143 h 1583140"/>
              <a:gd name="connsiteX29" fmla="*/ 6620123 w 9662615"/>
              <a:gd name="connsiteY29" fmla="*/ 1430535 h 1583140"/>
              <a:gd name="connsiteX30" fmla="*/ 6571355 w 9662615"/>
              <a:gd name="connsiteY30" fmla="*/ 1436144 h 1583140"/>
              <a:gd name="connsiteX31" fmla="*/ 6486557 w 9662615"/>
              <a:gd name="connsiteY31" fmla="*/ 1449861 h 1583140"/>
              <a:gd name="connsiteX32" fmla="*/ 6370419 w 9662615"/>
              <a:gd name="connsiteY32" fmla="*/ 1461649 h 1583140"/>
              <a:gd name="connsiteX33" fmla="*/ 6278839 w 9662615"/>
              <a:gd name="connsiteY33" fmla="*/ 1449160 h 1583140"/>
              <a:gd name="connsiteX34" fmla="*/ 6272455 w 9662615"/>
              <a:gd name="connsiteY34" fmla="*/ 1453191 h 1583140"/>
              <a:gd name="connsiteX35" fmla="*/ 6212659 w 9662615"/>
              <a:gd name="connsiteY35" fmla="*/ 1454850 h 1583140"/>
              <a:gd name="connsiteX36" fmla="*/ 6069317 w 9662615"/>
              <a:gd name="connsiteY36" fmla="*/ 1445838 h 1583140"/>
              <a:gd name="connsiteX37" fmla="*/ 5878477 w 9662615"/>
              <a:gd name="connsiteY37" fmla="*/ 1439180 h 1583140"/>
              <a:gd name="connsiteX38" fmla="*/ 5838387 w 9662615"/>
              <a:gd name="connsiteY38" fmla="*/ 1444679 h 1583140"/>
              <a:gd name="connsiteX39" fmla="*/ 5771136 w 9662615"/>
              <a:gd name="connsiteY39" fmla="*/ 1453639 h 1583140"/>
              <a:gd name="connsiteX40" fmla="*/ 5724081 w 9662615"/>
              <a:gd name="connsiteY40" fmla="*/ 1470431 h 1583140"/>
              <a:gd name="connsiteX41" fmla="*/ 5666577 w 9662615"/>
              <a:gd name="connsiteY41" fmla="*/ 1473921 h 1583140"/>
              <a:gd name="connsiteX42" fmla="*/ 5649068 w 9662615"/>
              <a:gd name="connsiteY42" fmla="*/ 1461676 h 1583140"/>
              <a:gd name="connsiteX43" fmla="*/ 5588902 w 9662615"/>
              <a:gd name="connsiteY43" fmla="*/ 1469647 h 1583140"/>
              <a:gd name="connsiteX44" fmla="*/ 5498090 w 9662615"/>
              <a:gd name="connsiteY44" fmla="*/ 1483173 h 1583140"/>
              <a:gd name="connsiteX45" fmla="*/ 5444641 w 9662615"/>
              <a:gd name="connsiteY45" fmla="*/ 1487602 h 1583140"/>
              <a:gd name="connsiteX46" fmla="*/ 5299812 w 9662615"/>
              <a:gd name="connsiteY46" fmla="*/ 1503362 h 1583140"/>
              <a:gd name="connsiteX47" fmla="*/ 5213947 w 9662615"/>
              <a:gd name="connsiteY47" fmla="*/ 1516637 h 1583140"/>
              <a:gd name="connsiteX48" fmla="*/ 5090342 w 9662615"/>
              <a:gd name="connsiteY48" fmla="*/ 1546680 h 1583140"/>
              <a:gd name="connsiteX49" fmla="*/ 5129812 w 9662615"/>
              <a:gd name="connsiteY49" fmla="*/ 1521277 h 1583140"/>
              <a:gd name="connsiteX50" fmla="*/ 5059484 w 9662615"/>
              <a:gd name="connsiteY50" fmla="*/ 1546802 h 1583140"/>
              <a:gd name="connsiteX51" fmla="*/ 5038524 w 9662615"/>
              <a:gd name="connsiteY51" fmla="*/ 1545675 h 1583140"/>
              <a:gd name="connsiteX52" fmla="*/ 5026564 w 9662615"/>
              <a:gd name="connsiteY52" fmla="*/ 1545376 h 1583140"/>
              <a:gd name="connsiteX53" fmla="*/ 4969433 w 9662615"/>
              <a:gd name="connsiteY53" fmla="*/ 1550865 h 1583140"/>
              <a:gd name="connsiteX54" fmla="*/ 4929254 w 9662615"/>
              <a:gd name="connsiteY54" fmla="*/ 1563452 h 1583140"/>
              <a:gd name="connsiteX55" fmla="*/ 4871726 w 9662615"/>
              <a:gd name="connsiteY55" fmla="*/ 1570584 h 1583140"/>
              <a:gd name="connsiteX56" fmla="*/ 4843267 w 9662615"/>
              <a:gd name="connsiteY56" fmla="*/ 1561459 h 1583140"/>
              <a:gd name="connsiteX57" fmla="*/ 4821058 w 9662615"/>
              <a:gd name="connsiteY57" fmla="*/ 1553078 h 1583140"/>
              <a:gd name="connsiteX58" fmla="*/ 4791466 w 9662615"/>
              <a:gd name="connsiteY58" fmla="*/ 1561324 h 1583140"/>
              <a:gd name="connsiteX59" fmla="*/ 4784247 w 9662615"/>
              <a:gd name="connsiteY59" fmla="*/ 1562342 h 1583140"/>
              <a:gd name="connsiteX60" fmla="*/ 4739309 w 9662615"/>
              <a:gd name="connsiteY60" fmla="*/ 1553948 h 1583140"/>
              <a:gd name="connsiteX61" fmla="*/ 4697562 w 9662615"/>
              <a:gd name="connsiteY61" fmla="*/ 1551206 h 1583140"/>
              <a:gd name="connsiteX62" fmla="*/ 4650737 w 9662615"/>
              <a:gd name="connsiteY62" fmla="*/ 1537381 h 1583140"/>
              <a:gd name="connsiteX63" fmla="*/ 4583150 w 9662615"/>
              <a:gd name="connsiteY63" fmla="*/ 1529064 h 1583140"/>
              <a:gd name="connsiteX64" fmla="*/ 4521734 w 9662615"/>
              <a:gd name="connsiteY64" fmla="*/ 1529359 h 1583140"/>
              <a:gd name="connsiteX65" fmla="*/ 4382398 w 9662615"/>
              <a:gd name="connsiteY65" fmla="*/ 1534108 h 1583140"/>
              <a:gd name="connsiteX66" fmla="*/ 4221826 w 9662615"/>
              <a:gd name="connsiteY66" fmla="*/ 1500972 h 1583140"/>
              <a:gd name="connsiteX67" fmla="*/ 4096601 w 9662615"/>
              <a:gd name="connsiteY67" fmla="*/ 1521563 h 1583140"/>
              <a:gd name="connsiteX68" fmla="*/ 3970635 w 9662615"/>
              <a:gd name="connsiteY68" fmla="*/ 1544815 h 1583140"/>
              <a:gd name="connsiteX69" fmla="*/ 3833906 w 9662615"/>
              <a:gd name="connsiteY69" fmla="*/ 1516637 h 1583140"/>
              <a:gd name="connsiteX70" fmla="*/ 3696258 w 9662615"/>
              <a:gd name="connsiteY70" fmla="*/ 1537563 h 1583140"/>
              <a:gd name="connsiteX71" fmla="*/ 3594070 w 9662615"/>
              <a:gd name="connsiteY71" fmla="*/ 1509422 h 1583140"/>
              <a:gd name="connsiteX72" fmla="*/ 3565233 w 9662615"/>
              <a:gd name="connsiteY72" fmla="*/ 1515122 h 1583140"/>
              <a:gd name="connsiteX73" fmla="*/ 3560267 w 9662615"/>
              <a:gd name="connsiteY73" fmla="*/ 1516288 h 1583140"/>
              <a:gd name="connsiteX74" fmla="*/ 3540258 w 9662615"/>
              <a:gd name="connsiteY74" fmla="*/ 1516976 h 1583140"/>
              <a:gd name="connsiteX75" fmla="*/ 3534780 w 9662615"/>
              <a:gd name="connsiteY75" fmla="*/ 1522141 h 1583140"/>
              <a:gd name="connsiteX76" fmla="*/ 3504783 w 9662615"/>
              <a:gd name="connsiteY76" fmla="*/ 1526739 h 1583140"/>
              <a:gd name="connsiteX77" fmla="*/ 3430805 w 9662615"/>
              <a:gd name="connsiteY77" fmla="*/ 1542521 h 1583140"/>
              <a:gd name="connsiteX78" fmla="*/ 3292707 w 9662615"/>
              <a:gd name="connsiteY78" fmla="*/ 1520490 h 1583140"/>
              <a:gd name="connsiteX79" fmla="*/ 3187872 w 9662615"/>
              <a:gd name="connsiteY79" fmla="*/ 1519991 h 1583140"/>
              <a:gd name="connsiteX80" fmla="*/ 3148026 w 9662615"/>
              <a:gd name="connsiteY80" fmla="*/ 1524777 h 1583140"/>
              <a:gd name="connsiteX81" fmla="*/ 3092394 w 9662615"/>
              <a:gd name="connsiteY81" fmla="*/ 1528115 h 1583140"/>
              <a:gd name="connsiteX82" fmla="*/ 2994200 w 9662615"/>
              <a:gd name="connsiteY82" fmla="*/ 1537857 h 1583140"/>
              <a:gd name="connsiteX83" fmla="*/ 2862301 w 9662615"/>
              <a:gd name="connsiteY83" fmla="*/ 1544250 h 1583140"/>
              <a:gd name="connsiteX84" fmla="*/ 2766335 w 9662615"/>
              <a:gd name="connsiteY84" fmla="*/ 1527662 h 1583140"/>
              <a:gd name="connsiteX85" fmla="*/ 2757836 w 9662615"/>
              <a:gd name="connsiteY85" fmla="*/ 1531371 h 1583140"/>
              <a:gd name="connsiteX86" fmla="*/ 2691555 w 9662615"/>
              <a:gd name="connsiteY86" fmla="*/ 1530283 h 1583140"/>
              <a:gd name="connsiteX87" fmla="*/ 2491676 w 9662615"/>
              <a:gd name="connsiteY87" fmla="*/ 1500859 h 1583140"/>
              <a:gd name="connsiteX88" fmla="*/ 2378036 w 9662615"/>
              <a:gd name="connsiteY88" fmla="*/ 1520645 h 1583140"/>
              <a:gd name="connsiteX89" fmla="*/ 2284269 w 9662615"/>
              <a:gd name="connsiteY89" fmla="*/ 1503068 h 1583140"/>
              <a:gd name="connsiteX90" fmla="*/ 2207104 w 9662615"/>
              <a:gd name="connsiteY90" fmla="*/ 1508888 h 1583140"/>
              <a:gd name="connsiteX91" fmla="*/ 2149226 w 9662615"/>
              <a:gd name="connsiteY91" fmla="*/ 1523409 h 1583140"/>
              <a:gd name="connsiteX92" fmla="*/ 2084783 w 9662615"/>
              <a:gd name="connsiteY92" fmla="*/ 1524245 h 1583140"/>
              <a:gd name="connsiteX93" fmla="*/ 2070075 w 9662615"/>
              <a:gd name="connsiteY93" fmla="*/ 1511285 h 1583140"/>
              <a:gd name="connsiteX94" fmla="*/ 2001057 w 9662615"/>
              <a:gd name="connsiteY94" fmla="*/ 1516449 h 1583140"/>
              <a:gd name="connsiteX95" fmla="*/ 1896330 w 9662615"/>
              <a:gd name="connsiteY95" fmla="*/ 1525725 h 1583140"/>
              <a:gd name="connsiteX96" fmla="*/ 1835994 w 9662615"/>
              <a:gd name="connsiteY96" fmla="*/ 1527678 h 1583140"/>
              <a:gd name="connsiteX97" fmla="*/ 1671119 w 9662615"/>
              <a:gd name="connsiteY97" fmla="*/ 1536701 h 1583140"/>
              <a:gd name="connsiteX98" fmla="*/ 1601337 w 9662615"/>
              <a:gd name="connsiteY98" fmla="*/ 1548552 h 1583140"/>
              <a:gd name="connsiteX99" fmla="*/ 1407755 w 9662615"/>
              <a:gd name="connsiteY99" fmla="*/ 1571444 h 1583140"/>
              <a:gd name="connsiteX100" fmla="*/ 1271994 w 9662615"/>
              <a:gd name="connsiteY100" fmla="*/ 1579471 h 1583140"/>
              <a:gd name="connsiteX101" fmla="*/ 1249226 w 9662615"/>
              <a:gd name="connsiteY101" fmla="*/ 1583140 h 1583140"/>
              <a:gd name="connsiteX102" fmla="*/ 1217719 w 9662615"/>
              <a:gd name="connsiteY102" fmla="*/ 1580863 h 1583140"/>
              <a:gd name="connsiteX103" fmla="*/ 1091432 w 9662615"/>
              <a:gd name="connsiteY103" fmla="*/ 1571003 h 1583140"/>
              <a:gd name="connsiteX104" fmla="*/ 992039 w 9662615"/>
              <a:gd name="connsiteY104" fmla="*/ 1556662 h 1583140"/>
              <a:gd name="connsiteX105" fmla="*/ 868264 w 9662615"/>
              <a:gd name="connsiteY105" fmla="*/ 1566392 h 1583140"/>
              <a:gd name="connsiteX106" fmla="*/ 792765 w 9662615"/>
              <a:gd name="connsiteY106" fmla="*/ 1563102 h 1583140"/>
              <a:gd name="connsiteX107" fmla="*/ 669055 w 9662615"/>
              <a:gd name="connsiteY107" fmla="*/ 1543638 h 1583140"/>
              <a:gd name="connsiteX108" fmla="*/ 506152 w 9662615"/>
              <a:gd name="connsiteY108" fmla="*/ 1549124 h 1583140"/>
              <a:gd name="connsiteX109" fmla="*/ 472797 w 9662615"/>
              <a:gd name="connsiteY109" fmla="*/ 1568904 h 1583140"/>
              <a:gd name="connsiteX110" fmla="*/ 427864 w 9662615"/>
              <a:gd name="connsiteY110" fmla="*/ 1580848 h 1583140"/>
              <a:gd name="connsiteX111" fmla="*/ 408381 w 9662615"/>
              <a:gd name="connsiteY111" fmla="*/ 1552940 h 1583140"/>
              <a:gd name="connsiteX112" fmla="*/ 267163 w 9662615"/>
              <a:gd name="connsiteY112" fmla="*/ 1531913 h 1583140"/>
              <a:gd name="connsiteX113" fmla="*/ 196644 w 9662615"/>
              <a:gd name="connsiteY113" fmla="*/ 1524565 h 1583140"/>
              <a:gd name="connsiteX114" fmla="*/ 86819 w 9662615"/>
              <a:gd name="connsiteY114" fmla="*/ 1519517 h 1583140"/>
              <a:gd name="connsiteX115" fmla="*/ 53369 w 9662615"/>
              <a:gd name="connsiteY115" fmla="*/ 1516853 h 1583140"/>
              <a:gd name="connsiteX116" fmla="*/ 2359 w 9662615"/>
              <a:gd name="connsiteY116" fmla="*/ 1515247 h 1583140"/>
              <a:gd name="connsiteX117" fmla="*/ 0 w 9662615"/>
              <a:gd name="connsiteY117" fmla="*/ 1514932 h 1583140"/>
              <a:gd name="connsiteX118" fmla="*/ 0 w 9662615"/>
              <a:gd name="connsiteY118" fmla="*/ 0 h 1583140"/>
              <a:gd name="connsiteX0" fmla="*/ 0 w 9662615"/>
              <a:gd name="connsiteY0" fmla="*/ 0 h 1583140"/>
              <a:gd name="connsiteX1" fmla="*/ 9662615 w 9662615"/>
              <a:gd name="connsiteY1" fmla="*/ 0 h 1583140"/>
              <a:gd name="connsiteX2" fmla="*/ 9662615 w 9662615"/>
              <a:gd name="connsiteY2" fmla="*/ 1280346 h 1583140"/>
              <a:gd name="connsiteX3" fmla="*/ 9658420 w 9662615"/>
              <a:gd name="connsiteY3" fmla="*/ 1280106 h 1583140"/>
              <a:gd name="connsiteX4" fmla="*/ 9469546 w 9662615"/>
              <a:gd name="connsiteY4" fmla="*/ 1289837 h 1583140"/>
              <a:gd name="connsiteX5" fmla="*/ 9385895 w 9662615"/>
              <a:gd name="connsiteY5" fmla="*/ 1269203 h 1583140"/>
              <a:gd name="connsiteX6" fmla="*/ 9144767 w 9662615"/>
              <a:gd name="connsiteY6" fmla="*/ 1264120 h 1583140"/>
              <a:gd name="connsiteX7" fmla="*/ 8837252 w 9662615"/>
              <a:gd name="connsiteY7" fmla="*/ 1350515 h 1583140"/>
              <a:gd name="connsiteX8" fmla="*/ 8705466 w 9662615"/>
              <a:gd name="connsiteY8" fmla="*/ 1342419 h 1583140"/>
              <a:gd name="connsiteX9" fmla="*/ 8652221 w 9662615"/>
              <a:gd name="connsiteY9" fmla="*/ 1326906 h 1583140"/>
              <a:gd name="connsiteX10" fmla="*/ 8632312 w 9662615"/>
              <a:gd name="connsiteY10" fmla="*/ 1326025 h 1583140"/>
              <a:gd name="connsiteX11" fmla="*/ 8591582 w 9662615"/>
              <a:gd name="connsiteY11" fmla="*/ 1341666 h 1583140"/>
              <a:gd name="connsiteX12" fmla="*/ 8537336 w 9662615"/>
              <a:gd name="connsiteY12" fmla="*/ 1341684 h 1583140"/>
              <a:gd name="connsiteX13" fmla="*/ 8472508 w 9662615"/>
              <a:gd name="connsiteY13" fmla="*/ 1363109 h 1583140"/>
              <a:gd name="connsiteX14" fmla="*/ 8258477 w 9662615"/>
              <a:gd name="connsiteY14" fmla="*/ 1370666 h 1583140"/>
              <a:gd name="connsiteX15" fmla="*/ 8197961 w 9662615"/>
              <a:gd name="connsiteY15" fmla="*/ 1392804 h 1583140"/>
              <a:gd name="connsiteX16" fmla="*/ 8171196 w 9662615"/>
              <a:gd name="connsiteY16" fmla="*/ 1397216 h 1583140"/>
              <a:gd name="connsiteX17" fmla="*/ 8127667 w 9662615"/>
              <a:gd name="connsiteY17" fmla="*/ 1418254 h 1583140"/>
              <a:gd name="connsiteX18" fmla="*/ 7974579 w 9662615"/>
              <a:gd name="connsiteY18" fmla="*/ 1383439 h 1583140"/>
              <a:gd name="connsiteX19" fmla="*/ 7768351 w 9662615"/>
              <a:gd name="connsiteY19" fmla="*/ 1395051 h 1583140"/>
              <a:gd name="connsiteX20" fmla="*/ 7635985 w 9662615"/>
              <a:gd name="connsiteY20" fmla="*/ 1386363 h 1583140"/>
              <a:gd name="connsiteX21" fmla="*/ 7466069 w 9662615"/>
              <a:gd name="connsiteY21" fmla="*/ 1377654 h 1583140"/>
              <a:gd name="connsiteX22" fmla="*/ 7355642 w 9662615"/>
              <a:gd name="connsiteY22" fmla="*/ 1407761 h 1583140"/>
              <a:gd name="connsiteX23" fmla="*/ 7151610 w 9662615"/>
              <a:gd name="connsiteY23" fmla="*/ 1397856 h 1583140"/>
              <a:gd name="connsiteX24" fmla="*/ 7082147 w 9662615"/>
              <a:gd name="connsiteY24" fmla="*/ 1406113 h 1583140"/>
              <a:gd name="connsiteX25" fmla="*/ 7014958 w 9662615"/>
              <a:gd name="connsiteY25" fmla="*/ 1396883 h 1583140"/>
              <a:gd name="connsiteX26" fmla="*/ 6907567 w 9662615"/>
              <a:gd name="connsiteY26" fmla="*/ 1419149 h 1583140"/>
              <a:gd name="connsiteX27" fmla="*/ 6748428 w 9662615"/>
              <a:gd name="connsiteY27" fmla="*/ 1420308 h 1583140"/>
              <a:gd name="connsiteX28" fmla="*/ 6654257 w 9662615"/>
              <a:gd name="connsiteY28" fmla="*/ 1424143 h 1583140"/>
              <a:gd name="connsiteX29" fmla="*/ 6620123 w 9662615"/>
              <a:gd name="connsiteY29" fmla="*/ 1430535 h 1583140"/>
              <a:gd name="connsiteX30" fmla="*/ 6571355 w 9662615"/>
              <a:gd name="connsiteY30" fmla="*/ 1436144 h 1583140"/>
              <a:gd name="connsiteX31" fmla="*/ 6486557 w 9662615"/>
              <a:gd name="connsiteY31" fmla="*/ 1449861 h 1583140"/>
              <a:gd name="connsiteX32" fmla="*/ 6370419 w 9662615"/>
              <a:gd name="connsiteY32" fmla="*/ 1461649 h 1583140"/>
              <a:gd name="connsiteX33" fmla="*/ 6278839 w 9662615"/>
              <a:gd name="connsiteY33" fmla="*/ 1449160 h 1583140"/>
              <a:gd name="connsiteX34" fmla="*/ 6272455 w 9662615"/>
              <a:gd name="connsiteY34" fmla="*/ 1453191 h 1583140"/>
              <a:gd name="connsiteX35" fmla="*/ 6212659 w 9662615"/>
              <a:gd name="connsiteY35" fmla="*/ 1454850 h 1583140"/>
              <a:gd name="connsiteX36" fmla="*/ 6069317 w 9662615"/>
              <a:gd name="connsiteY36" fmla="*/ 1445838 h 1583140"/>
              <a:gd name="connsiteX37" fmla="*/ 5878477 w 9662615"/>
              <a:gd name="connsiteY37" fmla="*/ 1439180 h 1583140"/>
              <a:gd name="connsiteX38" fmla="*/ 5838387 w 9662615"/>
              <a:gd name="connsiteY38" fmla="*/ 1444679 h 1583140"/>
              <a:gd name="connsiteX39" fmla="*/ 5771136 w 9662615"/>
              <a:gd name="connsiteY39" fmla="*/ 1453639 h 1583140"/>
              <a:gd name="connsiteX40" fmla="*/ 5724081 w 9662615"/>
              <a:gd name="connsiteY40" fmla="*/ 1470431 h 1583140"/>
              <a:gd name="connsiteX41" fmla="*/ 5666577 w 9662615"/>
              <a:gd name="connsiteY41" fmla="*/ 1473921 h 1583140"/>
              <a:gd name="connsiteX42" fmla="*/ 5649068 w 9662615"/>
              <a:gd name="connsiteY42" fmla="*/ 1461676 h 1583140"/>
              <a:gd name="connsiteX43" fmla="*/ 5588902 w 9662615"/>
              <a:gd name="connsiteY43" fmla="*/ 1469647 h 1583140"/>
              <a:gd name="connsiteX44" fmla="*/ 5498090 w 9662615"/>
              <a:gd name="connsiteY44" fmla="*/ 1483173 h 1583140"/>
              <a:gd name="connsiteX45" fmla="*/ 5444641 w 9662615"/>
              <a:gd name="connsiteY45" fmla="*/ 1487602 h 1583140"/>
              <a:gd name="connsiteX46" fmla="*/ 5299812 w 9662615"/>
              <a:gd name="connsiteY46" fmla="*/ 1503362 h 1583140"/>
              <a:gd name="connsiteX47" fmla="*/ 5213947 w 9662615"/>
              <a:gd name="connsiteY47" fmla="*/ 1516637 h 1583140"/>
              <a:gd name="connsiteX48" fmla="*/ 5090342 w 9662615"/>
              <a:gd name="connsiteY48" fmla="*/ 1546680 h 1583140"/>
              <a:gd name="connsiteX49" fmla="*/ 5129812 w 9662615"/>
              <a:gd name="connsiteY49" fmla="*/ 1521277 h 1583140"/>
              <a:gd name="connsiteX50" fmla="*/ 5059484 w 9662615"/>
              <a:gd name="connsiteY50" fmla="*/ 1546802 h 1583140"/>
              <a:gd name="connsiteX51" fmla="*/ 5038524 w 9662615"/>
              <a:gd name="connsiteY51" fmla="*/ 1545675 h 1583140"/>
              <a:gd name="connsiteX52" fmla="*/ 5026564 w 9662615"/>
              <a:gd name="connsiteY52" fmla="*/ 1545376 h 1583140"/>
              <a:gd name="connsiteX53" fmla="*/ 4969433 w 9662615"/>
              <a:gd name="connsiteY53" fmla="*/ 1550865 h 1583140"/>
              <a:gd name="connsiteX54" fmla="*/ 4929254 w 9662615"/>
              <a:gd name="connsiteY54" fmla="*/ 1563452 h 1583140"/>
              <a:gd name="connsiteX55" fmla="*/ 4871726 w 9662615"/>
              <a:gd name="connsiteY55" fmla="*/ 1570584 h 1583140"/>
              <a:gd name="connsiteX56" fmla="*/ 4843267 w 9662615"/>
              <a:gd name="connsiteY56" fmla="*/ 1561459 h 1583140"/>
              <a:gd name="connsiteX57" fmla="*/ 4821058 w 9662615"/>
              <a:gd name="connsiteY57" fmla="*/ 1553078 h 1583140"/>
              <a:gd name="connsiteX58" fmla="*/ 4791466 w 9662615"/>
              <a:gd name="connsiteY58" fmla="*/ 1561324 h 1583140"/>
              <a:gd name="connsiteX59" fmla="*/ 4784247 w 9662615"/>
              <a:gd name="connsiteY59" fmla="*/ 1562342 h 1583140"/>
              <a:gd name="connsiteX60" fmla="*/ 4739309 w 9662615"/>
              <a:gd name="connsiteY60" fmla="*/ 1553948 h 1583140"/>
              <a:gd name="connsiteX61" fmla="*/ 4697562 w 9662615"/>
              <a:gd name="connsiteY61" fmla="*/ 1551206 h 1583140"/>
              <a:gd name="connsiteX62" fmla="*/ 4650737 w 9662615"/>
              <a:gd name="connsiteY62" fmla="*/ 1537381 h 1583140"/>
              <a:gd name="connsiteX63" fmla="*/ 4583150 w 9662615"/>
              <a:gd name="connsiteY63" fmla="*/ 1529064 h 1583140"/>
              <a:gd name="connsiteX64" fmla="*/ 4521734 w 9662615"/>
              <a:gd name="connsiteY64" fmla="*/ 1529359 h 1583140"/>
              <a:gd name="connsiteX65" fmla="*/ 4382398 w 9662615"/>
              <a:gd name="connsiteY65" fmla="*/ 1534108 h 1583140"/>
              <a:gd name="connsiteX66" fmla="*/ 4221826 w 9662615"/>
              <a:gd name="connsiteY66" fmla="*/ 1500972 h 1583140"/>
              <a:gd name="connsiteX67" fmla="*/ 4096601 w 9662615"/>
              <a:gd name="connsiteY67" fmla="*/ 1521563 h 1583140"/>
              <a:gd name="connsiteX68" fmla="*/ 3970635 w 9662615"/>
              <a:gd name="connsiteY68" fmla="*/ 1544815 h 1583140"/>
              <a:gd name="connsiteX69" fmla="*/ 3833906 w 9662615"/>
              <a:gd name="connsiteY69" fmla="*/ 1516637 h 1583140"/>
              <a:gd name="connsiteX70" fmla="*/ 3696258 w 9662615"/>
              <a:gd name="connsiteY70" fmla="*/ 1537563 h 1583140"/>
              <a:gd name="connsiteX71" fmla="*/ 3594070 w 9662615"/>
              <a:gd name="connsiteY71" fmla="*/ 1509422 h 1583140"/>
              <a:gd name="connsiteX72" fmla="*/ 3565233 w 9662615"/>
              <a:gd name="connsiteY72" fmla="*/ 1515122 h 1583140"/>
              <a:gd name="connsiteX73" fmla="*/ 3560267 w 9662615"/>
              <a:gd name="connsiteY73" fmla="*/ 1516288 h 1583140"/>
              <a:gd name="connsiteX74" fmla="*/ 3540258 w 9662615"/>
              <a:gd name="connsiteY74" fmla="*/ 1516976 h 1583140"/>
              <a:gd name="connsiteX75" fmla="*/ 3534780 w 9662615"/>
              <a:gd name="connsiteY75" fmla="*/ 1522141 h 1583140"/>
              <a:gd name="connsiteX76" fmla="*/ 3504783 w 9662615"/>
              <a:gd name="connsiteY76" fmla="*/ 1526739 h 1583140"/>
              <a:gd name="connsiteX77" fmla="*/ 3430805 w 9662615"/>
              <a:gd name="connsiteY77" fmla="*/ 1542521 h 1583140"/>
              <a:gd name="connsiteX78" fmla="*/ 3292707 w 9662615"/>
              <a:gd name="connsiteY78" fmla="*/ 1520490 h 1583140"/>
              <a:gd name="connsiteX79" fmla="*/ 3187872 w 9662615"/>
              <a:gd name="connsiteY79" fmla="*/ 1519991 h 1583140"/>
              <a:gd name="connsiteX80" fmla="*/ 3148026 w 9662615"/>
              <a:gd name="connsiteY80" fmla="*/ 1524777 h 1583140"/>
              <a:gd name="connsiteX81" fmla="*/ 3092394 w 9662615"/>
              <a:gd name="connsiteY81" fmla="*/ 1528115 h 1583140"/>
              <a:gd name="connsiteX82" fmla="*/ 2994200 w 9662615"/>
              <a:gd name="connsiteY82" fmla="*/ 1537857 h 1583140"/>
              <a:gd name="connsiteX83" fmla="*/ 2862301 w 9662615"/>
              <a:gd name="connsiteY83" fmla="*/ 1544250 h 1583140"/>
              <a:gd name="connsiteX84" fmla="*/ 2766335 w 9662615"/>
              <a:gd name="connsiteY84" fmla="*/ 1527662 h 1583140"/>
              <a:gd name="connsiteX85" fmla="*/ 2757836 w 9662615"/>
              <a:gd name="connsiteY85" fmla="*/ 1531371 h 1583140"/>
              <a:gd name="connsiteX86" fmla="*/ 2691555 w 9662615"/>
              <a:gd name="connsiteY86" fmla="*/ 1530283 h 1583140"/>
              <a:gd name="connsiteX87" fmla="*/ 2491676 w 9662615"/>
              <a:gd name="connsiteY87" fmla="*/ 1500859 h 1583140"/>
              <a:gd name="connsiteX88" fmla="*/ 2378036 w 9662615"/>
              <a:gd name="connsiteY88" fmla="*/ 1520645 h 1583140"/>
              <a:gd name="connsiteX89" fmla="*/ 2284269 w 9662615"/>
              <a:gd name="connsiteY89" fmla="*/ 1503068 h 1583140"/>
              <a:gd name="connsiteX90" fmla="*/ 2207104 w 9662615"/>
              <a:gd name="connsiteY90" fmla="*/ 1508888 h 1583140"/>
              <a:gd name="connsiteX91" fmla="*/ 2149226 w 9662615"/>
              <a:gd name="connsiteY91" fmla="*/ 1523409 h 1583140"/>
              <a:gd name="connsiteX92" fmla="*/ 2084783 w 9662615"/>
              <a:gd name="connsiteY92" fmla="*/ 1524245 h 1583140"/>
              <a:gd name="connsiteX93" fmla="*/ 2070075 w 9662615"/>
              <a:gd name="connsiteY93" fmla="*/ 1511285 h 1583140"/>
              <a:gd name="connsiteX94" fmla="*/ 2001057 w 9662615"/>
              <a:gd name="connsiteY94" fmla="*/ 1516449 h 1583140"/>
              <a:gd name="connsiteX95" fmla="*/ 1896330 w 9662615"/>
              <a:gd name="connsiteY95" fmla="*/ 1525725 h 1583140"/>
              <a:gd name="connsiteX96" fmla="*/ 1835994 w 9662615"/>
              <a:gd name="connsiteY96" fmla="*/ 1527678 h 1583140"/>
              <a:gd name="connsiteX97" fmla="*/ 1671119 w 9662615"/>
              <a:gd name="connsiteY97" fmla="*/ 1536701 h 1583140"/>
              <a:gd name="connsiteX98" fmla="*/ 1601337 w 9662615"/>
              <a:gd name="connsiteY98" fmla="*/ 1548552 h 1583140"/>
              <a:gd name="connsiteX99" fmla="*/ 1407755 w 9662615"/>
              <a:gd name="connsiteY99" fmla="*/ 1571444 h 1583140"/>
              <a:gd name="connsiteX100" fmla="*/ 1271994 w 9662615"/>
              <a:gd name="connsiteY100" fmla="*/ 1579471 h 1583140"/>
              <a:gd name="connsiteX101" fmla="*/ 1249226 w 9662615"/>
              <a:gd name="connsiteY101" fmla="*/ 1583140 h 1583140"/>
              <a:gd name="connsiteX102" fmla="*/ 1217719 w 9662615"/>
              <a:gd name="connsiteY102" fmla="*/ 1580863 h 1583140"/>
              <a:gd name="connsiteX103" fmla="*/ 1091432 w 9662615"/>
              <a:gd name="connsiteY103" fmla="*/ 1571003 h 1583140"/>
              <a:gd name="connsiteX104" fmla="*/ 992039 w 9662615"/>
              <a:gd name="connsiteY104" fmla="*/ 1556662 h 1583140"/>
              <a:gd name="connsiteX105" fmla="*/ 868264 w 9662615"/>
              <a:gd name="connsiteY105" fmla="*/ 1566392 h 1583140"/>
              <a:gd name="connsiteX106" fmla="*/ 792765 w 9662615"/>
              <a:gd name="connsiteY106" fmla="*/ 1563102 h 1583140"/>
              <a:gd name="connsiteX107" fmla="*/ 669055 w 9662615"/>
              <a:gd name="connsiteY107" fmla="*/ 1543638 h 1583140"/>
              <a:gd name="connsiteX108" fmla="*/ 506152 w 9662615"/>
              <a:gd name="connsiteY108" fmla="*/ 1549124 h 1583140"/>
              <a:gd name="connsiteX109" fmla="*/ 472797 w 9662615"/>
              <a:gd name="connsiteY109" fmla="*/ 1568904 h 1583140"/>
              <a:gd name="connsiteX110" fmla="*/ 427864 w 9662615"/>
              <a:gd name="connsiteY110" fmla="*/ 1580848 h 1583140"/>
              <a:gd name="connsiteX111" fmla="*/ 408381 w 9662615"/>
              <a:gd name="connsiteY111" fmla="*/ 1552940 h 1583140"/>
              <a:gd name="connsiteX112" fmla="*/ 267163 w 9662615"/>
              <a:gd name="connsiteY112" fmla="*/ 1531913 h 1583140"/>
              <a:gd name="connsiteX113" fmla="*/ 196644 w 9662615"/>
              <a:gd name="connsiteY113" fmla="*/ 1524565 h 1583140"/>
              <a:gd name="connsiteX114" fmla="*/ 86819 w 9662615"/>
              <a:gd name="connsiteY114" fmla="*/ 1519517 h 1583140"/>
              <a:gd name="connsiteX115" fmla="*/ 53369 w 9662615"/>
              <a:gd name="connsiteY115" fmla="*/ 1516853 h 1583140"/>
              <a:gd name="connsiteX116" fmla="*/ 2359 w 9662615"/>
              <a:gd name="connsiteY116" fmla="*/ 1515247 h 1583140"/>
              <a:gd name="connsiteX117" fmla="*/ 0 w 9662615"/>
              <a:gd name="connsiteY117" fmla="*/ 1514932 h 1583140"/>
              <a:gd name="connsiteX118" fmla="*/ 0 w 9662615"/>
              <a:gd name="connsiteY118" fmla="*/ 0 h 1583140"/>
              <a:gd name="connsiteX0" fmla="*/ 0 w 9662615"/>
              <a:gd name="connsiteY0" fmla="*/ 0 h 1583140"/>
              <a:gd name="connsiteX1" fmla="*/ 9662615 w 9662615"/>
              <a:gd name="connsiteY1" fmla="*/ 0 h 1583140"/>
              <a:gd name="connsiteX2" fmla="*/ 9662615 w 9662615"/>
              <a:gd name="connsiteY2" fmla="*/ 1280346 h 1583140"/>
              <a:gd name="connsiteX3" fmla="*/ 9658420 w 9662615"/>
              <a:gd name="connsiteY3" fmla="*/ 1280106 h 1583140"/>
              <a:gd name="connsiteX4" fmla="*/ 9469546 w 9662615"/>
              <a:gd name="connsiteY4" fmla="*/ 1289837 h 1583140"/>
              <a:gd name="connsiteX5" fmla="*/ 9385895 w 9662615"/>
              <a:gd name="connsiteY5" fmla="*/ 1269203 h 1583140"/>
              <a:gd name="connsiteX6" fmla="*/ 9144767 w 9662615"/>
              <a:gd name="connsiteY6" fmla="*/ 1264120 h 1583140"/>
              <a:gd name="connsiteX7" fmla="*/ 8837252 w 9662615"/>
              <a:gd name="connsiteY7" fmla="*/ 1350515 h 1583140"/>
              <a:gd name="connsiteX8" fmla="*/ 8705466 w 9662615"/>
              <a:gd name="connsiteY8" fmla="*/ 1342419 h 1583140"/>
              <a:gd name="connsiteX9" fmla="*/ 8652221 w 9662615"/>
              <a:gd name="connsiteY9" fmla="*/ 1326906 h 1583140"/>
              <a:gd name="connsiteX10" fmla="*/ 8632312 w 9662615"/>
              <a:gd name="connsiteY10" fmla="*/ 1326025 h 1583140"/>
              <a:gd name="connsiteX11" fmla="*/ 8591582 w 9662615"/>
              <a:gd name="connsiteY11" fmla="*/ 1341666 h 1583140"/>
              <a:gd name="connsiteX12" fmla="*/ 8537336 w 9662615"/>
              <a:gd name="connsiteY12" fmla="*/ 1341684 h 1583140"/>
              <a:gd name="connsiteX13" fmla="*/ 8472508 w 9662615"/>
              <a:gd name="connsiteY13" fmla="*/ 1363109 h 1583140"/>
              <a:gd name="connsiteX14" fmla="*/ 8258477 w 9662615"/>
              <a:gd name="connsiteY14" fmla="*/ 1370666 h 1583140"/>
              <a:gd name="connsiteX15" fmla="*/ 8197961 w 9662615"/>
              <a:gd name="connsiteY15" fmla="*/ 1392804 h 1583140"/>
              <a:gd name="connsiteX16" fmla="*/ 8171196 w 9662615"/>
              <a:gd name="connsiteY16" fmla="*/ 1397216 h 1583140"/>
              <a:gd name="connsiteX17" fmla="*/ 8127667 w 9662615"/>
              <a:gd name="connsiteY17" fmla="*/ 1418254 h 1583140"/>
              <a:gd name="connsiteX18" fmla="*/ 7974579 w 9662615"/>
              <a:gd name="connsiteY18" fmla="*/ 1383439 h 1583140"/>
              <a:gd name="connsiteX19" fmla="*/ 7768351 w 9662615"/>
              <a:gd name="connsiteY19" fmla="*/ 1395051 h 1583140"/>
              <a:gd name="connsiteX20" fmla="*/ 7635985 w 9662615"/>
              <a:gd name="connsiteY20" fmla="*/ 1386363 h 1583140"/>
              <a:gd name="connsiteX21" fmla="*/ 7466069 w 9662615"/>
              <a:gd name="connsiteY21" fmla="*/ 1377654 h 1583140"/>
              <a:gd name="connsiteX22" fmla="*/ 7355642 w 9662615"/>
              <a:gd name="connsiteY22" fmla="*/ 1407761 h 1583140"/>
              <a:gd name="connsiteX23" fmla="*/ 7151610 w 9662615"/>
              <a:gd name="connsiteY23" fmla="*/ 1397856 h 1583140"/>
              <a:gd name="connsiteX24" fmla="*/ 7082147 w 9662615"/>
              <a:gd name="connsiteY24" fmla="*/ 1406113 h 1583140"/>
              <a:gd name="connsiteX25" fmla="*/ 7014958 w 9662615"/>
              <a:gd name="connsiteY25" fmla="*/ 1396883 h 1583140"/>
              <a:gd name="connsiteX26" fmla="*/ 6907567 w 9662615"/>
              <a:gd name="connsiteY26" fmla="*/ 1419149 h 1583140"/>
              <a:gd name="connsiteX27" fmla="*/ 6748428 w 9662615"/>
              <a:gd name="connsiteY27" fmla="*/ 1420308 h 1583140"/>
              <a:gd name="connsiteX28" fmla="*/ 6654257 w 9662615"/>
              <a:gd name="connsiteY28" fmla="*/ 1424143 h 1583140"/>
              <a:gd name="connsiteX29" fmla="*/ 6620123 w 9662615"/>
              <a:gd name="connsiteY29" fmla="*/ 1430535 h 1583140"/>
              <a:gd name="connsiteX30" fmla="*/ 6571355 w 9662615"/>
              <a:gd name="connsiteY30" fmla="*/ 1436144 h 1583140"/>
              <a:gd name="connsiteX31" fmla="*/ 6486557 w 9662615"/>
              <a:gd name="connsiteY31" fmla="*/ 1449861 h 1583140"/>
              <a:gd name="connsiteX32" fmla="*/ 6370419 w 9662615"/>
              <a:gd name="connsiteY32" fmla="*/ 1461649 h 1583140"/>
              <a:gd name="connsiteX33" fmla="*/ 6278839 w 9662615"/>
              <a:gd name="connsiteY33" fmla="*/ 1449160 h 1583140"/>
              <a:gd name="connsiteX34" fmla="*/ 6272455 w 9662615"/>
              <a:gd name="connsiteY34" fmla="*/ 1453191 h 1583140"/>
              <a:gd name="connsiteX35" fmla="*/ 6212659 w 9662615"/>
              <a:gd name="connsiteY35" fmla="*/ 1454850 h 1583140"/>
              <a:gd name="connsiteX36" fmla="*/ 6069317 w 9662615"/>
              <a:gd name="connsiteY36" fmla="*/ 1445838 h 1583140"/>
              <a:gd name="connsiteX37" fmla="*/ 5878477 w 9662615"/>
              <a:gd name="connsiteY37" fmla="*/ 1439180 h 1583140"/>
              <a:gd name="connsiteX38" fmla="*/ 5838387 w 9662615"/>
              <a:gd name="connsiteY38" fmla="*/ 1444679 h 1583140"/>
              <a:gd name="connsiteX39" fmla="*/ 5771136 w 9662615"/>
              <a:gd name="connsiteY39" fmla="*/ 1453639 h 1583140"/>
              <a:gd name="connsiteX40" fmla="*/ 5724081 w 9662615"/>
              <a:gd name="connsiteY40" fmla="*/ 1470431 h 1583140"/>
              <a:gd name="connsiteX41" fmla="*/ 5666577 w 9662615"/>
              <a:gd name="connsiteY41" fmla="*/ 1473921 h 1583140"/>
              <a:gd name="connsiteX42" fmla="*/ 5649068 w 9662615"/>
              <a:gd name="connsiteY42" fmla="*/ 1461676 h 1583140"/>
              <a:gd name="connsiteX43" fmla="*/ 5588902 w 9662615"/>
              <a:gd name="connsiteY43" fmla="*/ 1469647 h 1583140"/>
              <a:gd name="connsiteX44" fmla="*/ 5498090 w 9662615"/>
              <a:gd name="connsiteY44" fmla="*/ 1483173 h 1583140"/>
              <a:gd name="connsiteX45" fmla="*/ 5444641 w 9662615"/>
              <a:gd name="connsiteY45" fmla="*/ 1487602 h 1583140"/>
              <a:gd name="connsiteX46" fmla="*/ 5299812 w 9662615"/>
              <a:gd name="connsiteY46" fmla="*/ 1503362 h 1583140"/>
              <a:gd name="connsiteX47" fmla="*/ 5213947 w 9662615"/>
              <a:gd name="connsiteY47" fmla="*/ 1516637 h 1583140"/>
              <a:gd name="connsiteX48" fmla="*/ 5090342 w 9662615"/>
              <a:gd name="connsiteY48" fmla="*/ 1546680 h 1583140"/>
              <a:gd name="connsiteX49" fmla="*/ 5129812 w 9662615"/>
              <a:gd name="connsiteY49" fmla="*/ 1521277 h 1583140"/>
              <a:gd name="connsiteX50" fmla="*/ 5059484 w 9662615"/>
              <a:gd name="connsiteY50" fmla="*/ 1546802 h 1583140"/>
              <a:gd name="connsiteX51" fmla="*/ 5038524 w 9662615"/>
              <a:gd name="connsiteY51" fmla="*/ 1545675 h 1583140"/>
              <a:gd name="connsiteX52" fmla="*/ 5026564 w 9662615"/>
              <a:gd name="connsiteY52" fmla="*/ 1545376 h 1583140"/>
              <a:gd name="connsiteX53" fmla="*/ 4969433 w 9662615"/>
              <a:gd name="connsiteY53" fmla="*/ 1550865 h 1583140"/>
              <a:gd name="connsiteX54" fmla="*/ 4929254 w 9662615"/>
              <a:gd name="connsiteY54" fmla="*/ 1563452 h 1583140"/>
              <a:gd name="connsiteX55" fmla="*/ 4871726 w 9662615"/>
              <a:gd name="connsiteY55" fmla="*/ 1570584 h 1583140"/>
              <a:gd name="connsiteX56" fmla="*/ 4843267 w 9662615"/>
              <a:gd name="connsiteY56" fmla="*/ 1561459 h 1583140"/>
              <a:gd name="connsiteX57" fmla="*/ 4821058 w 9662615"/>
              <a:gd name="connsiteY57" fmla="*/ 1553078 h 1583140"/>
              <a:gd name="connsiteX58" fmla="*/ 4791466 w 9662615"/>
              <a:gd name="connsiteY58" fmla="*/ 1561324 h 1583140"/>
              <a:gd name="connsiteX59" fmla="*/ 4784247 w 9662615"/>
              <a:gd name="connsiteY59" fmla="*/ 1562342 h 1583140"/>
              <a:gd name="connsiteX60" fmla="*/ 4739309 w 9662615"/>
              <a:gd name="connsiteY60" fmla="*/ 1553948 h 1583140"/>
              <a:gd name="connsiteX61" fmla="*/ 4697562 w 9662615"/>
              <a:gd name="connsiteY61" fmla="*/ 1551206 h 1583140"/>
              <a:gd name="connsiteX62" fmla="*/ 4650737 w 9662615"/>
              <a:gd name="connsiteY62" fmla="*/ 1537381 h 1583140"/>
              <a:gd name="connsiteX63" fmla="*/ 4583150 w 9662615"/>
              <a:gd name="connsiteY63" fmla="*/ 1529064 h 1583140"/>
              <a:gd name="connsiteX64" fmla="*/ 4521734 w 9662615"/>
              <a:gd name="connsiteY64" fmla="*/ 1529359 h 1583140"/>
              <a:gd name="connsiteX65" fmla="*/ 4382398 w 9662615"/>
              <a:gd name="connsiteY65" fmla="*/ 1534108 h 1583140"/>
              <a:gd name="connsiteX66" fmla="*/ 4221826 w 9662615"/>
              <a:gd name="connsiteY66" fmla="*/ 1500972 h 1583140"/>
              <a:gd name="connsiteX67" fmla="*/ 4096601 w 9662615"/>
              <a:gd name="connsiteY67" fmla="*/ 1521563 h 1583140"/>
              <a:gd name="connsiteX68" fmla="*/ 3966659 w 9662615"/>
              <a:gd name="connsiteY68" fmla="*/ 1528913 h 1583140"/>
              <a:gd name="connsiteX69" fmla="*/ 3833906 w 9662615"/>
              <a:gd name="connsiteY69" fmla="*/ 1516637 h 1583140"/>
              <a:gd name="connsiteX70" fmla="*/ 3696258 w 9662615"/>
              <a:gd name="connsiteY70" fmla="*/ 1537563 h 1583140"/>
              <a:gd name="connsiteX71" fmla="*/ 3594070 w 9662615"/>
              <a:gd name="connsiteY71" fmla="*/ 1509422 h 1583140"/>
              <a:gd name="connsiteX72" fmla="*/ 3565233 w 9662615"/>
              <a:gd name="connsiteY72" fmla="*/ 1515122 h 1583140"/>
              <a:gd name="connsiteX73" fmla="*/ 3560267 w 9662615"/>
              <a:gd name="connsiteY73" fmla="*/ 1516288 h 1583140"/>
              <a:gd name="connsiteX74" fmla="*/ 3540258 w 9662615"/>
              <a:gd name="connsiteY74" fmla="*/ 1516976 h 1583140"/>
              <a:gd name="connsiteX75" fmla="*/ 3534780 w 9662615"/>
              <a:gd name="connsiteY75" fmla="*/ 1522141 h 1583140"/>
              <a:gd name="connsiteX76" fmla="*/ 3504783 w 9662615"/>
              <a:gd name="connsiteY76" fmla="*/ 1526739 h 1583140"/>
              <a:gd name="connsiteX77" fmla="*/ 3430805 w 9662615"/>
              <a:gd name="connsiteY77" fmla="*/ 1542521 h 1583140"/>
              <a:gd name="connsiteX78" fmla="*/ 3292707 w 9662615"/>
              <a:gd name="connsiteY78" fmla="*/ 1520490 h 1583140"/>
              <a:gd name="connsiteX79" fmla="*/ 3187872 w 9662615"/>
              <a:gd name="connsiteY79" fmla="*/ 1519991 h 1583140"/>
              <a:gd name="connsiteX80" fmla="*/ 3148026 w 9662615"/>
              <a:gd name="connsiteY80" fmla="*/ 1524777 h 1583140"/>
              <a:gd name="connsiteX81" fmla="*/ 3092394 w 9662615"/>
              <a:gd name="connsiteY81" fmla="*/ 1528115 h 1583140"/>
              <a:gd name="connsiteX82" fmla="*/ 2994200 w 9662615"/>
              <a:gd name="connsiteY82" fmla="*/ 1537857 h 1583140"/>
              <a:gd name="connsiteX83" fmla="*/ 2862301 w 9662615"/>
              <a:gd name="connsiteY83" fmla="*/ 1544250 h 1583140"/>
              <a:gd name="connsiteX84" fmla="*/ 2766335 w 9662615"/>
              <a:gd name="connsiteY84" fmla="*/ 1527662 h 1583140"/>
              <a:gd name="connsiteX85" fmla="*/ 2757836 w 9662615"/>
              <a:gd name="connsiteY85" fmla="*/ 1531371 h 1583140"/>
              <a:gd name="connsiteX86" fmla="*/ 2691555 w 9662615"/>
              <a:gd name="connsiteY86" fmla="*/ 1530283 h 1583140"/>
              <a:gd name="connsiteX87" fmla="*/ 2491676 w 9662615"/>
              <a:gd name="connsiteY87" fmla="*/ 1500859 h 1583140"/>
              <a:gd name="connsiteX88" fmla="*/ 2378036 w 9662615"/>
              <a:gd name="connsiteY88" fmla="*/ 1520645 h 1583140"/>
              <a:gd name="connsiteX89" fmla="*/ 2284269 w 9662615"/>
              <a:gd name="connsiteY89" fmla="*/ 1503068 h 1583140"/>
              <a:gd name="connsiteX90" fmla="*/ 2207104 w 9662615"/>
              <a:gd name="connsiteY90" fmla="*/ 1508888 h 1583140"/>
              <a:gd name="connsiteX91" fmla="*/ 2149226 w 9662615"/>
              <a:gd name="connsiteY91" fmla="*/ 1523409 h 1583140"/>
              <a:gd name="connsiteX92" fmla="*/ 2084783 w 9662615"/>
              <a:gd name="connsiteY92" fmla="*/ 1524245 h 1583140"/>
              <a:gd name="connsiteX93" fmla="*/ 2070075 w 9662615"/>
              <a:gd name="connsiteY93" fmla="*/ 1511285 h 1583140"/>
              <a:gd name="connsiteX94" fmla="*/ 2001057 w 9662615"/>
              <a:gd name="connsiteY94" fmla="*/ 1516449 h 1583140"/>
              <a:gd name="connsiteX95" fmla="*/ 1896330 w 9662615"/>
              <a:gd name="connsiteY95" fmla="*/ 1525725 h 1583140"/>
              <a:gd name="connsiteX96" fmla="*/ 1835994 w 9662615"/>
              <a:gd name="connsiteY96" fmla="*/ 1527678 h 1583140"/>
              <a:gd name="connsiteX97" fmla="*/ 1671119 w 9662615"/>
              <a:gd name="connsiteY97" fmla="*/ 1536701 h 1583140"/>
              <a:gd name="connsiteX98" fmla="*/ 1601337 w 9662615"/>
              <a:gd name="connsiteY98" fmla="*/ 1548552 h 1583140"/>
              <a:gd name="connsiteX99" fmla="*/ 1407755 w 9662615"/>
              <a:gd name="connsiteY99" fmla="*/ 1571444 h 1583140"/>
              <a:gd name="connsiteX100" fmla="*/ 1271994 w 9662615"/>
              <a:gd name="connsiteY100" fmla="*/ 1579471 h 1583140"/>
              <a:gd name="connsiteX101" fmla="*/ 1249226 w 9662615"/>
              <a:gd name="connsiteY101" fmla="*/ 1583140 h 1583140"/>
              <a:gd name="connsiteX102" fmla="*/ 1217719 w 9662615"/>
              <a:gd name="connsiteY102" fmla="*/ 1580863 h 1583140"/>
              <a:gd name="connsiteX103" fmla="*/ 1091432 w 9662615"/>
              <a:gd name="connsiteY103" fmla="*/ 1571003 h 1583140"/>
              <a:gd name="connsiteX104" fmla="*/ 992039 w 9662615"/>
              <a:gd name="connsiteY104" fmla="*/ 1556662 h 1583140"/>
              <a:gd name="connsiteX105" fmla="*/ 868264 w 9662615"/>
              <a:gd name="connsiteY105" fmla="*/ 1566392 h 1583140"/>
              <a:gd name="connsiteX106" fmla="*/ 792765 w 9662615"/>
              <a:gd name="connsiteY106" fmla="*/ 1563102 h 1583140"/>
              <a:gd name="connsiteX107" fmla="*/ 669055 w 9662615"/>
              <a:gd name="connsiteY107" fmla="*/ 1543638 h 1583140"/>
              <a:gd name="connsiteX108" fmla="*/ 506152 w 9662615"/>
              <a:gd name="connsiteY108" fmla="*/ 1549124 h 1583140"/>
              <a:gd name="connsiteX109" fmla="*/ 472797 w 9662615"/>
              <a:gd name="connsiteY109" fmla="*/ 1568904 h 1583140"/>
              <a:gd name="connsiteX110" fmla="*/ 427864 w 9662615"/>
              <a:gd name="connsiteY110" fmla="*/ 1580848 h 1583140"/>
              <a:gd name="connsiteX111" fmla="*/ 408381 w 9662615"/>
              <a:gd name="connsiteY111" fmla="*/ 1552940 h 1583140"/>
              <a:gd name="connsiteX112" fmla="*/ 267163 w 9662615"/>
              <a:gd name="connsiteY112" fmla="*/ 1531913 h 1583140"/>
              <a:gd name="connsiteX113" fmla="*/ 196644 w 9662615"/>
              <a:gd name="connsiteY113" fmla="*/ 1524565 h 1583140"/>
              <a:gd name="connsiteX114" fmla="*/ 86819 w 9662615"/>
              <a:gd name="connsiteY114" fmla="*/ 1519517 h 1583140"/>
              <a:gd name="connsiteX115" fmla="*/ 53369 w 9662615"/>
              <a:gd name="connsiteY115" fmla="*/ 1516853 h 1583140"/>
              <a:gd name="connsiteX116" fmla="*/ 2359 w 9662615"/>
              <a:gd name="connsiteY116" fmla="*/ 1515247 h 1583140"/>
              <a:gd name="connsiteX117" fmla="*/ 0 w 9662615"/>
              <a:gd name="connsiteY117" fmla="*/ 1514932 h 1583140"/>
              <a:gd name="connsiteX118" fmla="*/ 0 w 9662615"/>
              <a:gd name="connsiteY118" fmla="*/ 0 h 1583140"/>
              <a:gd name="connsiteX0" fmla="*/ 0 w 9662615"/>
              <a:gd name="connsiteY0" fmla="*/ 0 h 1596499"/>
              <a:gd name="connsiteX1" fmla="*/ 9662615 w 9662615"/>
              <a:gd name="connsiteY1" fmla="*/ 0 h 1596499"/>
              <a:gd name="connsiteX2" fmla="*/ 9662615 w 9662615"/>
              <a:gd name="connsiteY2" fmla="*/ 1280346 h 1596499"/>
              <a:gd name="connsiteX3" fmla="*/ 9658420 w 9662615"/>
              <a:gd name="connsiteY3" fmla="*/ 1280106 h 1596499"/>
              <a:gd name="connsiteX4" fmla="*/ 9469546 w 9662615"/>
              <a:gd name="connsiteY4" fmla="*/ 1289837 h 1596499"/>
              <a:gd name="connsiteX5" fmla="*/ 9385895 w 9662615"/>
              <a:gd name="connsiteY5" fmla="*/ 1269203 h 1596499"/>
              <a:gd name="connsiteX6" fmla="*/ 9144767 w 9662615"/>
              <a:gd name="connsiteY6" fmla="*/ 1264120 h 1596499"/>
              <a:gd name="connsiteX7" fmla="*/ 8837252 w 9662615"/>
              <a:gd name="connsiteY7" fmla="*/ 1350515 h 1596499"/>
              <a:gd name="connsiteX8" fmla="*/ 8705466 w 9662615"/>
              <a:gd name="connsiteY8" fmla="*/ 1342419 h 1596499"/>
              <a:gd name="connsiteX9" fmla="*/ 8652221 w 9662615"/>
              <a:gd name="connsiteY9" fmla="*/ 1326906 h 1596499"/>
              <a:gd name="connsiteX10" fmla="*/ 8632312 w 9662615"/>
              <a:gd name="connsiteY10" fmla="*/ 1326025 h 1596499"/>
              <a:gd name="connsiteX11" fmla="*/ 8591582 w 9662615"/>
              <a:gd name="connsiteY11" fmla="*/ 1341666 h 1596499"/>
              <a:gd name="connsiteX12" fmla="*/ 8537336 w 9662615"/>
              <a:gd name="connsiteY12" fmla="*/ 1341684 h 1596499"/>
              <a:gd name="connsiteX13" fmla="*/ 8472508 w 9662615"/>
              <a:gd name="connsiteY13" fmla="*/ 1363109 h 1596499"/>
              <a:gd name="connsiteX14" fmla="*/ 8258477 w 9662615"/>
              <a:gd name="connsiteY14" fmla="*/ 1370666 h 1596499"/>
              <a:gd name="connsiteX15" fmla="*/ 8197961 w 9662615"/>
              <a:gd name="connsiteY15" fmla="*/ 1392804 h 1596499"/>
              <a:gd name="connsiteX16" fmla="*/ 8171196 w 9662615"/>
              <a:gd name="connsiteY16" fmla="*/ 1397216 h 1596499"/>
              <a:gd name="connsiteX17" fmla="*/ 8127667 w 9662615"/>
              <a:gd name="connsiteY17" fmla="*/ 1418254 h 1596499"/>
              <a:gd name="connsiteX18" fmla="*/ 7974579 w 9662615"/>
              <a:gd name="connsiteY18" fmla="*/ 1383439 h 1596499"/>
              <a:gd name="connsiteX19" fmla="*/ 7768351 w 9662615"/>
              <a:gd name="connsiteY19" fmla="*/ 1395051 h 1596499"/>
              <a:gd name="connsiteX20" fmla="*/ 7635985 w 9662615"/>
              <a:gd name="connsiteY20" fmla="*/ 1386363 h 1596499"/>
              <a:gd name="connsiteX21" fmla="*/ 7466069 w 9662615"/>
              <a:gd name="connsiteY21" fmla="*/ 1377654 h 1596499"/>
              <a:gd name="connsiteX22" fmla="*/ 7355642 w 9662615"/>
              <a:gd name="connsiteY22" fmla="*/ 1407761 h 1596499"/>
              <a:gd name="connsiteX23" fmla="*/ 7151610 w 9662615"/>
              <a:gd name="connsiteY23" fmla="*/ 1397856 h 1596499"/>
              <a:gd name="connsiteX24" fmla="*/ 7082147 w 9662615"/>
              <a:gd name="connsiteY24" fmla="*/ 1406113 h 1596499"/>
              <a:gd name="connsiteX25" fmla="*/ 7014958 w 9662615"/>
              <a:gd name="connsiteY25" fmla="*/ 1396883 h 1596499"/>
              <a:gd name="connsiteX26" fmla="*/ 6907567 w 9662615"/>
              <a:gd name="connsiteY26" fmla="*/ 1419149 h 1596499"/>
              <a:gd name="connsiteX27" fmla="*/ 6748428 w 9662615"/>
              <a:gd name="connsiteY27" fmla="*/ 1420308 h 1596499"/>
              <a:gd name="connsiteX28" fmla="*/ 6654257 w 9662615"/>
              <a:gd name="connsiteY28" fmla="*/ 1424143 h 1596499"/>
              <a:gd name="connsiteX29" fmla="*/ 6620123 w 9662615"/>
              <a:gd name="connsiteY29" fmla="*/ 1430535 h 1596499"/>
              <a:gd name="connsiteX30" fmla="*/ 6571355 w 9662615"/>
              <a:gd name="connsiteY30" fmla="*/ 1436144 h 1596499"/>
              <a:gd name="connsiteX31" fmla="*/ 6486557 w 9662615"/>
              <a:gd name="connsiteY31" fmla="*/ 1449861 h 1596499"/>
              <a:gd name="connsiteX32" fmla="*/ 6370419 w 9662615"/>
              <a:gd name="connsiteY32" fmla="*/ 1461649 h 1596499"/>
              <a:gd name="connsiteX33" fmla="*/ 6278839 w 9662615"/>
              <a:gd name="connsiteY33" fmla="*/ 1449160 h 1596499"/>
              <a:gd name="connsiteX34" fmla="*/ 6272455 w 9662615"/>
              <a:gd name="connsiteY34" fmla="*/ 1453191 h 1596499"/>
              <a:gd name="connsiteX35" fmla="*/ 6212659 w 9662615"/>
              <a:gd name="connsiteY35" fmla="*/ 1454850 h 1596499"/>
              <a:gd name="connsiteX36" fmla="*/ 6069317 w 9662615"/>
              <a:gd name="connsiteY36" fmla="*/ 1445838 h 1596499"/>
              <a:gd name="connsiteX37" fmla="*/ 5878477 w 9662615"/>
              <a:gd name="connsiteY37" fmla="*/ 1439180 h 1596499"/>
              <a:gd name="connsiteX38" fmla="*/ 5838387 w 9662615"/>
              <a:gd name="connsiteY38" fmla="*/ 1444679 h 1596499"/>
              <a:gd name="connsiteX39" fmla="*/ 5771136 w 9662615"/>
              <a:gd name="connsiteY39" fmla="*/ 1453639 h 1596499"/>
              <a:gd name="connsiteX40" fmla="*/ 5724081 w 9662615"/>
              <a:gd name="connsiteY40" fmla="*/ 1470431 h 1596499"/>
              <a:gd name="connsiteX41" fmla="*/ 5666577 w 9662615"/>
              <a:gd name="connsiteY41" fmla="*/ 1473921 h 1596499"/>
              <a:gd name="connsiteX42" fmla="*/ 5649068 w 9662615"/>
              <a:gd name="connsiteY42" fmla="*/ 1461676 h 1596499"/>
              <a:gd name="connsiteX43" fmla="*/ 5588902 w 9662615"/>
              <a:gd name="connsiteY43" fmla="*/ 1469647 h 1596499"/>
              <a:gd name="connsiteX44" fmla="*/ 5498090 w 9662615"/>
              <a:gd name="connsiteY44" fmla="*/ 1483173 h 1596499"/>
              <a:gd name="connsiteX45" fmla="*/ 5444641 w 9662615"/>
              <a:gd name="connsiteY45" fmla="*/ 1487602 h 1596499"/>
              <a:gd name="connsiteX46" fmla="*/ 5299812 w 9662615"/>
              <a:gd name="connsiteY46" fmla="*/ 1503362 h 1596499"/>
              <a:gd name="connsiteX47" fmla="*/ 5213947 w 9662615"/>
              <a:gd name="connsiteY47" fmla="*/ 1516637 h 1596499"/>
              <a:gd name="connsiteX48" fmla="*/ 5090342 w 9662615"/>
              <a:gd name="connsiteY48" fmla="*/ 1546680 h 1596499"/>
              <a:gd name="connsiteX49" fmla="*/ 5129812 w 9662615"/>
              <a:gd name="connsiteY49" fmla="*/ 1521277 h 1596499"/>
              <a:gd name="connsiteX50" fmla="*/ 5059484 w 9662615"/>
              <a:gd name="connsiteY50" fmla="*/ 1546802 h 1596499"/>
              <a:gd name="connsiteX51" fmla="*/ 5038524 w 9662615"/>
              <a:gd name="connsiteY51" fmla="*/ 1545675 h 1596499"/>
              <a:gd name="connsiteX52" fmla="*/ 5026564 w 9662615"/>
              <a:gd name="connsiteY52" fmla="*/ 1545376 h 1596499"/>
              <a:gd name="connsiteX53" fmla="*/ 4969433 w 9662615"/>
              <a:gd name="connsiteY53" fmla="*/ 1550865 h 1596499"/>
              <a:gd name="connsiteX54" fmla="*/ 4929254 w 9662615"/>
              <a:gd name="connsiteY54" fmla="*/ 1563452 h 1596499"/>
              <a:gd name="connsiteX55" fmla="*/ 4871726 w 9662615"/>
              <a:gd name="connsiteY55" fmla="*/ 1570584 h 1596499"/>
              <a:gd name="connsiteX56" fmla="*/ 4843267 w 9662615"/>
              <a:gd name="connsiteY56" fmla="*/ 1561459 h 1596499"/>
              <a:gd name="connsiteX57" fmla="*/ 4821058 w 9662615"/>
              <a:gd name="connsiteY57" fmla="*/ 1553078 h 1596499"/>
              <a:gd name="connsiteX58" fmla="*/ 4791466 w 9662615"/>
              <a:gd name="connsiteY58" fmla="*/ 1561324 h 1596499"/>
              <a:gd name="connsiteX59" fmla="*/ 4784247 w 9662615"/>
              <a:gd name="connsiteY59" fmla="*/ 1562342 h 1596499"/>
              <a:gd name="connsiteX60" fmla="*/ 4739309 w 9662615"/>
              <a:gd name="connsiteY60" fmla="*/ 1553948 h 1596499"/>
              <a:gd name="connsiteX61" fmla="*/ 4697562 w 9662615"/>
              <a:gd name="connsiteY61" fmla="*/ 1551206 h 1596499"/>
              <a:gd name="connsiteX62" fmla="*/ 4650737 w 9662615"/>
              <a:gd name="connsiteY62" fmla="*/ 1537381 h 1596499"/>
              <a:gd name="connsiteX63" fmla="*/ 4583150 w 9662615"/>
              <a:gd name="connsiteY63" fmla="*/ 1529064 h 1596499"/>
              <a:gd name="connsiteX64" fmla="*/ 4521734 w 9662615"/>
              <a:gd name="connsiteY64" fmla="*/ 1529359 h 1596499"/>
              <a:gd name="connsiteX65" fmla="*/ 4382398 w 9662615"/>
              <a:gd name="connsiteY65" fmla="*/ 1534108 h 1596499"/>
              <a:gd name="connsiteX66" fmla="*/ 4221826 w 9662615"/>
              <a:gd name="connsiteY66" fmla="*/ 1500972 h 1596499"/>
              <a:gd name="connsiteX67" fmla="*/ 4096601 w 9662615"/>
              <a:gd name="connsiteY67" fmla="*/ 1521563 h 1596499"/>
              <a:gd name="connsiteX68" fmla="*/ 3978586 w 9662615"/>
              <a:gd name="connsiteY68" fmla="*/ 1596499 h 1596499"/>
              <a:gd name="connsiteX69" fmla="*/ 3833906 w 9662615"/>
              <a:gd name="connsiteY69" fmla="*/ 1516637 h 1596499"/>
              <a:gd name="connsiteX70" fmla="*/ 3696258 w 9662615"/>
              <a:gd name="connsiteY70" fmla="*/ 1537563 h 1596499"/>
              <a:gd name="connsiteX71" fmla="*/ 3594070 w 9662615"/>
              <a:gd name="connsiteY71" fmla="*/ 1509422 h 1596499"/>
              <a:gd name="connsiteX72" fmla="*/ 3565233 w 9662615"/>
              <a:gd name="connsiteY72" fmla="*/ 1515122 h 1596499"/>
              <a:gd name="connsiteX73" fmla="*/ 3560267 w 9662615"/>
              <a:gd name="connsiteY73" fmla="*/ 1516288 h 1596499"/>
              <a:gd name="connsiteX74" fmla="*/ 3540258 w 9662615"/>
              <a:gd name="connsiteY74" fmla="*/ 1516976 h 1596499"/>
              <a:gd name="connsiteX75" fmla="*/ 3534780 w 9662615"/>
              <a:gd name="connsiteY75" fmla="*/ 1522141 h 1596499"/>
              <a:gd name="connsiteX76" fmla="*/ 3504783 w 9662615"/>
              <a:gd name="connsiteY76" fmla="*/ 1526739 h 1596499"/>
              <a:gd name="connsiteX77" fmla="*/ 3430805 w 9662615"/>
              <a:gd name="connsiteY77" fmla="*/ 1542521 h 1596499"/>
              <a:gd name="connsiteX78" fmla="*/ 3292707 w 9662615"/>
              <a:gd name="connsiteY78" fmla="*/ 1520490 h 1596499"/>
              <a:gd name="connsiteX79" fmla="*/ 3187872 w 9662615"/>
              <a:gd name="connsiteY79" fmla="*/ 1519991 h 1596499"/>
              <a:gd name="connsiteX80" fmla="*/ 3148026 w 9662615"/>
              <a:gd name="connsiteY80" fmla="*/ 1524777 h 1596499"/>
              <a:gd name="connsiteX81" fmla="*/ 3092394 w 9662615"/>
              <a:gd name="connsiteY81" fmla="*/ 1528115 h 1596499"/>
              <a:gd name="connsiteX82" fmla="*/ 2994200 w 9662615"/>
              <a:gd name="connsiteY82" fmla="*/ 1537857 h 1596499"/>
              <a:gd name="connsiteX83" fmla="*/ 2862301 w 9662615"/>
              <a:gd name="connsiteY83" fmla="*/ 1544250 h 1596499"/>
              <a:gd name="connsiteX84" fmla="*/ 2766335 w 9662615"/>
              <a:gd name="connsiteY84" fmla="*/ 1527662 h 1596499"/>
              <a:gd name="connsiteX85" fmla="*/ 2757836 w 9662615"/>
              <a:gd name="connsiteY85" fmla="*/ 1531371 h 1596499"/>
              <a:gd name="connsiteX86" fmla="*/ 2691555 w 9662615"/>
              <a:gd name="connsiteY86" fmla="*/ 1530283 h 1596499"/>
              <a:gd name="connsiteX87" fmla="*/ 2491676 w 9662615"/>
              <a:gd name="connsiteY87" fmla="*/ 1500859 h 1596499"/>
              <a:gd name="connsiteX88" fmla="*/ 2378036 w 9662615"/>
              <a:gd name="connsiteY88" fmla="*/ 1520645 h 1596499"/>
              <a:gd name="connsiteX89" fmla="*/ 2284269 w 9662615"/>
              <a:gd name="connsiteY89" fmla="*/ 1503068 h 1596499"/>
              <a:gd name="connsiteX90" fmla="*/ 2207104 w 9662615"/>
              <a:gd name="connsiteY90" fmla="*/ 1508888 h 1596499"/>
              <a:gd name="connsiteX91" fmla="*/ 2149226 w 9662615"/>
              <a:gd name="connsiteY91" fmla="*/ 1523409 h 1596499"/>
              <a:gd name="connsiteX92" fmla="*/ 2084783 w 9662615"/>
              <a:gd name="connsiteY92" fmla="*/ 1524245 h 1596499"/>
              <a:gd name="connsiteX93" fmla="*/ 2070075 w 9662615"/>
              <a:gd name="connsiteY93" fmla="*/ 1511285 h 1596499"/>
              <a:gd name="connsiteX94" fmla="*/ 2001057 w 9662615"/>
              <a:gd name="connsiteY94" fmla="*/ 1516449 h 1596499"/>
              <a:gd name="connsiteX95" fmla="*/ 1896330 w 9662615"/>
              <a:gd name="connsiteY95" fmla="*/ 1525725 h 1596499"/>
              <a:gd name="connsiteX96" fmla="*/ 1835994 w 9662615"/>
              <a:gd name="connsiteY96" fmla="*/ 1527678 h 1596499"/>
              <a:gd name="connsiteX97" fmla="*/ 1671119 w 9662615"/>
              <a:gd name="connsiteY97" fmla="*/ 1536701 h 1596499"/>
              <a:gd name="connsiteX98" fmla="*/ 1601337 w 9662615"/>
              <a:gd name="connsiteY98" fmla="*/ 1548552 h 1596499"/>
              <a:gd name="connsiteX99" fmla="*/ 1407755 w 9662615"/>
              <a:gd name="connsiteY99" fmla="*/ 1571444 h 1596499"/>
              <a:gd name="connsiteX100" fmla="*/ 1271994 w 9662615"/>
              <a:gd name="connsiteY100" fmla="*/ 1579471 h 1596499"/>
              <a:gd name="connsiteX101" fmla="*/ 1249226 w 9662615"/>
              <a:gd name="connsiteY101" fmla="*/ 1583140 h 1596499"/>
              <a:gd name="connsiteX102" fmla="*/ 1217719 w 9662615"/>
              <a:gd name="connsiteY102" fmla="*/ 1580863 h 1596499"/>
              <a:gd name="connsiteX103" fmla="*/ 1091432 w 9662615"/>
              <a:gd name="connsiteY103" fmla="*/ 1571003 h 1596499"/>
              <a:gd name="connsiteX104" fmla="*/ 992039 w 9662615"/>
              <a:gd name="connsiteY104" fmla="*/ 1556662 h 1596499"/>
              <a:gd name="connsiteX105" fmla="*/ 868264 w 9662615"/>
              <a:gd name="connsiteY105" fmla="*/ 1566392 h 1596499"/>
              <a:gd name="connsiteX106" fmla="*/ 792765 w 9662615"/>
              <a:gd name="connsiteY106" fmla="*/ 1563102 h 1596499"/>
              <a:gd name="connsiteX107" fmla="*/ 669055 w 9662615"/>
              <a:gd name="connsiteY107" fmla="*/ 1543638 h 1596499"/>
              <a:gd name="connsiteX108" fmla="*/ 506152 w 9662615"/>
              <a:gd name="connsiteY108" fmla="*/ 1549124 h 1596499"/>
              <a:gd name="connsiteX109" fmla="*/ 472797 w 9662615"/>
              <a:gd name="connsiteY109" fmla="*/ 1568904 h 1596499"/>
              <a:gd name="connsiteX110" fmla="*/ 427864 w 9662615"/>
              <a:gd name="connsiteY110" fmla="*/ 1580848 h 1596499"/>
              <a:gd name="connsiteX111" fmla="*/ 408381 w 9662615"/>
              <a:gd name="connsiteY111" fmla="*/ 1552940 h 1596499"/>
              <a:gd name="connsiteX112" fmla="*/ 267163 w 9662615"/>
              <a:gd name="connsiteY112" fmla="*/ 1531913 h 1596499"/>
              <a:gd name="connsiteX113" fmla="*/ 196644 w 9662615"/>
              <a:gd name="connsiteY113" fmla="*/ 1524565 h 1596499"/>
              <a:gd name="connsiteX114" fmla="*/ 86819 w 9662615"/>
              <a:gd name="connsiteY114" fmla="*/ 1519517 h 1596499"/>
              <a:gd name="connsiteX115" fmla="*/ 53369 w 9662615"/>
              <a:gd name="connsiteY115" fmla="*/ 1516853 h 1596499"/>
              <a:gd name="connsiteX116" fmla="*/ 2359 w 9662615"/>
              <a:gd name="connsiteY116" fmla="*/ 1515247 h 1596499"/>
              <a:gd name="connsiteX117" fmla="*/ 0 w 9662615"/>
              <a:gd name="connsiteY117" fmla="*/ 1514932 h 1596499"/>
              <a:gd name="connsiteX118" fmla="*/ 0 w 9662615"/>
              <a:gd name="connsiteY118" fmla="*/ 0 h 1596499"/>
              <a:gd name="connsiteX0" fmla="*/ 0 w 9662615"/>
              <a:gd name="connsiteY0" fmla="*/ 0 h 1600474"/>
              <a:gd name="connsiteX1" fmla="*/ 9662615 w 9662615"/>
              <a:gd name="connsiteY1" fmla="*/ 0 h 1600474"/>
              <a:gd name="connsiteX2" fmla="*/ 9662615 w 9662615"/>
              <a:gd name="connsiteY2" fmla="*/ 1280346 h 1600474"/>
              <a:gd name="connsiteX3" fmla="*/ 9658420 w 9662615"/>
              <a:gd name="connsiteY3" fmla="*/ 1280106 h 1600474"/>
              <a:gd name="connsiteX4" fmla="*/ 9469546 w 9662615"/>
              <a:gd name="connsiteY4" fmla="*/ 1289837 h 1600474"/>
              <a:gd name="connsiteX5" fmla="*/ 9385895 w 9662615"/>
              <a:gd name="connsiteY5" fmla="*/ 1269203 h 1600474"/>
              <a:gd name="connsiteX6" fmla="*/ 9144767 w 9662615"/>
              <a:gd name="connsiteY6" fmla="*/ 1264120 h 1600474"/>
              <a:gd name="connsiteX7" fmla="*/ 8837252 w 9662615"/>
              <a:gd name="connsiteY7" fmla="*/ 1350515 h 1600474"/>
              <a:gd name="connsiteX8" fmla="*/ 8705466 w 9662615"/>
              <a:gd name="connsiteY8" fmla="*/ 1342419 h 1600474"/>
              <a:gd name="connsiteX9" fmla="*/ 8652221 w 9662615"/>
              <a:gd name="connsiteY9" fmla="*/ 1326906 h 1600474"/>
              <a:gd name="connsiteX10" fmla="*/ 8632312 w 9662615"/>
              <a:gd name="connsiteY10" fmla="*/ 1326025 h 1600474"/>
              <a:gd name="connsiteX11" fmla="*/ 8591582 w 9662615"/>
              <a:gd name="connsiteY11" fmla="*/ 1341666 h 1600474"/>
              <a:gd name="connsiteX12" fmla="*/ 8537336 w 9662615"/>
              <a:gd name="connsiteY12" fmla="*/ 1341684 h 1600474"/>
              <a:gd name="connsiteX13" fmla="*/ 8472508 w 9662615"/>
              <a:gd name="connsiteY13" fmla="*/ 1363109 h 1600474"/>
              <a:gd name="connsiteX14" fmla="*/ 8258477 w 9662615"/>
              <a:gd name="connsiteY14" fmla="*/ 1370666 h 1600474"/>
              <a:gd name="connsiteX15" fmla="*/ 8197961 w 9662615"/>
              <a:gd name="connsiteY15" fmla="*/ 1392804 h 1600474"/>
              <a:gd name="connsiteX16" fmla="*/ 8171196 w 9662615"/>
              <a:gd name="connsiteY16" fmla="*/ 1397216 h 1600474"/>
              <a:gd name="connsiteX17" fmla="*/ 8127667 w 9662615"/>
              <a:gd name="connsiteY17" fmla="*/ 1418254 h 1600474"/>
              <a:gd name="connsiteX18" fmla="*/ 7974579 w 9662615"/>
              <a:gd name="connsiteY18" fmla="*/ 1383439 h 1600474"/>
              <a:gd name="connsiteX19" fmla="*/ 7768351 w 9662615"/>
              <a:gd name="connsiteY19" fmla="*/ 1395051 h 1600474"/>
              <a:gd name="connsiteX20" fmla="*/ 7635985 w 9662615"/>
              <a:gd name="connsiteY20" fmla="*/ 1386363 h 1600474"/>
              <a:gd name="connsiteX21" fmla="*/ 7466069 w 9662615"/>
              <a:gd name="connsiteY21" fmla="*/ 1377654 h 1600474"/>
              <a:gd name="connsiteX22" fmla="*/ 7355642 w 9662615"/>
              <a:gd name="connsiteY22" fmla="*/ 1407761 h 1600474"/>
              <a:gd name="connsiteX23" fmla="*/ 7151610 w 9662615"/>
              <a:gd name="connsiteY23" fmla="*/ 1397856 h 1600474"/>
              <a:gd name="connsiteX24" fmla="*/ 7082147 w 9662615"/>
              <a:gd name="connsiteY24" fmla="*/ 1406113 h 1600474"/>
              <a:gd name="connsiteX25" fmla="*/ 7014958 w 9662615"/>
              <a:gd name="connsiteY25" fmla="*/ 1396883 h 1600474"/>
              <a:gd name="connsiteX26" fmla="*/ 6907567 w 9662615"/>
              <a:gd name="connsiteY26" fmla="*/ 1419149 h 1600474"/>
              <a:gd name="connsiteX27" fmla="*/ 6748428 w 9662615"/>
              <a:gd name="connsiteY27" fmla="*/ 1420308 h 1600474"/>
              <a:gd name="connsiteX28" fmla="*/ 6654257 w 9662615"/>
              <a:gd name="connsiteY28" fmla="*/ 1424143 h 1600474"/>
              <a:gd name="connsiteX29" fmla="*/ 6620123 w 9662615"/>
              <a:gd name="connsiteY29" fmla="*/ 1430535 h 1600474"/>
              <a:gd name="connsiteX30" fmla="*/ 6571355 w 9662615"/>
              <a:gd name="connsiteY30" fmla="*/ 1436144 h 1600474"/>
              <a:gd name="connsiteX31" fmla="*/ 6486557 w 9662615"/>
              <a:gd name="connsiteY31" fmla="*/ 1449861 h 1600474"/>
              <a:gd name="connsiteX32" fmla="*/ 6370419 w 9662615"/>
              <a:gd name="connsiteY32" fmla="*/ 1461649 h 1600474"/>
              <a:gd name="connsiteX33" fmla="*/ 6278839 w 9662615"/>
              <a:gd name="connsiteY33" fmla="*/ 1449160 h 1600474"/>
              <a:gd name="connsiteX34" fmla="*/ 6272455 w 9662615"/>
              <a:gd name="connsiteY34" fmla="*/ 1453191 h 1600474"/>
              <a:gd name="connsiteX35" fmla="*/ 6212659 w 9662615"/>
              <a:gd name="connsiteY35" fmla="*/ 1454850 h 1600474"/>
              <a:gd name="connsiteX36" fmla="*/ 6069317 w 9662615"/>
              <a:gd name="connsiteY36" fmla="*/ 1445838 h 1600474"/>
              <a:gd name="connsiteX37" fmla="*/ 5878477 w 9662615"/>
              <a:gd name="connsiteY37" fmla="*/ 1439180 h 1600474"/>
              <a:gd name="connsiteX38" fmla="*/ 5838387 w 9662615"/>
              <a:gd name="connsiteY38" fmla="*/ 1444679 h 1600474"/>
              <a:gd name="connsiteX39" fmla="*/ 5771136 w 9662615"/>
              <a:gd name="connsiteY39" fmla="*/ 1453639 h 1600474"/>
              <a:gd name="connsiteX40" fmla="*/ 5724081 w 9662615"/>
              <a:gd name="connsiteY40" fmla="*/ 1470431 h 1600474"/>
              <a:gd name="connsiteX41" fmla="*/ 5666577 w 9662615"/>
              <a:gd name="connsiteY41" fmla="*/ 1473921 h 1600474"/>
              <a:gd name="connsiteX42" fmla="*/ 5649068 w 9662615"/>
              <a:gd name="connsiteY42" fmla="*/ 1461676 h 1600474"/>
              <a:gd name="connsiteX43" fmla="*/ 5588902 w 9662615"/>
              <a:gd name="connsiteY43" fmla="*/ 1469647 h 1600474"/>
              <a:gd name="connsiteX44" fmla="*/ 5498090 w 9662615"/>
              <a:gd name="connsiteY44" fmla="*/ 1483173 h 1600474"/>
              <a:gd name="connsiteX45" fmla="*/ 5444641 w 9662615"/>
              <a:gd name="connsiteY45" fmla="*/ 1487602 h 1600474"/>
              <a:gd name="connsiteX46" fmla="*/ 5299812 w 9662615"/>
              <a:gd name="connsiteY46" fmla="*/ 1503362 h 1600474"/>
              <a:gd name="connsiteX47" fmla="*/ 5213947 w 9662615"/>
              <a:gd name="connsiteY47" fmla="*/ 1516637 h 1600474"/>
              <a:gd name="connsiteX48" fmla="*/ 5090342 w 9662615"/>
              <a:gd name="connsiteY48" fmla="*/ 1546680 h 1600474"/>
              <a:gd name="connsiteX49" fmla="*/ 5129812 w 9662615"/>
              <a:gd name="connsiteY49" fmla="*/ 1521277 h 1600474"/>
              <a:gd name="connsiteX50" fmla="*/ 5059484 w 9662615"/>
              <a:gd name="connsiteY50" fmla="*/ 1546802 h 1600474"/>
              <a:gd name="connsiteX51" fmla="*/ 5038524 w 9662615"/>
              <a:gd name="connsiteY51" fmla="*/ 1545675 h 1600474"/>
              <a:gd name="connsiteX52" fmla="*/ 5026564 w 9662615"/>
              <a:gd name="connsiteY52" fmla="*/ 1545376 h 1600474"/>
              <a:gd name="connsiteX53" fmla="*/ 4969433 w 9662615"/>
              <a:gd name="connsiteY53" fmla="*/ 1550865 h 1600474"/>
              <a:gd name="connsiteX54" fmla="*/ 4929254 w 9662615"/>
              <a:gd name="connsiteY54" fmla="*/ 1563452 h 1600474"/>
              <a:gd name="connsiteX55" fmla="*/ 4871726 w 9662615"/>
              <a:gd name="connsiteY55" fmla="*/ 1570584 h 1600474"/>
              <a:gd name="connsiteX56" fmla="*/ 4843267 w 9662615"/>
              <a:gd name="connsiteY56" fmla="*/ 1561459 h 1600474"/>
              <a:gd name="connsiteX57" fmla="*/ 4821058 w 9662615"/>
              <a:gd name="connsiteY57" fmla="*/ 1553078 h 1600474"/>
              <a:gd name="connsiteX58" fmla="*/ 4791466 w 9662615"/>
              <a:gd name="connsiteY58" fmla="*/ 1561324 h 1600474"/>
              <a:gd name="connsiteX59" fmla="*/ 4784247 w 9662615"/>
              <a:gd name="connsiteY59" fmla="*/ 1562342 h 1600474"/>
              <a:gd name="connsiteX60" fmla="*/ 4739309 w 9662615"/>
              <a:gd name="connsiteY60" fmla="*/ 1553948 h 1600474"/>
              <a:gd name="connsiteX61" fmla="*/ 4697562 w 9662615"/>
              <a:gd name="connsiteY61" fmla="*/ 1551206 h 1600474"/>
              <a:gd name="connsiteX62" fmla="*/ 4650737 w 9662615"/>
              <a:gd name="connsiteY62" fmla="*/ 1537381 h 1600474"/>
              <a:gd name="connsiteX63" fmla="*/ 4583150 w 9662615"/>
              <a:gd name="connsiteY63" fmla="*/ 1529064 h 1600474"/>
              <a:gd name="connsiteX64" fmla="*/ 4521734 w 9662615"/>
              <a:gd name="connsiteY64" fmla="*/ 1529359 h 1600474"/>
              <a:gd name="connsiteX65" fmla="*/ 4382398 w 9662615"/>
              <a:gd name="connsiteY65" fmla="*/ 1534108 h 1600474"/>
              <a:gd name="connsiteX66" fmla="*/ 4221826 w 9662615"/>
              <a:gd name="connsiteY66" fmla="*/ 1500972 h 1600474"/>
              <a:gd name="connsiteX67" fmla="*/ 4096601 w 9662615"/>
              <a:gd name="connsiteY67" fmla="*/ 1521563 h 1600474"/>
              <a:gd name="connsiteX68" fmla="*/ 4046172 w 9662615"/>
              <a:gd name="connsiteY68" fmla="*/ 1600474 h 1600474"/>
              <a:gd name="connsiteX69" fmla="*/ 3833906 w 9662615"/>
              <a:gd name="connsiteY69" fmla="*/ 1516637 h 1600474"/>
              <a:gd name="connsiteX70" fmla="*/ 3696258 w 9662615"/>
              <a:gd name="connsiteY70" fmla="*/ 1537563 h 1600474"/>
              <a:gd name="connsiteX71" fmla="*/ 3594070 w 9662615"/>
              <a:gd name="connsiteY71" fmla="*/ 1509422 h 1600474"/>
              <a:gd name="connsiteX72" fmla="*/ 3565233 w 9662615"/>
              <a:gd name="connsiteY72" fmla="*/ 1515122 h 1600474"/>
              <a:gd name="connsiteX73" fmla="*/ 3560267 w 9662615"/>
              <a:gd name="connsiteY73" fmla="*/ 1516288 h 1600474"/>
              <a:gd name="connsiteX74" fmla="*/ 3540258 w 9662615"/>
              <a:gd name="connsiteY74" fmla="*/ 1516976 h 1600474"/>
              <a:gd name="connsiteX75" fmla="*/ 3534780 w 9662615"/>
              <a:gd name="connsiteY75" fmla="*/ 1522141 h 1600474"/>
              <a:gd name="connsiteX76" fmla="*/ 3504783 w 9662615"/>
              <a:gd name="connsiteY76" fmla="*/ 1526739 h 1600474"/>
              <a:gd name="connsiteX77" fmla="*/ 3430805 w 9662615"/>
              <a:gd name="connsiteY77" fmla="*/ 1542521 h 1600474"/>
              <a:gd name="connsiteX78" fmla="*/ 3292707 w 9662615"/>
              <a:gd name="connsiteY78" fmla="*/ 1520490 h 1600474"/>
              <a:gd name="connsiteX79" fmla="*/ 3187872 w 9662615"/>
              <a:gd name="connsiteY79" fmla="*/ 1519991 h 1600474"/>
              <a:gd name="connsiteX80" fmla="*/ 3148026 w 9662615"/>
              <a:gd name="connsiteY80" fmla="*/ 1524777 h 1600474"/>
              <a:gd name="connsiteX81" fmla="*/ 3092394 w 9662615"/>
              <a:gd name="connsiteY81" fmla="*/ 1528115 h 1600474"/>
              <a:gd name="connsiteX82" fmla="*/ 2994200 w 9662615"/>
              <a:gd name="connsiteY82" fmla="*/ 1537857 h 1600474"/>
              <a:gd name="connsiteX83" fmla="*/ 2862301 w 9662615"/>
              <a:gd name="connsiteY83" fmla="*/ 1544250 h 1600474"/>
              <a:gd name="connsiteX84" fmla="*/ 2766335 w 9662615"/>
              <a:gd name="connsiteY84" fmla="*/ 1527662 h 1600474"/>
              <a:gd name="connsiteX85" fmla="*/ 2757836 w 9662615"/>
              <a:gd name="connsiteY85" fmla="*/ 1531371 h 1600474"/>
              <a:gd name="connsiteX86" fmla="*/ 2691555 w 9662615"/>
              <a:gd name="connsiteY86" fmla="*/ 1530283 h 1600474"/>
              <a:gd name="connsiteX87" fmla="*/ 2491676 w 9662615"/>
              <a:gd name="connsiteY87" fmla="*/ 1500859 h 1600474"/>
              <a:gd name="connsiteX88" fmla="*/ 2378036 w 9662615"/>
              <a:gd name="connsiteY88" fmla="*/ 1520645 h 1600474"/>
              <a:gd name="connsiteX89" fmla="*/ 2284269 w 9662615"/>
              <a:gd name="connsiteY89" fmla="*/ 1503068 h 1600474"/>
              <a:gd name="connsiteX90" fmla="*/ 2207104 w 9662615"/>
              <a:gd name="connsiteY90" fmla="*/ 1508888 h 1600474"/>
              <a:gd name="connsiteX91" fmla="*/ 2149226 w 9662615"/>
              <a:gd name="connsiteY91" fmla="*/ 1523409 h 1600474"/>
              <a:gd name="connsiteX92" fmla="*/ 2084783 w 9662615"/>
              <a:gd name="connsiteY92" fmla="*/ 1524245 h 1600474"/>
              <a:gd name="connsiteX93" fmla="*/ 2070075 w 9662615"/>
              <a:gd name="connsiteY93" fmla="*/ 1511285 h 1600474"/>
              <a:gd name="connsiteX94" fmla="*/ 2001057 w 9662615"/>
              <a:gd name="connsiteY94" fmla="*/ 1516449 h 1600474"/>
              <a:gd name="connsiteX95" fmla="*/ 1896330 w 9662615"/>
              <a:gd name="connsiteY95" fmla="*/ 1525725 h 1600474"/>
              <a:gd name="connsiteX96" fmla="*/ 1835994 w 9662615"/>
              <a:gd name="connsiteY96" fmla="*/ 1527678 h 1600474"/>
              <a:gd name="connsiteX97" fmla="*/ 1671119 w 9662615"/>
              <a:gd name="connsiteY97" fmla="*/ 1536701 h 1600474"/>
              <a:gd name="connsiteX98" fmla="*/ 1601337 w 9662615"/>
              <a:gd name="connsiteY98" fmla="*/ 1548552 h 1600474"/>
              <a:gd name="connsiteX99" fmla="*/ 1407755 w 9662615"/>
              <a:gd name="connsiteY99" fmla="*/ 1571444 h 1600474"/>
              <a:gd name="connsiteX100" fmla="*/ 1271994 w 9662615"/>
              <a:gd name="connsiteY100" fmla="*/ 1579471 h 1600474"/>
              <a:gd name="connsiteX101" fmla="*/ 1249226 w 9662615"/>
              <a:gd name="connsiteY101" fmla="*/ 1583140 h 1600474"/>
              <a:gd name="connsiteX102" fmla="*/ 1217719 w 9662615"/>
              <a:gd name="connsiteY102" fmla="*/ 1580863 h 1600474"/>
              <a:gd name="connsiteX103" fmla="*/ 1091432 w 9662615"/>
              <a:gd name="connsiteY103" fmla="*/ 1571003 h 1600474"/>
              <a:gd name="connsiteX104" fmla="*/ 992039 w 9662615"/>
              <a:gd name="connsiteY104" fmla="*/ 1556662 h 1600474"/>
              <a:gd name="connsiteX105" fmla="*/ 868264 w 9662615"/>
              <a:gd name="connsiteY105" fmla="*/ 1566392 h 1600474"/>
              <a:gd name="connsiteX106" fmla="*/ 792765 w 9662615"/>
              <a:gd name="connsiteY106" fmla="*/ 1563102 h 1600474"/>
              <a:gd name="connsiteX107" fmla="*/ 669055 w 9662615"/>
              <a:gd name="connsiteY107" fmla="*/ 1543638 h 1600474"/>
              <a:gd name="connsiteX108" fmla="*/ 506152 w 9662615"/>
              <a:gd name="connsiteY108" fmla="*/ 1549124 h 1600474"/>
              <a:gd name="connsiteX109" fmla="*/ 472797 w 9662615"/>
              <a:gd name="connsiteY109" fmla="*/ 1568904 h 1600474"/>
              <a:gd name="connsiteX110" fmla="*/ 427864 w 9662615"/>
              <a:gd name="connsiteY110" fmla="*/ 1580848 h 1600474"/>
              <a:gd name="connsiteX111" fmla="*/ 408381 w 9662615"/>
              <a:gd name="connsiteY111" fmla="*/ 1552940 h 1600474"/>
              <a:gd name="connsiteX112" fmla="*/ 267163 w 9662615"/>
              <a:gd name="connsiteY112" fmla="*/ 1531913 h 1600474"/>
              <a:gd name="connsiteX113" fmla="*/ 196644 w 9662615"/>
              <a:gd name="connsiteY113" fmla="*/ 1524565 h 1600474"/>
              <a:gd name="connsiteX114" fmla="*/ 86819 w 9662615"/>
              <a:gd name="connsiteY114" fmla="*/ 1519517 h 1600474"/>
              <a:gd name="connsiteX115" fmla="*/ 53369 w 9662615"/>
              <a:gd name="connsiteY115" fmla="*/ 1516853 h 1600474"/>
              <a:gd name="connsiteX116" fmla="*/ 2359 w 9662615"/>
              <a:gd name="connsiteY116" fmla="*/ 1515247 h 1600474"/>
              <a:gd name="connsiteX117" fmla="*/ 0 w 9662615"/>
              <a:gd name="connsiteY117" fmla="*/ 1514932 h 1600474"/>
              <a:gd name="connsiteX118" fmla="*/ 0 w 9662615"/>
              <a:gd name="connsiteY118" fmla="*/ 0 h 1600474"/>
              <a:gd name="connsiteX0" fmla="*/ 0 w 9662615"/>
              <a:gd name="connsiteY0" fmla="*/ 0 h 1679987"/>
              <a:gd name="connsiteX1" fmla="*/ 9662615 w 9662615"/>
              <a:gd name="connsiteY1" fmla="*/ 0 h 1679987"/>
              <a:gd name="connsiteX2" fmla="*/ 9662615 w 9662615"/>
              <a:gd name="connsiteY2" fmla="*/ 1280346 h 1679987"/>
              <a:gd name="connsiteX3" fmla="*/ 9658420 w 9662615"/>
              <a:gd name="connsiteY3" fmla="*/ 1280106 h 1679987"/>
              <a:gd name="connsiteX4" fmla="*/ 9469546 w 9662615"/>
              <a:gd name="connsiteY4" fmla="*/ 1289837 h 1679987"/>
              <a:gd name="connsiteX5" fmla="*/ 9385895 w 9662615"/>
              <a:gd name="connsiteY5" fmla="*/ 1269203 h 1679987"/>
              <a:gd name="connsiteX6" fmla="*/ 9144767 w 9662615"/>
              <a:gd name="connsiteY6" fmla="*/ 1264120 h 1679987"/>
              <a:gd name="connsiteX7" fmla="*/ 8837252 w 9662615"/>
              <a:gd name="connsiteY7" fmla="*/ 1350515 h 1679987"/>
              <a:gd name="connsiteX8" fmla="*/ 8705466 w 9662615"/>
              <a:gd name="connsiteY8" fmla="*/ 1342419 h 1679987"/>
              <a:gd name="connsiteX9" fmla="*/ 8652221 w 9662615"/>
              <a:gd name="connsiteY9" fmla="*/ 1326906 h 1679987"/>
              <a:gd name="connsiteX10" fmla="*/ 8632312 w 9662615"/>
              <a:gd name="connsiteY10" fmla="*/ 1326025 h 1679987"/>
              <a:gd name="connsiteX11" fmla="*/ 8591582 w 9662615"/>
              <a:gd name="connsiteY11" fmla="*/ 1341666 h 1679987"/>
              <a:gd name="connsiteX12" fmla="*/ 8537336 w 9662615"/>
              <a:gd name="connsiteY12" fmla="*/ 1341684 h 1679987"/>
              <a:gd name="connsiteX13" fmla="*/ 8472508 w 9662615"/>
              <a:gd name="connsiteY13" fmla="*/ 1363109 h 1679987"/>
              <a:gd name="connsiteX14" fmla="*/ 8258477 w 9662615"/>
              <a:gd name="connsiteY14" fmla="*/ 1370666 h 1679987"/>
              <a:gd name="connsiteX15" fmla="*/ 8197961 w 9662615"/>
              <a:gd name="connsiteY15" fmla="*/ 1392804 h 1679987"/>
              <a:gd name="connsiteX16" fmla="*/ 8171196 w 9662615"/>
              <a:gd name="connsiteY16" fmla="*/ 1397216 h 1679987"/>
              <a:gd name="connsiteX17" fmla="*/ 8127667 w 9662615"/>
              <a:gd name="connsiteY17" fmla="*/ 1418254 h 1679987"/>
              <a:gd name="connsiteX18" fmla="*/ 7974579 w 9662615"/>
              <a:gd name="connsiteY18" fmla="*/ 1383439 h 1679987"/>
              <a:gd name="connsiteX19" fmla="*/ 7768351 w 9662615"/>
              <a:gd name="connsiteY19" fmla="*/ 1395051 h 1679987"/>
              <a:gd name="connsiteX20" fmla="*/ 7635985 w 9662615"/>
              <a:gd name="connsiteY20" fmla="*/ 1386363 h 1679987"/>
              <a:gd name="connsiteX21" fmla="*/ 7466069 w 9662615"/>
              <a:gd name="connsiteY21" fmla="*/ 1377654 h 1679987"/>
              <a:gd name="connsiteX22" fmla="*/ 7355642 w 9662615"/>
              <a:gd name="connsiteY22" fmla="*/ 1407761 h 1679987"/>
              <a:gd name="connsiteX23" fmla="*/ 7151610 w 9662615"/>
              <a:gd name="connsiteY23" fmla="*/ 1397856 h 1679987"/>
              <a:gd name="connsiteX24" fmla="*/ 7082147 w 9662615"/>
              <a:gd name="connsiteY24" fmla="*/ 1406113 h 1679987"/>
              <a:gd name="connsiteX25" fmla="*/ 7014958 w 9662615"/>
              <a:gd name="connsiteY25" fmla="*/ 1396883 h 1679987"/>
              <a:gd name="connsiteX26" fmla="*/ 6907567 w 9662615"/>
              <a:gd name="connsiteY26" fmla="*/ 1419149 h 1679987"/>
              <a:gd name="connsiteX27" fmla="*/ 6748428 w 9662615"/>
              <a:gd name="connsiteY27" fmla="*/ 1420308 h 1679987"/>
              <a:gd name="connsiteX28" fmla="*/ 6654257 w 9662615"/>
              <a:gd name="connsiteY28" fmla="*/ 1424143 h 1679987"/>
              <a:gd name="connsiteX29" fmla="*/ 6620123 w 9662615"/>
              <a:gd name="connsiteY29" fmla="*/ 1430535 h 1679987"/>
              <a:gd name="connsiteX30" fmla="*/ 6571355 w 9662615"/>
              <a:gd name="connsiteY30" fmla="*/ 1436144 h 1679987"/>
              <a:gd name="connsiteX31" fmla="*/ 6486557 w 9662615"/>
              <a:gd name="connsiteY31" fmla="*/ 1449861 h 1679987"/>
              <a:gd name="connsiteX32" fmla="*/ 6370419 w 9662615"/>
              <a:gd name="connsiteY32" fmla="*/ 1461649 h 1679987"/>
              <a:gd name="connsiteX33" fmla="*/ 6278839 w 9662615"/>
              <a:gd name="connsiteY33" fmla="*/ 1449160 h 1679987"/>
              <a:gd name="connsiteX34" fmla="*/ 6272455 w 9662615"/>
              <a:gd name="connsiteY34" fmla="*/ 1453191 h 1679987"/>
              <a:gd name="connsiteX35" fmla="*/ 6212659 w 9662615"/>
              <a:gd name="connsiteY35" fmla="*/ 1454850 h 1679987"/>
              <a:gd name="connsiteX36" fmla="*/ 6069317 w 9662615"/>
              <a:gd name="connsiteY36" fmla="*/ 1445838 h 1679987"/>
              <a:gd name="connsiteX37" fmla="*/ 5878477 w 9662615"/>
              <a:gd name="connsiteY37" fmla="*/ 1439180 h 1679987"/>
              <a:gd name="connsiteX38" fmla="*/ 5838387 w 9662615"/>
              <a:gd name="connsiteY38" fmla="*/ 1444679 h 1679987"/>
              <a:gd name="connsiteX39" fmla="*/ 5771136 w 9662615"/>
              <a:gd name="connsiteY39" fmla="*/ 1453639 h 1679987"/>
              <a:gd name="connsiteX40" fmla="*/ 5724081 w 9662615"/>
              <a:gd name="connsiteY40" fmla="*/ 1470431 h 1679987"/>
              <a:gd name="connsiteX41" fmla="*/ 5666577 w 9662615"/>
              <a:gd name="connsiteY41" fmla="*/ 1473921 h 1679987"/>
              <a:gd name="connsiteX42" fmla="*/ 5649068 w 9662615"/>
              <a:gd name="connsiteY42" fmla="*/ 1461676 h 1679987"/>
              <a:gd name="connsiteX43" fmla="*/ 5588902 w 9662615"/>
              <a:gd name="connsiteY43" fmla="*/ 1469647 h 1679987"/>
              <a:gd name="connsiteX44" fmla="*/ 5498090 w 9662615"/>
              <a:gd name="connsiteY44" fmla="*/ 1483173 h 1679987"/>
              <a:gd name="connsiteX45" fmla="*/ 5444641 w 9662615"/>
              <a:gd name="connsiteY45" fmla="*/ 1487602 h 1679987"/>
              <a:gd name="connsiteX46" fmla="*/ 5299812 w 9662615"/>
              <a:gd name="connsiteY46" fmla="*/ 1503362 h 1679987"/>
              <a:gd name="connsiteX47" fmla="*/ 5213947 w 9662615"/>
              <a:gd name="connsiteY47" fmla="*/ 1516637 h 1679987"/>
              <a:gd name="connsiteX48" fmla="*/ 5090342 w 9662615"/>
              <a:gd name="connsiteY48" fmla="*/ 1546680 h 1679987"/>
              <a:gd name="connsiteX49" fmla="*/ 5129812 w 9662615"/>
              <a:gd name="connsiteY49" fmla="*/ 1521277 h 1679987"/>
              <a:gd name="connsiteX50" fmla="*/ 5059484 w 9662615"/>
              <a:gd name="connsiteY50" fmla="*/ 1546802 h 1679987"/>
              <a:gd name="connsiteX51" fmla="*/ 5038524 w 9662615"/>
              <a:gd name="connsiteY51" fmla="*/ 1545675 h 1679987"/>
              <a:gd name="connsiteX52" fmla="*/ 5026564 w 9662615"/>
              <a:gd name="connsiteY52" fmla="*/ 1545376 h 1679987"/>
              <a:gd name="connsiteX53" fmla="*/ 4969433 w 9662615"/>
              <a:gd name="connsiteY53" fmla="*/ 1550865 h 1679987"/>
              <a:gd name="connsiteX54" fmla="*/ 4929254 w 9662615"/>
              <a:gd name="connsiteY54" fmla="*/ 1563452 h 1679987"/>
              <a:gd name="connsiteX55" fmla="*/ 4871726 w 9662615"/>
              <a:gd name="connsiteY55" fmla="*/ 1570584 h 1679987"/>
              <a:gd name="connsiteX56" fmla="*/ 4843267 w 9662615"/>
              <a:gd name="connsiteY56" fmla="*/ 1561459 h 1679987"/>
              <a:gd name="connsiteX57" fmla="*/ 4821058 w 9662615"/>
              <a:gd name="connsiteY57" fmla="*/ 1553078 h 1679987"/>
              <a:gd name="connsiteX58" fmla="*/ 4791466 w 9662615"/>
              <a:gd name="connsiteY58" fmla="*/ 1561324 h 1679987"/>
              <a:gd name="connsiteX59" fmla="*/ 4784247 w 9662615"/>
              <a:gd name="connsiteY59" fmla="*/ 1562342 h 1679987"/>
              <a:gd name="connsiteX60" fmla="*/ 4739309 w 9662615"/>
              <a:gd name="connsiteY60" fmla="*/ 1553948 h 1679987"/>
              <a:gd name="connsiteX61" fmla="*/ 4697562 w 9662615"/>
              <a:gd name="connsiteY61" fmla="*/ 1551206 h 1679987"/>
              <a:gd name="connsiteX62" fmla="*/ 4650737 w 9662615"/>
              <a:gd name="connsiteY62" fmla="*/ 1537381 h 1679987"/>
              <a:gd name="connsiteX63" fmla="*/ 4583150 w 9662615"/>
              <a:gd name="connsiteY63" fmla="*/ 1529064 h 1679987"/>
              <a:gd name="connsiteX64" fmla="*/ 4521734 w 9662615"/>
              <a:gd name="connsiteY64" fmla="*/ 1529359 h 1679987"/>
              <a:gd name="connsiteX65" fmla="*/ 4382398 w 9662615"/>
              <a:gd name="connsiteY65" fmla="*/ 1534108 h 1679987"/>
              <a:gd name="connsiteX66" fmla="*/ 4221826 w 9662615"/>
              <a:gd name="connsiteY66" fmla="*/ 1500972 h 1679987"/>
              <a:gd name="connsiteX67" fmla="*/ 4096601 w 9662615"/>
              <a:gd name="connsiteY67" fmla="*/ 1521563 h 1679987"/>
              <a:gd name="connsiteX68" fmla="*/ 3879195 w 9662615"/>
              <a:gd name="connsiteY68" fmla="*/ 1679987 h 1679987"/>
              <a:gd name="connsiteX69" fmla="*/ 3833906 w 9662615"/>
              <a:gd name="connsiteY69" fmla="*/ 1516637 h 1679987"/>
              <a:gd name="connsiteX70" fmla="*/ 3696258 w 9662615"/>
              <a:gd name="connsiteY70" fmla="*/ 1537563 h 1679987"/>
              <a:gd name="connsiteX71" fmla="*/ 3594070 w 9662615"/>
              <a:gd name="connsiteY71" fmla="*/ 1509422 h 1679987"/>
              <a:gd name="connsiteX72" fmla="*/ 3565233 w 9662615"/>
              <a:gd name="connsiteY72" fmla="*/ 1515122 h 1679987"/>
              <a:gd name="connsiteX73" fmla="*/ 3560267 w 9662615"/>
              <a:gd name="connsiteY73" fmla="*/ 1516288 h 1679987"/>
              <a:gd name="connsiteX74" fmla="*/ 3540258 w 9662615"/>
              <a:gd name="connsiteY74" fmla="*/ 1516976 h 1679987"/>
              <a:gd name="connsiteX75" fmla="*/ 3534780 w 9662615"/>
              <a:gd name="connsiteY75" fmla="*/ 1522141 h 1679987"/>
              <a:gd name="connsiteX76" fmla="*/ 3504783 w 9662615"/>
              <a:gd name="connsiteY76" fmla="*/ 1526739 h 1679987"/>
              <a:gd name="connsiteX77" fmla="*/ 3430805 w 9662615"/>
              <a:gd name="connsiteY77" fmla="*/ 1542521 h 1679987"/>
              <a:gd name="connsiteX78" fmla="*/ 3292707 w 9662615"/>
              <a:gd name="connsiteY78" fmla="*/ 1520490 h 1679987"/>
              <a:gd name="connsiteX79" fmla="*/ 3187872 w 9662615"/>
              <a:gd name="connsiteY79" fmla="*/ 1519991 h 1679987"/>
              <a:gd name="connsiteX80" fmla="*/ 3148026 w 9662615"/>
              <a:gd name="connsiteY80" fmla="*/ 1524777 h 1679987"/>
              <a:gd name="connsiteX81" fmla="*/ 3092394 w 9662615"/>
              <a:gd name="connsiteY81" fmla="*/ 1528115 h 1679987"/>
              <a:gd name="connsiteX82" fmla="*/ 2994200 w 9662615"/>
              <a:gd name="connsiteY82" fmla="*/ 1537857 h 1679987"/>
              <a:gd name="connsiteX83" fmla="*/ 2862301 w 9662615"/>
              <a:gd name="connsiteY83" fmla="*/ 1544250 h 1679987"/>
              <a:gd name="connsiteX84" fmla="*/ 2766335 w 9662615"/>
              <a:gd name="connsiteY84" fmla="*/ 1527662 h 1679987"/>
              <a:gd name="connsiteX85" fmla="*/ 2757836 w 9662615"/>
              <a:gd name="connsiteY85" fmla="*/ 1531371 h 1679987"/>
              <a:gd name="connsiteX86" fmla="*/ 2691555 w 9662615"/>
              <a:gd name="connsiteY86" fmla="*/ 1530283 h 1679987"/>
              <a:gd name="connsiteX87" fmla="*/ 2491676 w 9662615"/>
              <a:gd name="connsiteY87" fmla="*/ 1500859 h 1679987"/>
              <a:gd name="connsiteX88" fmla="*/ 2378036 w 9662615"/>
              <a:gd name="connsiteY88" fmla="*/ 1520645 h 1679987"/>
              <a:gd name="connsiteX89" fmla="*/ 2284269 w 9662615"/>
              <a:gd name="connsiteY89" fmla="*/ 1503068 h 1679987"/>
              <a:gd name="connsiteX90" fmla="*/ 2207104 w 9662615"/>
              <a:gd name="connsiteY90" fmla="*/ 1508888 h 1679987"/>
              <a:gd name="connsiteX91" fmla="*/ 2149226 w 9662615"/>
              <a:gd name="connsiteY91" fmla="*/ 1523409 h 1679987"/>
              <a:gd name="connsiteX92" fmla="*/ 2084783 w 9662615"/>
              <a:gd name="connsiteY92" fmla="*/ 1524245 h 1679987"/>
              <a:gd name="connsiteX93" fmla="*/ 2070075 w 9662615"/>
              <a:gd name="connsiteY93" fmla="*/ 1511285 h 1679987"/>
              <a:gd name="connsiteX94" fmla="*/ 2001057 w 9662615"/>
              <a:gd name="connsiteY94" fmla="*/ 1516449 h 1679987"/>
              <a:gd name="connsiteX95" fmla="*/ 1896330 w 9662615"/>
              <a:gd name="connsiteY95" fmla="*/ 1525725 h 1679987"/>
              <a:gd name="connsiteX96" fmla="*/ 1835994 w 9662615"/>
              <a:gd name="connsiteY96" fmla="*/ 1527678 h 1679987"/>
              <a:gd name="connsiteX97" fmla="*/ 1671119 w 9662615"/>
              <a:gd name="connsiteY97" fmla="*/ 1536701 h 1679987"/>
              <a:gd name="connsiteX98" fmla="*/ 1601337 w 9662615"/>
              <a:gd name="connsiteY98" fmla="*/ 1548552 h 1679987"/>
              <a:gd name="connsiteX99" fmla="*/ 1407755 w 9662615"/>
              <a:gd name="connsiteY99" fmla="*/ 1571444 h 1679987"/>
              <a:gd name="connsiteX100" fmla="*/ 1271994 w 9662615"/>
              <a:gd name="connsiteY100" fmla="*/ 1579471 h 1679987"/>
              <a:gd name="connsiteX101" fmla="*/ 1249226 w 9662615"/>
              <a:gd name="connsiteY101" fmla="*/ 1583140 h 1679987"/>
              <a:gd name="connsiteX102" fmla="*/ 1217719 w 9662615"/>
              <a:gd name="connsiteY102" fmla="*/ 1580863 h 1679987"/>
              <a:gd name="connsiteX103" fmla="*/ 1091432 w 9662615"/>
              <a:gd name="connsiteY103" fmla="*/ 1571003 h 1679987"/>
              <a:gd name="connsiteX104" fmla="*/ 992039 w 9662615"/>
              <a:gd name="connsiteY104" fmla="*/ 1556662 h 1679987"/>
              <a:gd name="connsiteX105" fmla="*/ 868264 w 9662615"/>
              <a:gd name="connsiteY105" fmla="*/ 1566392 h 1679987"/>
              <a:gd name="connsiteX106" fmla="*/ 792765 w 9662615"/>
              <a:gd name="connsiteY106" fmla="*/ 1563102 h 1679987"/>
              <a:gd name="connsiteX107" fmla="*/ 669055 w 9662615"/>
              <a:gd name="connsiteY107" fmla="*/ 1543638 h 1679987"/>
              <a:gd name="connsiteX108" fmla="*/ 506152 w 9662615"/>
              <a:gd name="connsiteY108" fmla="*/ 1549124 h 1679987"/>
              <a:gd name="connsiteX109" fmla="*/ 472797 w 9662615"/>
              <a:gd name="connsiteY109" fmla="*/ 1568904 h 1679987"/>
              <a:gd name="connsiteX110" fmla="*/ 427864 w 9662615"/>
              <a:gd name="connsiteY110" fmla="*/ 1580848 h 1679987"/>
              <a:gd name="connsiteX111" fmla="*/ 408381 w 9662615"/>
              <a:gd name="connsiteY111" fmla="*/ 1552940 h 1679987"/>
              <a:gd name="connsiteX112" fmla="*/ 267163 w 9662615"/>
              <a:gd name="connsiteY112" fmla="*/ 1531913 h 1679987"/>
              <a:gd name="connsiteX113" fmla="*/ 196644 w 9662615"/>
              <a:gd name="connsiteY113" fmla="*/ 1524565 h 1679987"/>
              <a:gd name="connsiteX114" fmla="*/ 86819 w 9662615"/>
              <a:gd name="connsiteY114" fmla="*/ 1519517 h 1679987"/>
              <a:gd name="connsiteX115" fmla="*/ 53369 w 9662615"/>
              <a:gd name="connsiteY115" fmla="*/ 1516853 h 1679987"/>
              <a:gd name="connsiteX116" fmla="*/ 2359 w 9662615"/>
              <a:gd name="connsiteY116" fmla="*/ 1515247 h 1679987"/>
              <a:gd name="connsiteX117" fmla="*/ 0 w 9662615"/>
              <a:gd name="connsiteY117" fmla="*/ 1514932 h 1679987"/>
              <a:gd name="connsiteX118" fmla="*/ 0 w 9662615"/>
              <a:gd name="connsiteY118" fmla="*/ 0 h 1679987"/>
              <a:gd name="connsiteX0" fmla="*/ 0 w 9662615"/>
              <a:gd name="connsiteY0" fmla="*/ 0 h 1648182"/>
              <a:gd name="connsiteX1" fmla="*/ 9662615 w 9662615"/>
              <a:gd name="connsiteY1" fmla="*/ 0 h 1648182"/>
              <a:gd name="connsiteX2" fmla="*/ 9662615 w 9662615"/>
              <a:gd name="connsiteY2" fmla="*/ 1280346 h 1648182"/>
              <a:gd name="connsiteX3" fmla="*/ 9658420 w 9662615"/>
              <a:gd name="connsiteY3" fmla="*/ 1280106 h 1648182"/>
              <a:gd name="connsiteX4" fmla="*/ 9469546 w 9662615"/>
              <a:gd name="connsiteY4" fmla="*/ 1289837 h 1648182"/>
              <a:gd name="connsiteX5" fmla="*/ 9385895 w 9662615"/>
              <a:gd name="connsiteY5" fmla="*/ 1269203 h 1648182"/>
              <a:gd name="connsiteX6" fmla="*/ 9144767 w 9662615"/>
              <a:gd name="connsiteY6" fmla="*/ 1264120 h 1648182"/>
              <a:gd name="connsiteX7" fmla="*/ 8837252 w 9662615"/>
              <a:gd name="connsiteY7" fmla="*/ 1350515 h 1648182"/>
              <a:gd name="connsiteX8" fmla="*/ 8705466 w 9662615"/>
              <a:gd name="connsiteY8" fmla="*/ 1342419 h 1648182"/>
              <a:gd name="connsiteX9" fmla="*/ 8652221 w 9662615"/>
              <a:gd name="connsiteY9" fmla="*/ 1326906 h 1648182"/>
              <a:gd name="connsiteX10" fmla="*/ 8632312 w 9662615"/>
              <a:gd name="connsiteY10" fmla="*/ 1326025 h 1648182"/>
              <a:gd name="connsiteX11" fmla="*/ 8591582 w 9662615"/>
              <a:gd name="connsiteY11" fmla="*/ 1341666 h 1648182"/>
              <a:gd name="connsiteX12" fmla="*/ 8537336 w 9662615"/>
              <a:gd name="connsiteY12" fmla="*/ 1341684 h 1648182"/>
              <a:gd name="connsiteX13" fmla="*/ 8472508 w 9662615"/>
              <a:gd name="connsiteY13" fmla="*/ 1363109 h 1648182"/>
              <a:gd name="connsiteX14" fmla="*/ 8258477 w 9662615"/>
              <a:gd name="connsiteY14" fmla="*/ 1370666 h 1648182"/>
              <a:gd name="connsiteX15" fmla="*/ 8197961 w 9662615"/>
              <a:gd name="connsiteY15" fmla="*/ 1392804 h 1648182"/>
              <a:gd name="connsiteX16" fmla="*/ 8171196 w 9662615"/>
              <a:gd name="connsiteY16" fmla="*/ 1397216 h 1648182"/>
              <a:gd name="connsiteX17" fmla="*/ 8127667 w 9662615"/>
              <a:gd name="connsiteY17" fmla="*/ 1418254 h 1648182"/>
              <a:gd name="connsiteX18" fmla="*/ 7974579 w 9662615"/>
              <a:gd name="connsiteY18" fmla="*/ 1383439 h 1648182"/>
              <a:gd name="connsiteX19" fmla="*/ 7768351 w 9662615"/>
              <a:gd name="connsiteY19" fmla="*/ 1395051 h 1648182"/>
              <a:gd name="connsiteX20" fmla="*/ 7635985 w 9662615"/>
              <a:gd name="connsiteY20" fmla="*/ 1386363 h 1648182"/>
              <a:gd name="connsiteX21" fmla="*/ 7466069 w 9662615"/>
              <a:gd name="connsiteY21" fmla="*/ 1377654 h 1648182"/>
              <a:gd name="connsiteX22" fmla="*/ 7355642 w 9662615"/>
              <a:gd name="connsiteY22" fmla="*/ 1407761 h 1648182"/>
              <a:gd name="connsiteX23" fmla="*/ 7151610 w 9662615"/>
              <a:gd name="connsiteY23" fmla="*/ 1397856 h 1648182"/>
              <a:gd name="connsiteX24" fmla="*/ 7082147 w 9662615"/>
              <a:gd name="connsiteY24" fmla="*/ 1406113 h 1648182"/>
              <a:gd name="connsiteX25" fmla="*/ 7014958 w 9662615"/>
              <a:gd name="connsiteY25" fmla="*/ 1396883 h 1648182"/>
              <a:gd name="connsiteX26" fmla="*/ 6907567 w 9662615"/>
              <a:gd name="connsiteY26" fmla="*/ 1419149 h 1648182"/>
              <a:gd name="connsiteX27" fmla="*/ 6748428 w 9662615"/>
              <a:gd name="connsiteY27" fmla="*/ 1420308 h 1648182"/>
              <a:gd name="connsiteX28" fmla="*/ 6654257 w 9662615"/>
              <a:gd name="connsiteY28" fmla="*/ 1424143 h 1648182"/>
              <a:gd name="connsiteX29" fmla="*/ 6620123 w 9662615"/>
              <a:gd name="connsiteY29" fmla="*/ 1430535 h 1648182"/>
              <a:gd name="connsiteX30" fmla="*/ 6571355 w 9662615"/>
              <a:gd name="connsiteY30" fmla="*/ 1436144 h 1648182"/>
              <a:gd name="connsiteX31" fmla="*/ 6486557 w 9662615"/>
              <a:gd name="connsiteY31" fmla="*/ 1449861 h 1648182"/>
              <a:gd name="connsiteX32" fmla="*/ 6370419 w 9662615"/>
              <a:gd name="connsiteY32" fmla="*/ 1461649 h 1648182"/>
              <a:gd name="connsiteX33" fmla="*/ 6278839 w 9662615"/>
              <a:gd name="connsiteY33" fmla="*/ 1449160 h 1648182"/>
              <a:gd name="connsiteX34" fmla="*/ 6272455 w 9662615"/>
              <a:gd name="connsiteY34" fmla="*/ 1453191 h 1648182"/>
              <a:gd name="connsiteX35" fmla="*/ 6212659 w 9662615"/>
              <a:gd name="connsiteY35" fmla="*/ 1454850 h 1648182"/>
              <a:gd name="connsiteX36" fmla="*/ 6069317 w 9662615"/>
              <a:gd name="connsiteY36" fmla="*/ 1445838 h 1648182"/>
              <a:gd name="connsiteX37" fmla="*/ 5878477 w 9662615"/>
              <a:gd name="connsiteY37" fmla="*/ 1439180 h 1648182"/>
              <a:gd name="connsiteX38" fmla="*/ 5838387 w 9662615"/>
              <a:gd name="connsiteY38" fmla="*/ 1444679 h 1648182"/>
              <a:gd name="connsiteX39" fmla="*/ 5771136 w 9662615"/>
              <a:gd name="connsiteY39" fmla="*/ 1453639 h 1648182"/>
              <a:gd name="connsiteX40" fmla="*/ 5724081 w 9662615"/>
              <a:gd name="connsiteY40" fmla="*/ 1470431 h 1648182"/>
              <a:gd name="connsiteX41" fmla="*/ 5666577 w 9662615"/>
              <a:gd name="connsiteY41" fmla="*/ 1473921 h 1648182"/>
              <a:gd name="connsiteX42" fmla="*/ 5649068 w 9662615"/>
              <a:gd name="connsiteY42" fmla="*/ 1461676 h 1648182"/>
              <a:gd name="connsiteX43" fmla="*/ 5588902 w 9662615"/>
              <a:gd name="connsiteY43" fmla="*/ 1469647 h 1648182"/>
              <a:gd name="connsiteX44" fmla="*/ 5498090 w 9662615"/>
              <a:gd name="connsiteY44" fmla="*/ 1483173 h 1648182"/>
              <a:gd name="connsiteX45" fmla="*/ 5444641 w 9662615"/>
              <a:gd name="connsiteY45" fmla="*/ 1487602 h 1648182"/>
              <a:gd name="connsiteX46" fmla="*/ 5299812 w 9662615"/>
              <a:gd name="connsiteY46" fmla="*/ 1503362 h 1648182"/>
              <a:gd name="connsiteX47" fmla="*/ 5213947 w 9662615"/>
              <a:gd name="connsiteY47" fmla="*/ 1516637 h 1648182"/>
              <a:gd name="connsiteX48" fmla="*/ 5090342 w 9662615"/>
              <a:gd name="connsiteY48" fmla="*/ 1546680 h 1648182"/>
              <a:gd name="connsiteX49" fmla="*/ 5129812 w 9662615"/>
              <a:gd name="connsiteY49" fmla="*/ 1521277 h 1648182"/>
              <a:gd name="connsiteX50" fmla="*/ 5059484 w 9662615"/>
              <a:gd name="connsiteY50" fmla="*/ 1546802 h 1648182"/>
              <a:gd name="connsiteX51" fmla="*/ 5038524 w 9662615"/>
              <a:gd name="connsiteY51" fmla="*/ 1545675 h 1648182"/>
              <a:gd name="connsiteX52" fmla="*/ 5026564 w 9662615"/>
              <a:gd name="connsiteY52" fmla="*/ 1545376 h 1648182"/>
              <a:gd name="connsiteX53" fmla="*/ 4969433 w 9662615"/>
              <a:gd name="connsiteY53" fmla="*/ 1550865 h 1648182"/>
              <a:gd name="connsiteX54" fmla="*/ 4929254 w 9662615"/>
              <a:gd name="connsiteY54" fmla="*/ 1563452 h 1648182"/>
              <a:gd name="connsiteX55" fmla="*/ 4871726 w 9662615"/>
              <a:gd name="connsiteY55" fmla="*/ 1570584 h 1648182"/>
              <a:gd name="connsiteX56" fmla="*/ 4843267 w 9662615"/>
              <a:gd name="connsiteY56" fmla="*/ 1561459 h 1648182"/>
              <a:gd name="connsiteX57" fmla="*/ 4821058 w 9662615"/>
              <a:gd name="connsiteY57" fmla="*/ 1553078 h 1648182"/>
              <a:gd name="connsiteX58" fmla="*/ 4791466 w 9662615"/>
              <a:gd name="connsiteY58" fmla="*/ 1561324 h 1648182"/>
              <a:gd name="connsiteX59" fmla="*/ 4784247 w 9662615"/>
              <a:gd name="connsiteY59" fmla="*/ 1562342 h 1648182"/>
              <a:gd name="connsiteX60" fmla="*/ 4739309 w 9662615"/>
              <a:gd name="connsiteY60" fmla="*/ 1553948 h 1648182"/>
              <a:gd name="connsiteX61" fmla="*/ 4697562 w 9662615"/>
              <a:gd name="connsiteY61" fmla="*/ 1551206 h 1648182"/>
              <a:gd name="connsiteX62" fmla="*/ 4650737 w 9662615"/>
              <a:gd name="connsiteY62" fmla="*/ 1537381 h 1648182"/>
              <a:gd name="connsiteX63" fmla="*/ 4583150 w 9662615"/>
              <a:gd name="connsiteY63" fmla="*/ 1529064 h 1648182"/>
              <a:gd name="connsiteX64" fmla="*/ 4521734 w 9662615"/>
              <a:gd name="connsiteY64" fmla="*/ 1529359 h 1648182"/>
              <a:gd name="connsiteX65" fmla="*/ 4382398 w 9662615"/>
              <a:gd name="connsiteY65" fmla="*/ 1534108 h 1648182"/>
              <a:gd name="connsiteX66" fmla="*/ 4221826 w 9662615"/>
              <a:gd name="connsiteY66" fmla="*/ 1500972 h 1648182"/>
              <a:gd name="connsiteX67" fmla="*/ 4096601 w 9662615"/>
              <a:gd name="connsiteY67" fmla="*/ 1521563 h 1648182"/>
              <a:gd name="connsiteX68" fmla="*/ 4058099 w 9662615"/>
              <a:gd name="connsiteY68" fmla="*/ 1648182 h 1648182"/>
              <a:gd name="connsiteX69" fmla="*/ 3833906 w 9662615"/>
              <a:gd name="connsiteY69" fmla="*/ 1516637 h 1648182"/>
              <a:gd name="connsiteX70" fmla="*/ 3696258 w 9662615"/>
              <a:gd name="connsiteY70" fmla="*/ 1537563 h 1648182"/>
              <a:gd name="connsiteX71" fmla="*/ 3594070 w 9662615"/>
              <a:gd name="connsiteY71" fmla="*/ 1509422 h 1648182"/>
              <a:gd name="connsiteX72" fmla="*/ 3565233 w 9662615"/>
              <a:gd name="connsiteY72" fmla="*/ 1515122 h 1648182"/>
              <a:gd name="connsiteX73" fmla="*/ 3560267 w 9662615"/>
              <a:gd name="connsiteY73" fmla="*/ 1516288 h 1648182"/>
              <a:gd name="connsiteX74" fmla="*/ 3540258 w 9662615"/>
              <a:gd name="connsiteY74" fmla="*/ 1516976 h 1648182"/>
              <a:gd name="connsiteX75" fmla="*/ 3534780 w 9662615"/>
              <a:gd name="connsiteY75" fmla="*/ 1522141 h 1648182"/>
              <a:gd name="connsiteX76" fmla="*/ 3504783 w 9662615"/>
              <a:gd name="connsiteY76" fmla="*/ 1526739 h 1648182"/>
              <a:gd name="connsiteX77" fmla="*/ 3430805 w 9662615"/>
              <a:gd name="connsiteY77" fmla="*/ 1542521 h 1648182"/>
              <a:gd name="connsiteX78" fmla="*/ 3292707 w 9662615"/>
              <a:gd name="connsiteY78" fmla="*/ 1520490 h 1648182"/>
              <a:gd name="connsiteX79" fmla="*/ 3187872 w 9662615"/>
              <a:gd name="connsiteY79" fmla="*/ 1519991 h 1648182"/>
              <a:gd name="connsiteX80" fmla="*/ 3148026 w 9662615"/>
              <a:gd name="connsiteY80" fmla="*/ 1524777 h 1648182"/>
              <a:gd name="connsiteX81" fmla="*/ 3092394 w 9662615"/>
              <a:gd name="connsiteY81" fmla="*/ 1528115 h 1648182"/>
              <a:gd name="connsiteX82" fmla="*/ 2994200 w 9662615"/>
              <a:gd name="connsiteY82" fmla="*/ 1537857 h 1648182"/>
              <a:gd name="connsiteX83" fmla="*/ 2862301 w 9662615"/>
              <a:gd name="connsiteY83" fmla="*/ 1544250 h 1648182"/>
              <a:gd name="connsiteX84" fmla="*/ 2766335 w 9662615"/>
              <a:gd name="connsiteY84" fmla="*/ 1527662 h 1648182"/>
              <a:gd name="connsiteX85" fmla="*/ 2757836 w 9662615"/>
              <a:gd name="connsiteY85" fmla="*/ 1531371 h 1648182"/>
              <a:gd name="connsiteX86" fmla="*/ 2691555 w 9662615"/>
              <a:gd name="connsiteY86" fmla="*/ 1530283 h 1648182"/>
              <a:gd name="connsiteX87" fmla="*/ 2491676 w 9662615"/>
              <a:gd name="connsiteY87" fmla="*/ 1500859 h 1648182"/>
              <a:gd name="connsiteX88" fmla="*/ 2378036 w 9662615"/>
              <a:gd name="connsiteY88" fmla="*/ 1520645 h 1648182"/>
              <a:gd name="connsiteX89" fmla="*/ 2284269 w 9662615"/>
              <a:gd name="connsiteY89" fmla="*/ 1503068 h 1648182"/>
              <a:gd name="connsiteX90" fmla="*/ 2207104 w 9662615"/>
              <a:gd name="connsiteY90" fmla="*/ 1508888 h 1648182"/>
              <a:gd name="connsiteX91" fmla="*/ 2149226 w 9662615"/>
              <a:gd name="connsiteY91" fmla="*/ 1523409 h 1648182"/>
              <a:gd name="connsiteX92" fmla="*/ 2084783 w 9662615"/>
              <a:gd name="connsiteY92" fmla="*/ 1524245 h 1648182"/>
              <a:gd name="connsiteX93" fmla="*/ 2070075 w 9662615"/>
              <a:gd name="connsiteY93" fmla="*/ 1511285 h 1648182"/>
              <a:gd name="connsiteX94" fmla="*/ 2001057 w 9662615"/>
              <a:gd name="connsiteY94" fmla="*/ 1516449 h 1648182"/>
              <a:gd name="connsiteX95" fmla="*/ 1896330 w 9662615"/>
              <a:gd name="connsiteY95" fmla="*/ 1525725 h 1648182"/>
              <a:gd name="connsiteX96" fmla="*/ 1835994 w 9662615"/>
              <a:gd name="connsiteY96" fmla="*/ 1527678 h 1648182"/>
              <a:gd name="connsiteX97" fmla="*/ 1671119 w 9662615"/>
              <a:gd name="connsiteY97" fmla="*/ 1536701 h 1648182"/>
              <a:gd name="connsiteX98" fmla="*/ 1601337 w 9662615"/>
              <a:gd name="connsiteY98" fmla="*/ 1548552 h 1648182"/>
              <a:gd name="connsiteX99" fmla="*/ 1407755 w 9662615"/>
              <a:gd name="connsiteY99" fmla="*/ 1571444 h 1648182"/>
              <a:gd name="connsiteX100" fmla="*/ 1271994 w 9662615"/>
              <a:gd name="connsiteY100" fmla="*/ 1579471 h 1648182"/>
              <a:gd name="connsiteX101" fmla="*/ 1249226 w 9662615"/>
              <a:gd name="connsiteY101" fmla="*/ 1583140 h 1648182"/>
              <a:gd name="connsiteX102" fmla="*/ 1217719 w 9662615"/>
              <a:gd name="connsiteY102" fmla="*/ 1580863 h 1648182"/>
              <a:gd name="connsiteX103" fmla="*/ 1091432 w 9662615"/>
              <a:gd name="connsiteY103" fmla="*/ 1571003 h 1648182"/>
              <a:gd name="connsiteX104" fmla="*/ 992039 w 9662615"/>
              <a:gd name="connsiteY104" fmla="*/ 1556662 h 1648182"/>
              <a:gd name="connsiteX105" fmla="*/ 868264 w 9662615"/>
              <a:gd name="connsiteY105" fmla="*/ 1566392 h 1648182"/>
              <a:gd name="connsiteX106" fmla="*/ 792765 w 9662615"/>
              <a:gd name="connsiteY106" fmla="*/ 1563102 h 1648182"/>
              <a:gd name="connsiteX107" fmla="*/ 669055 w 9662615"/>
              <a:gd name="connsiteY107" fmla="*/ 1543638 h 1648182"/>
              <a:gd name="connsiteX108" fmla="*/ 506152 w 9662615"/>
              <a:gd name="connsiteY108" fmla="*/ 1549124 h 1648182"/>
              <a:gd name="connsiteX109" fmla="*/ 472797 w 9662615"/>
              <a:gd name="connsiteY109" fmla="*/ 1568904 h 1648182"/>
              <a:gd name="connsiteX110" fmla="*/ 427864 w 9662615"/>
              <a:gd name="connsiteY110" fmla="*/ 1580848 h 1648182"/>
              <a:gd name="connsiteX111" fmla="*/ 408381 w 9662615"/>
              <a:gd name="connsiteY111" fmla="*/ 1552940 h 1648182"/>
              <a:gd name="connsiteX112" fmla="*/ 267163 w 9662615"/>
              <a:gd name="connsiteY112" fmla="*/ 1531913 h 1648182"/>
              <a:gd name="connsiteX113" fmla="*/ 196644 w 9662615"/>
              <a:gd name="connsiteY113" fmla="*/ 1524565 h 1648182"/>
              <a:gd name="connsiteX114" fmla="*/ 86819 w 9662615"/>
              <a:gd name="connsiteY114" fmla="*/ 1519517 h 1648182"/>
              <a:gd name="connsiteX115" fmla="*/ 53369 w 9662615"/>
              <a:gd name="connsiteY115" fmla="*/ 1516853 h 1648182"/>
              <a:gd name="connsiteX116" fmla="*/ 2359 w 9662615"/>
              <a:gd name="connsiteY116" fmla="*/ 1515247 h 1648182"/>
              <a:gd name="connsiteX117" fmla="*/ 0 w 9662615"/>
              <a:gd name="connsiteY117" fmla="*/ 1514932 h 1648182"/>
              <a:gd name="connsiteX118" fmla="*/ 0 w 9662615"/>
              <a:gd name="connsiteY118" fmla="*/ 0 h 1648182"/>
              <a:gd name="connsiteX0" fmla="*/ 0 w 9662615"/>
              <a:gd name="connsiteY0" fmla="*/ 0 h 1648182"/>
              <a:gd name="connsiteX1" fmla="*/ 9662615 w 9662615"/>
              <a:gd name="connsiteY1" fmla="*/ 0 h 1648182"/>
              <a:gd name="connsiteX2" fmla="*/ 9662615 w 9662615"/>
              <a:gd name="connsiteY2" fmla="*/ 1280346 h 1648182"/>
              <a:gd name="connsiteX3" fmla="*/ 9658420 w 9662615"/>
              <a:gd name="connsiteY3" fmla="*/ 1280106 h 1648182"/>
              <a:gd name="connsiteX4" fmla="*/ 9469546 w 9662615"/>
              <a:gd name="connsiteY4" fmla="*/ 1289837 h 1648182"/>
              <a:gd name="connsiteX5" fmla="*/ 9385895 w 9662615"/>
              <a:gd name="connsiteY5" fmla="*/ 1269203 h 1648182"/>
              <a:gd name="connsiteX6" fmla="*/ 9144767 w 9662615"/>
              <a:gd name="connsiteY6" fmla="*/ 1264120 h 1648182"/>
              <a:gd name="connsiteX7" fmla="*/ 8837252 w 9662615"/>
              <a:gd name="connsiteY7" fmla="*/ 1350515 h 1648182"/>
              <a:gd name="connsiteX8" fmla="*/ 8705466 w 9662615"/>
              <a:gd name="connsiteY8" fmla="*/ 1342419 h 1648182"/>
              <a:gd name="connsiteX9" fmla="*/ 8652221 w 9662615"/>
              <a:gd name="connsiteY9" fmla="*/ 1326906 h 1648182"/>
              <a:gd name="connsiteX10" fmla="*/ 8632312 w 9662615"/>
              <a:gd name="connsiteY10" fmla="*/ 1326025 h 1648182"/>
              <a:gd name="connsiteX11" fmla="*/ 8591582 w 9662615"/>
              <a:gd name="connsiteY11" fmla="*/ 1341666 h 1648182"/>
              <a:gd name="connsiteX12" fmla="*/ 8537336 w 9662615"/>
              <a:gd name="connsiteY12" fmla="*/ 1341684 h 1648182"/>
              <a:gd name="connsiteX13" fmla="*/ 8472508 w 9662615"/>
              <a:gd name="connsiteY13" fmla="*/ 1363109 h 1648182"/>
              <a:gd name="connsiteX14" fmla="*/ 8258477 w 9662615"/>
              <a:gd name="connsiteY14" fmla="*/ 1370666 h 1648182"/>
              <a:gd name="connsiteX15" fmla="*/ 8197961 w 9662615"/>
              <a:gd name="connsiteY15" fmla="*/ 1392804 h 1648182"/>
              <a:gd name="connsiteX16" fmla="*/ 8171196 w 9662615"/>
              <a:gd name="connsiteY16" fmla="*/ 1397216 h 1648182"/>
              <a:gd name="connsiteX17" fmla="*/ 8127667 w 9662615"/>
              <a:gd name="connsiteY17" fmla="*/ 1418254 h 1648182"/>
              <a:gd name="connsiteX18" fmla="*/ 7974579 w 9662615"/>
              <a:gd name="connsiteY18" fmla="*/ 1383439 h 1648182"/>
              <a:gd name="connsiteX19" fmla="*/ 7768351 w 9662615"/>
              <a:gd name="connsiteY19" fmla="*/ 1395051 h 1648182"/>
              <a:gd name="connsiteX20" fmla="*/ 7635985 w 9662615"/>
              <a:gd name="connsiteY20" fmla="*/ 1386363 h 1648182"/>
              <a:gd name="connsiteX21" fmla="*/ 7466069 w 9662615"/>
              <a:gd name="connsiteY21" fmla="*/ 1377654 h 1648182"/>
              <a:gd name="connsiteX22" fmla="*/ 7355642 w 9662615"/>
              <a:gd name="connsiteY22" fmla="*/ 1407761 h 1648182"/>
              <a:gd name="connsiteX23" fmla="*/ 7151610 w 9662615"/>
              <a:gd name="connsiteY23" fmla="*/ 1397856 h 1648182"/>
              <a:gd name="connsiteX24" fmla="*/ 7082147 w 9662615"/>
              <a:gd name="connsiteY24" fmla="*/ 1406113 h 1648182"/>
              <a:gd name="connsiteX25" fmla="*/ 7014958 w 9662615"/>
              <a:gd name="connsiteY25" fmla="*/ 1396883 h 1648182"/>
              <a:gd name="connsiteX26" fmla="*/ 6907567 w 9662615"/>
              <a:gd name="connsiteY26" fmla="*/ 1419149 h 1648182"/>
              <a:gd name="connsiteX27" fmla="*/ 6748428 w 9662615"/>
              <a:gd name="connsiteY27" fmla="*/ 1420308 h 1648182"/>
              <a:gd name="connsiteX28" fmla="*/ 6654257 w 9662615"/>
              <a:gd name="connsiteY28" fmla="*/ 1424143 h 1648182"/>
              <a:gd name="connsiteX29" fmla="*/ 6620123 w 9662615"/>
              <a:gd name="connsiteY29" fmla="*/ 1430535 h 1648182"/>
              <a:gd name="connsiteX30" fmla="*/ 6571355 w 9662615"/>
              <a:gd name="connsiteY30" fmla="*/ 1436144 h 1648182"/>
              <a:gd name="connsiteX31" fmla="*/ 6486557 w 9662615"/>
              <a:gd name="connsiteY31" fmla="*/ 1449861 h 1648182"/>
              <a:gd name="connsiteX32" fmla="*/ 6370419 w 9662615"/>
              <a:gd name="connsiteY32" fmla="*/ 1461649 h 1648182"/>
              <a:gd name="connsiteX33" fmla="*/ 6278839 w 9662615"/>
              <a:gd name="connsiteY33" fmla="*/ 1449160 h 1648182"/>
              <a:gd name="connsiteX34" fmla="*/ 6272455 w 9662615"/>
              <a:gd name="connsiteY34" fmla="*/ 1453191 h 1648182"/>
              <a:gd name="connsiteX35" fmla="*/ 6212659 w 9662615"/>
              <a:gd name="connsiteY35" fmla="*/ 1454850 h 1648182"/>
              <a:gd name="connsiteX36" fmla="*/ 6069317 w 9662615"/>
              <a:gd name="connsiteY36" fmla="*/ 1445838 h 1648182"/>
              <a:gd name="connsiteX37" fmla="*/ 5878477 w 9662615"/>
              <a:gd name="connsiteY37" fmla="*/ 1439180 h 1648182"/>
              <a:gd name="connsiteX38" fmla="*/ 5838387 w 9662615"/>
              <a:gd name="connsiteY38" fmla="*/ 1444679 h 1648182"/>
              <a:gd name="connsiteX39" fmla="*/ 5771136 w 9662615"/>
              <a:gd name="connsiteY39" fmla="*/ 1453639 h 1648182"/>
              <a:gd name="connsiteX40" fmla="*/ 5724081 w 9662615"/>
              <a:gd name="connsiteY40" fmla="*/ 1470431 h 1648182"/>
              <a:gd name="connsiteX41" fmla="*/ 5666577 w 9662615"/>
              <a:gd name="connsiteY41" fmla="*/ 1473921 h 1648182"/>
              <a:gd name="connsiteX42" fmla="*/ 5649068 w 9662615"/>
              <a:gd name="connsiteY42" fmla="*/ 1461676 h 1648182"/>
              <a:gd name="connsiteX43" fmla="*/ 5588902 w 9662615"/>
              <a:gd name="connsiteY43" fmla="*/ 1469647 h 1648182"/>
              <a:gd name="connsiteX44" fmla="*/ 5498090 w 9662615"/>
              <a:gd name="connsiteY44" fmla="*/ 1483173 h 1648182"/>
              <a:gd name="connsiteX45" fmla="*/ 5444641 w 9662615"/>
              <a:gd name="connsiteY45" fmla="*/ 1487602 h 1648182"/>
              <a:gd name="connsiteX46" fmla="*/ 5299812 w 9662615"/>
              <a:gd name="connsiteY46" fmla="*/ 1503362 h 1648182"/>
              <a:gd name="connsiteX47" fmla="*/ 5213947 w 9662615"/>
              <a:gd name="connsiteY47" fmla="*/ 1516637 h 1648182"/>
              <a:gd name="connsiteX48" fmla="*/ 5090342 w 9662615"/>
              <a:gd name="connsiteY48" fmla="*/ 1546680 h 1648182"/>
              <a:gd name="connsiteX49" fmla="*/ 5129812 w 9662615"/>
              <a:gd name="connsiteY49" fmla="*/ 1521277 h 1648182"/>
              <a:gd name="connsiteX50" fmla="*/ 5059484 w 9662615"/>
              <a:gd name="connsiteY50" fmla="*/ 1546802 h 1648182"/>
              <a:gd name="connsiteX51" fmla="*/ 5038524 w 9662615"/>
              <a:gd name="connsiteY51" fmla="*/ 1545675 h 1648182"/>
              <a:gd name="connsiteX52" fmla="*/ 5026564 w 9662615"/>
              <a:gd name="connsiteY52" fmla="*/ 1545376 h 1648182"/>
              <a:gd name="connsiteX53" fmla="*/ 4969433 w 9662615"/>
              <a:gd name="connsiteY53" fmla="*/ 1550865 h 1648182"/>
              <a:gd name="connsiteX54" fmla="*/ 4929254 w 9662615"/>
              <a:gd name="connsiteY54" fmla="*/ 1563452 h 1648182"/>
              <a:gd name="connsiteX55" fmla="*/ 4871726 w 9662615"/>
              <a:gd name="connsiteY55" fmla="*/ 1570584 h 1648182"/>
              <a:gd name="connsiteX56" fmla="*/ 4843267 w 9662615"/>
              <a:gd name="connsiteY56" fmla="*/ 1561459 h 1648182"/>
              <a:gd name="connsiteX57" fmla="*/ 4821058 w 9662615"/>
              <a:gd name="connsiteY57" fmla="*/ 1553078 h 1648182"/>
              <a:gd name="connsiteX58" fmla="*/ 4791466 w 9662615"/>
              <a:gd name="connsiteY58" fmla="*/ 1561324 h 1648182"/>
              <a:gd name="connsiteX59" fmla="*/ 4784247 w 9662615"/>
              <a:gd name="connsiteY59" fmla="*/ 1562342 h 1648182"/>
              <a:gd name="connsiteX60" fmla="*/ 4739309 w 9662615"/>
              <a:gd name="connsiteY60" fmla="*/ 1553948 h 1648182"/>
              <a:gd name="connsiteX61" fmla="*/ 4697562 w 9662615"/>
              <a:gd name="connsiteY61" fmla="*/ 1551206 h 1648182"/>
              <a:gd name="connsiteX62" fmla="*/ 4650737 w 9662615"/>
              <a:gd name="connsiteY62" fmla="*/ 1537381 h 1648182"/>
              <a:gd name="connsiteX63" fmla="*/ 4583150 w 9662615"/>
              <a:gd name="connsiteY63" fmla="*/ 1529064 h 1648182"/>
              <a:gd name="connsiteX64" fmla="*/ 4521734 w 9662615"/>
              <a:gd name="connsiteY64" fmla="*/ 1529359 h 1648182"/>
              <a:gd name="connsiteX65" fmla="*/ 4382398 w 9662615"/>
              <a:gd name="connsiteY65" fmla="*/ 1534108 h 1648182"/>
              <a:gd name="connsiteX66" fmla="*/ 4221826 w 9662615"/>
              <a:gd name="connsiteY66" fmla="*/ 1500972 h 1648182"/>
              <a:gd name="connsiteX67" fmla="*/ 4096601 w 9662615"/>
              <a:gd name="connsiteY67" fmla="*/ 1521563 h 1648182"/>
              <a:gd name="connsiteX68" fmla="*/ 4058099 w 9662615"/>
              <a:gd name="connsiteY68" fmla="*/ 1648182 h 1648182"/>
              <a:gd name="connsiteX69" fmla="*/ 3833906 w 9662615"/>
              <a:gd name="connsiteY69" fmla="*/ 1516637 h 1648182"/>
              <a:gd name="connsiteX70" fmla="*/ 3696258 w 9662615"/>
              <a:gd name="connsiteY70" fmla="*/ 1537563 h 1648182"/>
              <a:gd name="connsiteX71" fmla="*/ 3594070 w 9662615"/>
              <a:gd name="connsiteY71" fmla="*/ 1509422 h 1648182"/>
              <a:gd name="connsiteX72" fmla="*/ 3565233 w 9662615"/>
              <a:gd name="connsiteY72" fmla="*/ 1515122 h 1648182"/>
              <a:gd name="connsiteX73" fmla="*/ 3560267 w 9662615"/>
              <a:gd name="connsiteY73" fmla="*/ 1516288 h 1648182"/>
              <a:gd name="connsiteX74" fmla="*/ 3540258 w 9662615"/>
              <a:gd name="connsiteY74" fmla="*/ 1516976 h 1648182"/>
              <a:gd name="connsiteX75" fmla="*/ 3534780 w 9662615"/>
              <a:gd name="connsiteY75" fmla="*/ 1522141 h 1648182"/>
              <a:gd name="connsiteX76" fmla="*/ 3504783 w 9662615"/>
              <a:gd name="connsiteY76" fmla="*/ 1526739 h 1648182"/>
              <a:gd name="connsiteX77" fmla="*/ 3430805 w 9662615"/>
              <a:gd name="connsiteY77" fmla="*/ 1542521 h 1648182"/>
              <a:gd name="connsiteX78" fmla="*/ 3292707 w 9662615"/>
              <a:gd name="connsiteY78" fmla="*/ 1520490 h 1648182"/>
              <a:gd name="connsiteX79" fmla="*/ 3187872 w 9662615"/>
              <a:gd name="connsiteY79" fmla="*/ 1519991 h 1648182"/>
              <a:gd name="connsiteX80" fmla="*/ 3148026 w 9662615"/>
              <a:gd name="connsiteY80" fmla="*/ 1524777 h 1648182"/>
              <a:gd name="connsiteX81" fmla="*/ 3092394 w 9662615"/>
              <a:gd name="connsiteY81" fmla="*/ 1528115 h 1648182"/>
              <a:gd name="connsiteX82" fmla="*/ 2994200 w 9662615"/>
              <a:gd name="connsiteY82" fmla="*/ 1537857 h 1648182"/>
              <a:gd name="connsiteX83" fmla="*/ 2862301 w 9662615"/>
              <a:gd name="connsiteY83" fmla="*/ 1544250 h 1648182"/>
              <a:gd name="connsiteX84" fmla="*/ 2766335 w 9662615"/>
              <a:gd name="connsiteY84" fmla="*/ 1527662 h 1648182"/>
              <a:gd name="connsiteX85" fmla="*/ 2757836 w 9662615"/>
              <a:gd name="connsiteY85" fmla="*/ 1531371 h 1648182"/>
              <a:gd name="connsiteX86" fmla="*/ 2691555 w 9662615"/>
              <a:gd name="connsiteY86" fmla="*/ 1530283 h 1648182"/>
              <a:gd name="connsiteX87" fmla="*/ 2491676 w 9662615"/>
              <a:gd name="connsiteY87" fmla="*/ 1500859 h 1648182"/>
              <a:gd name="connsiteX88" fmla="*/ 2378036 w 9662615"/>
              <a:gd name="connsiteY88" fmla="*/ 1520645 h 1648182"/>
              <a:gd name="connsiteX89" fmla="*/ 2284269 w 9662615"/>
              <a:gd name="connsiteY89" fmla="*/ 1503068 h 1648182"/>
              <a:gd name="connsiteX90" fmla="*/ 2207104 w 9662615"/>
              <a:gd name="connsiteY90" fmla="*/ 1508888 h 1648182"/>
              <a:gd name="connsiteX91" fmla="*/ 2149226 w 9662615"/>
              <a:gd name="connsiteY91" fmla="*/ 1523409 h 1648182"/>
              <a:gd name="connsiteX92" fmla="*/ 2084783 w 9662615"/>
              <a:gd name="connsiteY92" fmla="*/ 1524245 h 1648182"/>
              <a:gd name="connsiteX93" fmla="*/ 2070075 w 9662615"/>
              <a:gd name="connsiteY93" fmla="*/ 1511285 h 1648182"/>
              <a:gd name="connsiteX94" fmla="*/ 2001057 w 9662615"/>
              <a:gd name="connsiteY94" fmla="*/ 1516449 h 1648182"/>
              <a:gd name="connsiteX95" fmla="*/ 1896330 w 9662615"/>
              <a:gd name="connsiteY95" fmla="*/ 1525725 h 1648182"/>
              <a:gd name="connsiteX96" fmla="*/ 1835994 w 9662615"/>
              <a:gd name="connsiteY96" fmla="*/ 1527678 h 1648182"/>
              <a:gd name="connsiteX97" fmla="*/ 1671119 w 9662615"/>
              <a:gd name="connsiteY97" fmla="*/ 1536701 h 1648182"/>
              <a:gd name="connsiteX98" fmla="*/ 1601337 w 9662615"/>
              <a:gd name="connsiteY98" fmla="*/ 1548552 h 1648182"/>
              <a:gd name="connsiteX99" fmla="*/ 1407755 w 9662615"/>
              <a:gd name="connsiteY99" fmla="*/ 1571444 h 1648182"/>
              <a:gd name="connsiteX100" fmla="*/ 1271994 w 9662615"/>
              <a:gd name="connsiteY100" fmla="*/ 1579471 h 1648182"/>
              <a:gd name="connsiteX101" fmla="*/ 1249226 w 9662615"/>
              <a:gd name="connsiteY101" fmla="*/ 1583140 h 1648182"/>
              <a:gd name="connsiteX102" fmla="*/ 1217719 w 9662615"/>
              <a:gd name="connsiteY102" fmla="*/ 1580863 h 1648182"/>
              <a:gd name="connsiteX103" fmla="*/ 1091432 w 9662615"/>
              <a:gd name="connsiteY103" fmla="*/ 1571003 h 1648182"/>
              <a:gd name="connsiteX104" fmla="*/ 992039 w 9662615"/>
              <a:gd name="connsiteY104" fmla="*/ 1556662 h 1648182"/>
              <a:gd name="connsiteX105" fmla="*/ 868264 w 9662615"/>
              <a:gd name="connsiteY105" fmla="*/ 1566392 h 1648182"/>
              <a:gd name="connsiteX106" fmla="*/ 792765 w 9662615"/>
              <a:gd name="connsiteY106" fmla="*/ 1563102 h 1648182"/>
              <a:gd name="connsiteX107" fmla="*/ 669055 w 9662615"/>
              <a:gd name="connsiteY107" fmla="*/ 1543638 h 1648182"/>
              <a:gd name="connsiteX108" fmla="*/ 506152 w 9662615"/>
              <a:gd name="connsiteY108" fmla="*/ 1549124 h 1648182"/>
              <a:gd name="connsiteX109" fmla="*/ 472797 w 9662615"/>
              <a:gd name="connsiteY109" fmla="*/ 1568904 h 1648182"/>
              <a:gd name="connsiteX110" fmla="*/ 427864 w 9662615"/>
              <a:gd name="connsiteY110" fmla="*/ 1580848 h 1648182"/>
              <a:gd name="connsiteX111" fmla="*/ 408381 w 9662615"/>
              <a:gd name="connsiteY111" fmla="*/ 1552940 h 1648182"/>
              <a:gd name="connsiteX112" fmla="*/ 267163 w 9662615"/>
              <a:gd name="connsiteY112" fmla="*/ 1531913 h 1648182"/>
              <a:gd name="connsiteX113" fmla="*/ 196644 w 9662615"/>
              <a:gd name="connsiteY113" fmla="*/ 1524565 h 1648182"/>
              <a:gd name="connsiteX114" fmla="*/ 86819 w 9662615"/>
              <a:gd name="connsiteY114" fmla="*/ 1519517 h 1648182"/>
              <a:gd name="connsiteX115" fmla="*/ 53369 w 9662615"/>
              <a:gd name="connsiteY115" fmla="*/ 1516853 h 1648182"/>
              <a:gd name="connsiteX116" fmla="*/ 2359 w 9662615"/>
              <a:gd name="connsiteY116" fmla="*/ 1515247 h 1648182"/>
              <a:gd name="connsiteX117" fmla="*/ 0 w 9662615"/>
              <a:gd name="connsiteY117" fmla="*/ 1514932 h 1648182"/>
              <a:gd name="connsiteX118" fmla="*/ 0 w 9662615"/>
              <a:gd name="connsiteY118" fmla="*/ 0 h 1648182"/>
              <a:gd name="connsiteX0" fmla="*/ 0 w 9662615"/>
              <a:gd name="connsiteY0" fmla="*/ 0 h 1723719"/>
              <a:gd name="connsiteX1" fmla="*/ 9662615 w 9662615"/>
              <a:gd name="connsiteY1" fmla="*/ 0 h 1723719"/>
              <a:gd name="connsiteX2" fmla="*/ 9662615 w 9662615"/>
              <a:gd name="connsiteY2" fmla="*/ 1280346 h 1723719"/>
              <a:gd name="connsiteX3" fmla="*/ 9658420 w 9662615"/>
              <a:gd name="connsiteY3" fmla="*/ 1280106 h 1723719"/>
              <a:gd name="connsiteX4" fmla="*/ 9469546 w 9662615"/>
              <a:gd name="connsiteY4" fmla="*/ 1289837 h 1723719"/>
              <a:gd name="connsiteX5" fmla="*/ 9385895 w 9662615"/>
              <a:gd name="connsiteY5" fmla="*/ 1269203 h 1723719"/>
              <a:gd name="connsiteX6" fmla="*/ 9144767 w 9662615"/>
              <a:gd name="connsiteY6" fmla="*/ 1264120 h 1723719"/>
              <a:gd name="connsiteX7" fmla="*/ 8837252 w 9662615"/>
              <a:gd name="connsiteY7" fmla="*/ 1350515 h 1723719"/>
              <a:gd name="connsiteX8" fmla="*/ 8705466 w 9662615"/>
              <a:gd name="connsiteY8" fmla="*/ 1342419 h 1723719"/>
              <a:gd name="connsiteX9" fmla="*/ 8652221 w 9662615"/>
              <a:gd name="connsiteY9" fmla="*/ 1326906 h 1723719"/>
              <a:gd name="connsiteX10" fmla="*/ 8632312 w 9662615"/>
              <a:gd name="connsiteY10" fmla="*/ 1326025 h 1723719"/>
              <a:gd name="connsiteX11" fmla="*/ 8591582 w 9662615"/>
              <a:gd name="connsiteY11" fmla="*/ 1341666 h 1723719"/>
              <a:gd name="connsiteX12" fmla="*/ 8537336 w 9662615"/>
              <a:gd name="connsiteY12" fmla="*/ 1341684 h 1723719"/>
              <a:gd name="connsiteX13" fmla="*/ 8472508 w 9662615"/>
              <a:gd name="connsiteY13" fmla="*/ 1363109 h 1723719"/>
              <a:gd name="connsiteX14" fmla="*/ 8258477 w 9662615"/>
              <a:gd name="connsiteY14" fmla="*/ 1370666 h 1723719"/>
              <a:gd name="connsiteX15" fmla="*/ 8197961 w 9662615"/>
              <a:gd name="connsiteY15" fmla="*/ 1392804 h 1723719"/>
              <a:gd name="connsiteX16" fmla="*/ 8171196 w 9662615"/>
              <a:gd name="connsiteY16" fmla="*/ 1397216 h 1723719"/>
              <a:gd name="connsiteX17" fmla="*/ 8127667 w 9662615"/>
              <a:gd name="connsiteY17" fmla="*/ 1418254 h 1723719"/>
              <a:gd name="connsiteX18" fmla="*/ 7974579 w 9662615"/>
              <a:gd name="connsiteY18" fmla="*/ 1383439 h 1723719"/>
              <a:gd name="connsiteX19" fmla="*/ 7768351 w 9662615"/>
              <a:gd name="connsiteY19" fmla="*/ 1395051 h 1723719"/>
              <a:gd name="connsiteX20" fmla="*/ 7635985 w 9662615"/>
              <a:gd name="connsiteY20" fmla="*/ 1386363 h 1723719"/>
              <a:gd name="connsiteX21" fmla="*/ 7466069 w 9662615"/>
              <a:gd name="connsiteY21" fmla="*/ 1377654 h 1723719"/>
              <a:gd name="connsiteX22" fmla="*/ 7355642 w 9662615"/>
              <a:gd name="connsiteY22" fmla="*/ 1407761 h 1723719"/>
              <a:gd name="connsiteX23" fmla="*/ 7151610 w 9662615"/>
              <a:gd name="connsiteY23" fmla="*/ 1397856 h 1723719"/>
              <a:gd name="connsiteX24" fmla="*/ 7082147 w 9662615"/>
              <a:gd name="connsiteY24" fmla="*/ 1406113 h 1723719"/>
              <a:gd name="connsiteX25" fmla="*/ 7014958 w 9662615"/>
              <a:gd name="connsiteY25" fmla="*/ 1396883 h 1723719"/>
              <a:gd name="connsiteX26" fmla="*/ 6907567 w 9662615"/>
              <a:gd name="connsiteY26" fmla="*/ 1419149 h 1723719"/>
              <a:gd name="connsiteX27" fmla="*/ 6748428 w 9662615"/>
              <a:gd name="connsiteY27" fmla="*/ 1420308 h 1723719"/>
              <a:gd name="connsiteX28" fmla="*/ 6654257 w 9662615"/>
              <a:gd name="connsiteY28" fmla="*/ 1424143 h 1723719"/>
              <a:gd name="connsiteX29" fmla="*/ 6620123 w 9662615"/>
              <a:gd name="connsiteY29" fmla="*/ 1430535 h 1723719"/>
              <a:gd name="connsiteX30" fmla="*/ 6571355 w 9662615"/>
              <a:gd name="connsiteY30" fmla="*/ 1436144 h 1723719"/>
              <a:gd name="connsiteX31" fmla="*/ 6486557 w 9662615"/>
              <a:gd name="connsiteY31" fmla="*/ 1449861 h 1723719"/>
              <a:gd name="connsiteX32" fmla="*/ 6370419 w 9662615"/>
              <a:gd name="connsiteY32" fmla="*/ 1461649 h 1723719"/>
              <a:gd name="connsiteX33" fmla="*/ 6278839 w 9662615"/>
              <a:gd name="connsiteY33" fmla="*/ 1449160 h 1723719"/>
              <a:gd name="connsiteX34" fmla="*/ 6272455 w 9662615"/>
              <a:gd name="connsiteY34" fmla="*/ 1453191 h 1723719"/>
              <a:gd name="connsiteX35" fmla="*/ 6212659 w 9662615"/>
              <a:gd name="connsiteY35" fmla="*/ 1454850 h 1723719"/>
              <a:gd name="connsiteX36" fmla="*/ 6069317 w 9662615"/>
              <a:gd name="connsiteY36" fmla="*/ 1445838 h 1723719"/>
              <a:gd name="connsiteX37" fmla="*/ 5878477 w 9662615"/>
              <a:gd name="connsiteY37" fmla="*/ 1439180 h 1723719"/>
              <a:gd name="connsiteX38" fmla="*/ 5838387 w 9662615"/>
              <a:gd name="connsiteY38" fmla="*/ 1444679 h 1723719"/>
              <a:gd name="connsiteX39" fmla="*/ 5771136 w 9662615"/>
              <a:gd name="connsiteY39" fmla="*/ 1453639 h 1723719"/>
              <a:gd name="connsiteX40" fmla="*/ 5724081 w 9662615"/>
              <a:gd name="connsiteY40" fmla="*/ 1470431 h 1723719"/>
              <a:gd name="connsiteX41" fmla="*/ 5666577 w 9662615"/>
              <a:gd name="connsiteY41" fmla="*/ 1473921 h 1723719"/>
              <a:gd name="connsiteX42" fmla="*/ 5649068 w 9662615"/>
              <a:gd name="connsiteY42" fmla="*/ 1461676 h 1723719"/>
              <a:gd name="connsiteX43" fmla="*/ 5588902 w 9662615"/>
              <a:gd name="connsiteY43" fmla="*/ 1469647 h 1723719"/>
              <a:gd name="connsiteX44" fmla="*/ 5498090 w 9662615"/>
              <a:gd name="connsiteY44" fmla="*/ 1483173 h 1723719"/>
              <a:gd name="connsiteX45" fmla="*/ 5444641 w 9662615"/>
              <a:gd name="connsiteY45" fmla="*/ 1487602 h 1723719"/>
              <a:gd name="connsiteX46" fmla="*/ 5299812 w 9662615"/>
              <a:gd name="connsiteY46" fmla="*/ 1503362 h 1723719"/>
              <a:gd name="connsiteX47" fmla="*/ 5213947 w 9662615"/>
              <a:gd name="connsiteY47" fmla="*/ 1516637 h 1723719"/>
              <a:gd name="connsiteX48" fmla="*/ 5090342 w 9662615"/>
              <a:gd name="connsiteY48" fmla="*/ 1546680 h 1723719"/>
              <a:gd name="connsiteX49" fmla="*/ 5129812 w 9662615"/>
              <a:gd name="connsiteY49" fmla="*/ 1521277 h 1723719"/>
              <a:gd name="connsiteX50" fmla="*/ 5059484 w 9662615"/>
              <a:gd name="connsiteY50" fmla="*/ 1546802 h 1723719"/>
              <a:gd name="connsiteX51" fmla="*/ 5038524 w 9662615"/>
              <a:gd name="connsiteY51" fmla="*/ 1545675 h 1723719"/>
              <a:gd name="connsiteX52" fmla="*/ 5026564 w 9662615"/>
              <a:gd name="connsiteY52" fmla="*/ 1545376 h 1723719"/>
              <a:gd name="connsiteX53" fmla="*/ 4969433 w 9662615"/>
              <a:gd name="connsiteY53" fmla="*/ 1550865 h 1723719"/>
              <a:gd name="connsiteX54" fmla="*/ 4929254 w 9662615"/>
              <a:gd name="connsiteY54" fmla="*/ 1563452 h 1723719"/>
              <a:gd name="connsiteX55" fmla="*/ 4871726 w 9662615"/>
              <a:gd name="connsiteY55" fmla="*/ 1570584 h 1723719"/>
              <a:gd name="connsiteX56" fmla="*/ 4843267 w 9662615"/>
              <a:gd name="connsiteY56" fmla="*/ 1561459 h 1723719"/>
              <a:gd name="connsiteX57" fmla="*/ 4821058 w 9662615"/>
              <a:gd name="connsiteY57" fmla="*/ 1553078 h 1723719"/>
              <a:gd name="connsiteX58" fmla="*/ 4791466 w 9662615"/>
              <a:gd name="connsiteY58" fmla="*/ 1561324 h 1723719"/>
              <a:gd name="connsiteX59" fmla="*/ 4784247 w 9662615"/>
              <a:gd name="connsiteY59" fmla="*/ 1562342 h 1723719"/>
              <a:gd name="connsiteX60" fmla="*/ 4739309 w 9662615"/>
              <a:gd name="connsiteY60" fmla="*/ 1553948 h 1723719"/>
              <a:gd name="connsiteX61" fmla="*/ 4697562 w 9662615"/>
              <a:gd name="connsiteY61" fmla="*/ 1551206 h 1723719"/>
              <a:gd name="connsiteX62" fmla="*/ 4650737 w 9662615"/>
              <a:gd name="connsiteY62" fmla="*/ 1537381 h 1723719"/>
              <a:gd name="connsiteX63" fmla="*/ 4583150 w 9662615"/>
              <a:gd name="connsiteY63" fmla="*/ 1529064 h 1723719"/>
              <a:gd name="connsiteX64" fmla="*/ 4521734 w 9662615"/>
              <a:gd name="connsiteY64" fmla="*/ 1529359 h 1723719"/>
              <a:gd name="connsiteX65" fmla="*/ 4382398 w 9662615"/>
              <a:gd name="connsiteY65" fmla="*/ 1534108 h 1723719"/>
              <a:gd name="connsiteX66" fmla="*/ 4221826 w 9662615"/>
              <a:gd name="connsiteY66" fmla="*/ 1500972 h 1723719"/>
              <a:gd name="connsiteX67" fmla="*/ 4096601 w 9662615"/>
              <a:gd name="connsiteY67" fmla="*/ 1521563 h 1723719"/>
              <a:gd name="connsiteX68" fmla="*/ 3970635 w 9662615"/>
              <a:gd name="connsiteY68" fmla="*/ 1723719 h 1723719"/>
              <a:gd name="connsiteX69" fmla="*/ 3833906 w 9662615"/>
              <a:gd name="connsiteY69" fmla="*/ 1516637 h 1723719"/>
              <a:gd name="connsiteX70" fmla="*/ 3696258 w 9662615"/>
              <a:gd name="connsiteY70" fmla="*/ 1537563 h 1723719"/>
              <a:gd name="connsiteX71" fmla="*/ 3594070 w 9662615"/>
              <a:gd name="connsiteY71" fmla="*/ 1509422 h 1723719"/>
              <a:gd name="connsiteX72" fmla="*/ 3565233 w 9662615"/>
              <a:gd name="connsiteY72" fmla="*/ 1515122 h 1723719"/>
              <a:gd name="connsiteX73" fmla="*/ 3560267 w 9662615"/>
              <a:gd name="connsiteY73" fmla="*/ 1516288 h 1723719"/>
              <a:gd name="connsiteX74" fmla="*/ 3540258 w 9662615"/>
              <a:gd name="connsiteY74" fmla="*/ 1516976 h 1723719"/>
              <a:gd name="connsiteX75" fmla="*/ 3534780 w 9662615"/>
              <a:gd name="connsiteY75" fmla="*/ 1522141 h 1723719"/>
              <a:gd name="connsiteX76" fmla="*/ 3504783 w 9662615"/>
              <a:gd name="connsiteY76" fmla="*/ 1526739 h 1723719"/>
              <a:gd name="connsiteX77" fmla="*/ 3430805 w 9662615"/>
              <a:gd name="connsiteY77" fmla="*/ 1542521 h 1723719"/>
              <a:gd name="connsiteX78" fmla="*/ 3292707 w 9662615"/>
              <a:gd name="connsiteY78" fmla="*/ 1520490 h 1723719"/>
              <a:gd name="connsiteX79" fmla="*/ 3187872 w 9662615"/>
              <a:gd name="connsiteY79" fmla="*/ 1519991 h 1723719"/>
              <a:gd name="connsiteX80" fmla="*/ 3148026 w 9662615"/>
              <a:gd name="connsiteY80" fmla="*/ 1524777 h 1723719"/>
              <a:gd name="connsiteX81" fmla="*/ 3092394 w 9662615"/>
              <a:gd name="connsiteY81" fmla="*/ 1528115 h 1723719"/>
              <a:gd name="connsiteX82" fmla="*/ 2994200 w 9662615"/>
              <a:gd name="connsiteY82" fmla="*/ 1537857 h 1723719"/>
              <a:gd name="connsiteX83" fmla="*/ 2862301 w 9662615"/>
              <a:gd name="connsiteY83" fmla="*/ 1544250 h 1723719"/>
              <a:gd name="connsiteX84" fmla="*/ 2766335 w 9662615"/>
              <a:gd name="connsiteY84" fmla="*/ 1527662 h 1723719"/>
              <a:gd name="connsiteX85" fmla="*/ 2757836 w 9662615"/>
              <a:gd name="connsiteY85" fmla="*/ 1531371 h 1723719"/>
              <a:gd name="connsiteX86" fmla="*/ 2691555 w 9662615"/>
              <a:gd name="connsiteY86" fmla="*/ 1530283 h 1723719"/>
              <a:gd name="connsiteX87" fmla="*/ 2491676 w 9662615"/>
              <a:gd name="connsiteY87" fmla="*/ 1500859 h 1723719"/>
              <a:gd name="connsiteX88" fmla="*/ 2378036 w 9662615"/>
              <a:gd name="connsiteY88" fmla="*/ 1520645 h 1723719"/>
              <a:gd name="connsiteX89" fmla="*/ 2284269 w 9662615"/>
              <a:gd name="connsiteY89" fmla="*/ 1503068 h 1723719"/>
              <a:gd name="connsiteX90" fmla="*/ 2207104 w 9662615"/>
              <a:gd name="connsiteY90" fmla="*/ 1508888 h 1723719"/>
              <a:gd name="connsiteX91" fmla="*/ 2149226 w 9662615"/>
              <a:gd name="connsiteY91" fmla="*/ 1523409 h 1723719"/>
              <a:gd name="connsiteX92" fmla="*/ 2084783 w 9662615"/>
              <a:gd name="connsiteY92" fmla="*/ 1524245 h 1723719"/>
              <a:gd name="connsiteX93" fmla="*/ 2070075 w 9662615"/>
              <a:gd name="connsiteY93" fmla="*/ 1511285 h 1723719"/>
              <a:gd name="connsiteX94" fmla="*/ 2001057 w 9662615"/>
              <a:gd name="connsiteY94" fmla="*/ 1516449 h 1723719"/>
              <a:gd name="connsiteX95" fmla="*/ 1896330 w 9662615"/>
              <a:gd name="connsiteY95" fmla="*/ 1525725 h 1723719"/>
              <a:gd name="connsiteX96" fmla="*/ 1835994 w 9662615"/>
              <a:gd name="connsiteY96" fmla="*/ 1527678 h 1723719"/>
              <a:gd name="connsiteX97" fmla="*/ 1671119 w 9662615"/>
              <a:gd name="connsiteY97" fmla="*/ 1536701 h 1723719"/>
              <a:gd name="connsiteX98" fmla="*/ 1601337 w 9662615"/>
              <a:gd name="connsiteY98" fmla="*/ 1548552 h 1723719"/>
              <a:gd name="connsiteX99" fmla="*/ 1407755 w 9662615"/>
              <a:gd name="connsiteY99" fmla="*/ 1571444 h 1723719"/>
              <a:gd name="connsiteX100" fmla="*/ 1271994 w 9662615"/>
              <a:gd name="connsiteY100" fmla="*/ 1579471 h 1723719"/>
              <a:gd name="connsiteX101" fmla="*/ 1249226 w 9662615"/>
              <a:gd name="connsiteY101" fmla="*/ 1583140 h 1723719"/>
              <a:gd name="connsiteX102" fmla="*/ 1217719 w 9662615"/>
              <a:gd name="connsiteY102" fmla="*/ 1580863 h 1723719"/>
              <a:gd name="connsiteX103" fmla="*/ 1091432 w 9662615"/>
              <a:gd name="connsiteY103" fmla="*/ 1571003 h 1723719"/>
              <a:gd name="connsiteX104" fmla="*/ 992039 w 9662615"/>
              <a:gd name="connsiteY104" fmla="*/ 1556662 h 1723719"/>
              <a:gd name="connsiteX105" fmla="*/ 868264 w 9662615"/>
              <a:gd name="connsiteY105" fmla="*/ 1566392 h 1723719"/>
              <a:gd name="connsiteX106" fmla="*/ 792765 w 9662615"/>
              <a:gd name="connsiteY106" fmla="*/ 1563102 h 1723719"/>
              <a:gd name="connsiteX107" fmla="*/ 669055 w 9662615"/>
              <a:gd name="connsiteY107" fmla="*/ 1543638 h 1723719"/>
              <a:gd name="connsiteX108" fmla="*/ 506152 w 9662615"/>
              <a:gd name="connsiteY108" fmla="*/ 1549124 h 1723719"/>
              <a:gd name="connsiteX109" fmla="*/ 472797 w 9662615"/>
              <a:gd name="connsiteY109" fmla="*/ 1568904 h 1723719"/>
              <a:gd name="connsiteX110" fmla="*/ 427864 w 9662615"/>
              <a:gd name="connsiteY110" fmla="*/ 1580848 h 1723719"/>
              <a:gd name="connsiteX111" fmla="*/ 408381 w 9662615"/>
              <a:gd name="connsiteY111" fmla="*/ 1552940 h 1723719"/>
              <a:gd name="connsiteX112" fmla="*/ 267163 w 9662615"/>
              <a:gd name="connsiteY112" fmla="*/ 1531913 h 1723719"/>
              <a:gd name="connsiteX113" fmla="*/ 196644 w 9662615"/>
              <a:gd name="connsiteY113" fmla="*/ 1524565 h 1723719"/>
              <a:gd name="connsiteX114" fmla="*/ 86819 w 9662615"/>
              <a:gd name="connsiteY114" fmla="*/ 1519517 h 1723719"/>
              <a:gd name="connsiteX115" fmla="*/ 53369 w 9662615"/>
              <a:gd name="connsiteY115" fmla="*/ 1516853 h 1723719"/>
              <a:gd name="connsiteX116" fmla="*/ 2359 w 9662615"/>
              <a:gd name="connsiteY116" fmla="*/ 1515247 h 1723719"/>
              <a:gd name="connsiteX117" fmla="*/ 0 w 9662615"/>
              <a:gd name="connsiteY117" fmla="*/ 1514932 h 1723719"/>
              <a:gd name="connsiteX118" fmla="*/ 0 w 9662615"/>
              <a:gd name="connsiteY118" fmla="*/ 0 h 1723719"/>
              <a:gd name="connsiteX0" fmla="*/ 0 w 9662615"/>
              <a:gd name="connsiteY0" fmla="*/ 0 h 1583140"/>
              <a:gd name="connsiteX1" fmla="*/ 9662615 w 9662615"/>
              <a:gd name="connsiteY1" fmla="*/ 0 h 1583140"/>
              <a:gd name="connsiteX2" fmla="*/ 9662615 w 9662615"/>
              <a:gd name="connsiteY2" fmla="*/ 1280346 h 1583140"/>
              <a:gd name="connsiteX3" fmla="*/ 9658420 w 9662615"/>
              <a:gd name="connsiteY3" fmla="*/ 1280106 h 1583140"/>
              <a:gd name="connsiteX4" fmla="*/ 9469546 w 9662615"/>
              <a:gd name="connsiteY4" fmla="*/ 1289837 h 1583140"/>
              <a:gd name="connsiteX5" fmla="*/ 9385895 w 9662615"/>
              <a:gd name="connsiteY5" fmla="*/ 1269203 h 1583140"/>
              <a:gd name="connsiteX6" fmla="*/ 9144767 w 9662615"/>
              <a:gd name="connsiteY6" fmla="*/ 1264120 h 1583140"/>
              <a:gd name="connsiteX7" fmla="*/ 8837252 w 9662615"/>
              <a:gd name="connsiteY7" fmla="*/ 1350515 h 1583140"/>
              <a:gd name="connsiteX8" fmla="*/ 8705466 w 9662615"/>
              <a:gd name="connsiteY8" fmla="*/ 1342419 h 1583140"/>
              <a:gd name="connsiteX9" fmla="*/ 8652221 w 9662615"/>
              <a:gd name="connsiteY9" fmla="*/ 1326906 h 1583140"/>
              <a:gd name="connsiteX10" fmla="*/ 8632312 w 9662615"/>
              <a:gd name="connsiteY10" fmla="*/ 1326025 h 1583140"/>
              <a:gd name="connsiteX11" fmla="*/ 8591582 w 9662615"/>
              <a:gd name="connsiteY11" fmla="*/ 1341666 h 1583140"/>
              <a:gd name="connsiteX12" fmla="*/ 8537336 w 9662615"/>
              <a:gd name="connsiteY12" fmla="*/ 1341684 h 1583140"/>
              <a:gd name="connsiteX13" fmla="*/ 8472508 w 9662615"/>
              <a:gd name="connsiteY13" fmla="*/ 1363109 h 1583140"/>
              <a:gd name="connsiteX14" fmla="*/ 8258477 w 9662615"/>
              <a:gd name="connsiteY14" fmla="*/ 1370666 h 1583140"/>
              <a:gd name="connsiteX15" fmla="*/ 8197961 w 9662615"/>
              <a:gd name="connsiteY15" fmla="*/ 1392804 h 1583140"/>
              <a:gd name="connsiteX16" fmla="*/ 8171196 w 9662615"/>
              <a:gd name="connsiteY16" fmla="*/ 1397216 h 1583140"/>
              <a:gd name="connsiteX17" fmla="*/ 8127667 w 9662615"/>
              <a:gd name="connsiteY17" fmla="*/ 1418254 h 1583140"/>
              <a:gd name="connsiteX18" fmla="*/ 7974579 w 9662615"/>
              <a:gd name="connsiteY18" fmla="*/ 1383439 h 1583140"/>
              <a:gd name="connsiteX19" fmla="*/ 7768351 w 9662615"/>
              <a:gd name="connsiteY19" fmla="*/ 1395051 h 1583140"/>
              <a:gd name="connsiteX20" fmla="*/ 7635985 w 9662615"/>
              <a:gd name="connsiteY20" fmla="*/ 1386363 h 1583140"/>
              <a:gd name="connsiteX21" fmla="*/ 7466069 w 9662615"/>
              <a:gd name="connsiteY21" fmla="*/ 1377654 h 1583140"/>
              <a:gd name="connsiteX22" fmla="*/ 7355642 w 9662615"/>
              <a:gd name="connsiteY22" fmla="*/ 1407761 h 1583140"/>
              <a:gd name="connsiteX23" fmla="*/ 7151610 w 9662615"/>
              <a:gd name="connsiteY23" fmla="*/ 1397856 h 1583140"/>
              <a:gd name="connsiteX24" fmla="*/ 7082147 w 9662615"/>
              <a:gd name="connsiteY24" fmla="*/ 1406113 h 1583140"/>
              <a:gd name="connsiteX25" fmla="*/ 7014958 w 9662615"/>
              <a:gd name="connsiteY25" fmla="*/ 1396883 h 1583140"/>
              <a:gd name="connsiteX26" fmla="*/ 6907567 w 9662615"/>
              <a:gd name="connsiteY26" fmla="*/ 1419149 h 1583140"/>
              <a:gd name="connsiteX27" fmla="*/ 6748428 w 9662615"/>
              <a:gd name="connsiteY27" fmla="*/ 1420308 h 1583140"/>
              <a:gd name="connsiteX28" fmla="*/ 6654257 w 9662615"/>
              <a:gd name="connsiteY28" fmla="*/ 1424143 h 1583140"/>
              <a:gd name="connsiteX29" fmla="*/ 6620123 w 9662615"/>
              <a:gd name="connsiteY29" fmla="*/ 1430535 h 1583140"/>
              <a:gd name="connsiteX30" fmla="*/ 6571355 w 9662615"/>
              <a:gd name="connsiteY30" fmla="*/ 1436144 h 1583140"/>
              <a:gd name="connsiteX31" fmla="*/ 6486557 w 9662615"/>
              <a:gd name="connsiteY31" fmla="*/ 1449861 h 1583140"/>
              <a:gd name="connsiteX32" fmla="*/ 6370419 w 9662615"/>
              <a:gd name="connsiteY32" fmla="*/ 1461649 h 1583140"/>
              <a:gd name="connsiteX33" fmla="*/ 6278839 w 9662615"/>
              <a:gd name="connsiteY33" fmla="*/ 1449160 h 1583140"/>
              <a:gd name="connsiteX34" fmla="*/ 6272455 w 9662615"/>
              <a:gd name="connsiteY34" fmla="*/ 1453191 h 1583140"/>
              <a:gd name="connsiteX35" fmla="*/ 6212659 w 9662615"/>
              <a:gd name="connsiteY35" fmla="*/ 1454850 h 1583140"/>
              <a:gd name="connsiteX36" fmla="*/ 6069317 w 9662615"/>
              <a:gd name="connsiteY36" fmla="*/ 1445838 h 1583140"/>
              <a:gd name="connsiteX37" fmla="*/ 5878477 w 9662615"/>
              <a:gd name="connsiteY37" fmla="*/ 1439180 h 1583140"/>
              <a:gd name="connsiteX38" fmla="*/ 5838387 w 9662615"/>
              <a:gd name="connsiteY38" fmla="*/ 1444679 h 1583140"/>
              <a:gd name="connsiteX39" fmla="*/ 5771136 w 9662615"/>
              <a:gd name="connsiteY39" fmla="*/ 1453639 h 1583140"/>
              <a:gd name="connsiteX40" fmla="*/ 5724081 w 9662615"/>
              <a:gd name="connsiteY40" fmla="*/ 1470431 h 1583140"/>
              <a:gd name="connsiteX41" fmla="*/ 5666577 w 9662615"/>
              <a:gd name="connsiteY41" fmla="*/ 1473921 h 1583140"/>
              <a:gd name="connsiteX42" fmla="*/ 5649068 w 9662615"/>
              <a:gd name="connsiteY42" fmla="*/ 1461676 h 1583140"/>
              <a:gd name="connsiteX43" fmla="*/ 5588902 w 9662615"/>
              <a:gd name="connsiteY43" fmla="*/ 1469647 h 1583140"/>
              <a:gd name="connsiteX44" fmla="*/ 5498090 w 9662615"/>
              <a:gd name="connsiteY44" fmla="*/ 1483173 h 1583140"/>
              <a:gd name="connsiteX45" fmla="*/ 5444641 w 9662615"/>
              <a:gd name="connsiteY45" fmla="*/ 1487602 h 1583140"/>
              <a:gd name="connsiteX46" fmla="*/ 5299812 w 9662615"/>
              <a:gd name="connsiteY46" fmla="*/ 1503362 h 1583140"/>
              <a:gd name="connsiteX47" fmla="*/ 5213947 w 9662615"/>
              <a:gd name="connsiteY47" fmla="*/ 1516637 h 1583140"/>
              <a:gd name="connsiteX48" fmla="*/ 5090342 w 9662615"/>
              <a:gd name="connsiteY48" fmla="*/ 1546680 h 1583140"/>
              <a:gd name="connsiteX49" fmla="*/ 5129812 w 9662615"/>
              <a:gd name="connsiteY49" fmla="*/ 1521277 h 1583140"/>
              <a:gd name="connsiteX50" fmla="*/ 5059484 w 9662615"/>
              <a:gd name="connsiteY50" fmla="*/ 1546802 h 1583140"/>
              <a:gd name="connsiteX51" fmla="*/ 5038524 w 9662615"/>
              <a:gd name="connsiteY51" fmla="*/ 1545675 h 1583140"/>
              <a:gd name="connsiteX52" fmla="*/ 5026564 w 9662615"/>
              <a:gd name="connsiteY52" fmla="*/ 1545376 h 1583140"/>
              <a:gd name="connsiteX53" fmla="*/ 4969433 w 9662615"/>
              <a:gd name="connsiteY53" fmla="*/ 1550865 h 1583140"/>
              <a:gd name="connsiteX54" fmla="*/ 4929254 w 9662615"/>
              <a:gd name="connsiteY54" fmla="*/ 1563452 h 1583140"/>
              <a:gd name="connsiteX55" fmla="*/ 4871726 w 9662615"/>
              <a:gd name="connsiteY55" fmla="*/ 1570584 h 1583140"/>
              <a:gd name="connsiteX56" fmla="*/ 4843267 w 9662615"/>
              <a:gd name="connsiteY56" fmla="*/ 1561459 h 1583140"/>
              <a:gd name="connsiteX57" fmla="*/ 4821058 w 9662615"/>
              <a:gd name="connsiteY57" fmla="*/ 1553078 h 1583140"/>
              <a:gd name="connsiteX58" fmla="*/ 4791466 w 9662615"/>
              <a:gd name="connsiteY58" fmla="*/ 1561324 h 1583140"/>
              <a:gd name="connsiteX59" fmla="*/ 4784247 w 9662615"/>
              <a:gd name="connsiteY59" fmla="*/ 1562342 h 1583140"/>
              <a:gd name="connsiteX60" fmla="*/ 4739309 w 9662615"/>
              <a:gd name="connsiteY60" fmla="*/ 1553948 h 1583140"/>
              <a:gd name="connsiteX61" fmla="*/ 4697562 w 9662615"/>
              <a:gd name="connsiteY61" fmla="*/ 1551206 h 1583140"/>
              <a:gd name="connsiteX62" fmla="*/ 4650737 w 9662615"/>
              <a:gd name="connsiteY62" fmla="*/ 1537381 h 1583140"/>
              <a:gd name="connsiteX63" fmla="*/ 4583150 w 9662615"/>
              <a:gd name="connsiteY63" fmla="*/ 1529064 h 1583140"/>
              <a:gd name="connsiteX64" fmla="*/ 4521734 w 9662615"/>
              <a:gd name="connsiteY64" fmla="*/ 1529359 h 1583140"/>
              <a:gd name="connsiteX65" fmla="*/ 4382398 w 9662615"/>
              <a:gd name="connsiteY65" fmla="*/ 1534108 h 1583140"/>
              <a:gd name="connsiteX66" fmla="*/ 4221826 w 9662615"/>
              <a:gd name="connsiteY66" fmla="*/ 1500972 h 1583140"/>
              <a:gd name="connsiteX67" fmla="*/ 4096601 w 9662615"/>
              <a:gd name="connsiteY67" fmla="*/ 1521563 h 1583140"/>
              <a:gd name="connsiteX68" fmla="*/ 4002441 w 9662615"/>
              <a:gd name="connsiteY68" fmla="*/ 1528912 h 1583140"/>
              <a:gd name="connsiteX69" fmla="*/ 3833906 w 9662615"/>
              <a:gd name="connsiteY69" fmla="*/ 1516637 h 1583140"/>
              <a:gd name="connsiteX70" fmla="*/ 3696258 w 9662615"/>
              <a:gd name="connsiteY70" fmla="*/ 1537563 h 1583140"/>
              <a:gd name="connsiteX71" fmla="*/ 3594070 w 9662615"/>
              <a:gd name="connsiteY71" fmla="*/ 1509422 h 1583140"/>
              <a:gd name="connsiteX72" fmla="*/ 3565233 w 9662615"/>
              <a:gd name="connsiteY72" fmla="*/ 1515122 h 1583140"/>
              <a:gd name="connsiteX73" fmla="*/ 3560267 w 9662615"/>
              <a:gd name="connsiteY73" fmla="*/ 1516288 h 1583140"/>
              <a:gd name="connsiteX74" fmla="*/ 3540258 w 9662615"/>
              <a:gd name="connsiteY74" fmla="*/ 1516976 h 1583140"/>
              <a:gd name="connsiteX75" fmla="*/ 3534780 w 9662615"/>
              <a:gd name="connsiteY75" fmla="*/ 1522141 h 1583140"/>
              <a:gd name="connsiteX76" fmla="*/ 3504783 w 9662615"/>
              <a:gd name="connsiteY76" fmla="*/ 1526739 h 1583140"/>
              <a:gd name="connsiteX77" fmla="*/ 3430805 w 9662615"/>
              <a:gd name="connsiteY77" fmla="*/ 1542521 h 1583140"/>
              <a:gd name="connsiteX78" fmla="*/ 3292707 w 9662615"/>
              <a:gd name="connsiteY78" fmla="*/ 1520490 h 1583140"/>
              <a:gd name="connsiteX79" fmla="*/ 3187872 w 9662615"/>
              <a:gd name="connsiteY79" fmla="*/ 1519991 h 1583140"/>
              <a:gd name="connsiteX80" fmla="*/ 3148026 w 9662615"/>
              <a:gd name="connsiteY80" fmla="*/ 1524777 h 1583140"/>
              <a:gd name="connsiteX81" fmla="*/ 3092394 w 9662615"/>
              <a:gd name="connsiteY81" fmla="*/ 1528115 h 1583140"/>
              <a:gd name="connsiteX82" fmla="*/ 2994200 w 9662615"/>
              <a:gd name="connsiteY82" fmla="*/ 1537857 h 1583140"/>
              <a:gd name="connsiteX83" fmla="*/ 2862301 w 9662615"/>
              <a:gd name="connsiteY83" fmla="*/ 1544250 h 1583140"/>
              <a:gd name="connsiteX84" fmla="*/ 2766335 w 9662615"/>
              <a:gd name="connsiteY84" fmla="*/ 1527662 h 1583140"/>
              <a:gd name="connsiteX85" fmla="*/ 2757836 w 9662615"/>
              <a:gd name="connsiteY85" fmla="*/ 1531371 h 1583140"/>
              <a:gd name="connsiteX86" fmla="*/ 2691555 w 9662615"/>
              <a:gd name="connsiteY86" fmla="*/ 1530283 h 1583140"/>
              <a:gd name="connsiteX87" fmla="*/ 2491676 w 9662615"/>
              <a:gd name="connsiteY87" fmla="*/ 1500859 h 1583140"/>
              <a:gd name="connsiteX88" fmla="*/ 2378036 w 9662615"/>
              <a:gd name="connsiteY88" fmla="*/ 1520645 h 1583140"/>
              <a:gd name="connsiteX89" fmla="*/ 2284269 w 9662615"/>
              <a:gd name="connsiteY89" fmla="*/ 1503068 h 1583140"/>
              <a:gd name="connsiteX90" fmla="*/ 2207104 w 9662615"/>
              <a:gd name="connsiteY90" fmla="*/ 1508888 h 1583140"/>
              <a:gd name="connsiteX91" fmla="*/ 2149226 w 9662615"/>
              <a:gd name="connsiteY91" fmla="*/ 1523409 h 1583140"/>
              <a:gd name="connsiteX92" fmla="*/ 2084783 w 9662615"/>
              <a:gd name="connsiteY92" fmla="*/ 1524245 h 1583140"/>
              <a:gd name="connsiteX93" fmla="*/ 2070075 w 9662615"/>
              <a:gd name="connsiteY93" fmla="*/ 1511285 h 1583140"/>
              <a:gd name="connsiteX94" fmla="*/ 2001057 w 9662615"/>
              <a:gd name="connsiteY94" fmla="*/ 1516449 h 1583140"/>
              <a:gd name="connsiteX95" fmla="*/ 1896330 w 9662615"/>
              <a:gd name="connsiteY95" fmla="*/ 1525725 h 1583140"/>
              <a:gd name="connsiteX96" fmla="*/ 1835994 w 9662615"/>
              <a:gd name="connsiteY96" fmla="*/ 1527678 h 1583140"/>
              <a:gd name="connsiteX97" fmla="*/ 1671119 w 9662615"/>
              <a:gd name="connsiteY97" fmla="*/ 1536701 h 1583140"/>
              <a:gd name="connsiteX98" fmla="*/ 1601337 w 9662615"/>
              <a:gd name="connsiteY98" fmla="*/ 1548552 h 1583140"/>
              <a:gd name="connsiteX99" fmla="*/ 1407755 w 9662615"/>
              <a:gd name="connsiteY99" fmla="*/ 1571444 h 1583140"/>
              <a:gd name="connsiteX100" fmla="*/ 1271994 w 9662615"/>
              <a:gd name="connsiteY100" fmla="*/ 1579471 h 1583140"/>
              <a:gd name="connsiteX101" fmla="*/ 1249226 w 9662615"/>
              <a:gd name="connsiteY101" fmla="*/ 1583140 h 1583140"/>
              <a:gd name="connsiteX102" fmla="*/ 1217719 w 9662615"/>
              <a:gd name="connsiteY102" fmla="*/ 1580863 h 1583140"/>
              <a:gd name="connsiteX103" fmla="*/ 1091432 w 9662615"/>
              <a:gd name="connsiteY103" fmla="*/ 1571003 h 1583140"/>
              <a:gd name="connsiteX104" fmla="*/ 992039 w 9662615"/>
              <a:gd name="connsiteY104" fmla="*/ 1556662 h 1583140"/>
              <a:gd name="connsiteX105" fmla="*/ 868264 w 9662615"/>
              <a:gd name="connsiteY105" fmla="*/ 1566392 h 1583140"/>
              <a:gd name="connsiteX106" fmla="*/ 792765 w 9662615"/>
              <a:gd name="connsiteY106" fmla="*/ 1563102 h 1583140"/>
              <a:gd name="connsiteX107" fmla="*/ 669055 w 9662615"/>
              <a:gd name="connsiteY107" fmla="*/ 1543638 h 1583140"/>
              <a:gd name="connsiteX108" fmla="*/ 506152 w 9662615"/>
              <a:gd name="connsiteY108" fmla="*/ 1549124 h 1583140"/>
              <a:gd name="connsiteX109" fmla="*/ 472797 w 9662615"/>
              <a:gd name="connsiteY109" fmla="*/ 1568904 h 1583140"/>
              <a:gd name="connsiteX110" fmla="*/ 427864 w 9662615"/>
              <a:gd name="connsiteY110" fmla="*/ 1580848 h 1583140"/>
              <a:gd name="connsiteX111" fmla="*/ 408381 w 9662615"/>
              <a:gd name="connsiteY111" fmla="*/ 1552940 h 1583140"/>
              <a:gd name="connsiteX112" fmla="*/ 267163 w 9662615"/>
              <a:gd name="connsiteY112" fmla="*/ 1531913 h 1583140"/>
              <a:gd name="connsiteX113" fmla="*/ 196644 w 9662615"/>
              <a:gd name="connsiteY113" fmla="*/ 1524565 h 1583140"/>
              <a:gd name="connsiteX114" fmla="*/ 86819 w 9662615"/>
              <a:gd name="connsiteY114" fmla="*/ 1519517 h 1583140"/>
              <a:gd name="connsiteX115" fmla="*/ 53369 w 9662615"/>
              <a:gd name="connsiteY115" fmla="*/ 1516853 h 1583140"/>
              <a:gd name="connsiteX116" fmla="*/ 2359 w 9662615"/>
              <a:gd name="connsiteY116" fmla="*/ 1515247 h 1583140"/>
              <a:gd name="connsiteX117" fmla="*/ 0 w 9662615"/>
              <a:gd name="connsiteY117" fmla="*/ 1514932 h 1583140"/>
              <a:gd name="connsiteX118" fmla="*/ 0 w 9662615"/>
              <a:gd name="connsiteY118" fmla="*/ 0 h 1583140"/>
              <a:gd name="connsiteX0" fmla="*/ 0 w 9662615"/>
              <a:gd name="connsiteY0" fmla="*/ 0 h 1583140"/>
              <a:gd name="connsiteX1" fmla="*/ 9662615 w 9662615"/>
              <a:gd name="connsiteY1" fmla="*/ 0 h 1583140"/>
              <a:gd name="connsiteX2" fmla="*/ 9662615 w 9662615"/>
              <a:gd name="connsiteY2" fmla="*/ 1280346 h 1583140"/>
              <a:gd name="connsiteX3" fmla="*/ 9658420 w 9662615"/>
              <a:gd name="connsiteY3" fmla="*/ 1280106 h 1583140"/>
              <a:gd name="connsiteX4" fmla="*/ 9469546 w 9662615"/>
              <a:gd name="connsiteY4" fmla="*/ 1289837 h 1583140"/>
              <a:gd name="connsiteX5" fmla="*/ 9385895 w 9662615"/>
              <a:gd name="connsiteY5" fmla="*/ 1269203 h 1583140"/>
              <a:gd name="connsiteX6" fmla="*/ 9144767 w 9662615"/>
              <a:gd name="connsiteY6" fmla="*/ 1264120 h 1583140"/>
              <a:gd name="connsiteX7" fmla="*/ 8837252 w 9662615"/>
              <a:gd name="connsiteY7" fmla="*/ 1350515 h 1583140"/>
              <a:gd name="connsiteX8" fmla="*/ 8705466 w 9662615"/>
              <a:gd name="connsiteY8" fmla="*/ 1342419 h 1583140"/>
              <a:gd name="connsiteX9" fmla="*/ 8652221 w 9662615"/>
              <a:gd name="connsiteY9" fmla="*/ 1326906 h 1583140"/>
              <a:gd name="connsiteX10" fmla="*/ 8632312 w 9662615"/>
              <a:gd name="connsiteY10" fmla="*/ 1326025 h 1583140"/>
              <a:gd name="connsiteX11" fmla="*/ 8591582 w 9662615"/>
              <a:gd name="connsiteY11" fmla="*/ 1341666 h 1583140"/>
              <a:gd name="connsiteX12" fmla="*/ 8537336 w 9662615"/>
              <a:gd name="connsiteY12" fmla="*/ 1341684 h 1583140"/>
              <a:gd name="connsiteX13" fmla="*/ 8472508 w 9662615"/>
              <a:gd name="connsiteY13" fmla="*/ 1363109 h 1583140"/>
              <a:gd name="connsiteX14" fmla="*/ 8258477 w 9662615"/>
              <a:gd name="connsiteY14" fmla="*/ 1370666 h 1583140"/>
              <a:gd name="connsiteX15" fmla="*/ 8197961 w 9662615"/>
              <a:gd name="connsiteY15" fmla="*/ 1392804 h 1583140"/>
              <a:gd name="connsiteX16" fmla="*/ 8171196 w 9662615"/>
              <a:gd name="connsiteY16" fmla="*/ 1397216 h 1583140"/>
              <a:gd name="connsiteX17" fmla="*/ 8127667 w 9662615"/>
              <a:gd name="connsiteY17" fmla="*/ 1418254 h 1583140"/>
              <a:gd name="connsiteX18" fmla="*/ 7974579 w 9662615"/>
              <a:gd name="connsiteY18" fmla="*/ 1383439 h 1583140"/>
              <a:gd name="connsiteX19" fmla="*/ 7768351 w 9662615"/>
              <a:gd name="connsiteY19" fmla="*/ 1395051 h 1583140"/>
              <a:gd name="connsiteX20" fmla="*/ 7635985 w 9662615"/>
              <a:gd name="connsiteY20" fmla="*/ 1386363 h 1583140"/>
              <a:gd name="connsiteX21" fmla="*/ 7466069 w 9662615"/>
              <a:gd name="connsiteY21" fmla="*/ 1377654 h 1583140"/>
              <a:gd name="connsiteX22" fmla="*/ 7355642 w 9662615"/>
              <a:gd name="connsiteY22" fmla="*/ 1407761 h 1583140"/>
              <a:gd name="connsiteX23" fmla="*/ 7151610 w 9662615"/>
              <a:gd name="connsiteY23" fmla="*/ 1397856 h 1583140"/>
              <a:gd name="connsiteX24" fmla="*/ 7082147 w 9662615"/>
              <a:gd name="connsiteY24" fmla="*/ 1406113 h 1583140"/>
              <a:gd name="connsiteX25" fmla="*/ 7014958 w 9662615"/>
              <a:gd name="connsiteY25" fmla="*/ 1396883 h 1583140"/>
              <a:gd name="connsiteX26" fmla="*/ 6907567 w 9662615"/>
              <a:gd name="connsiteY26" fmla="*/ 1419149 h 1583140"/>
              <a:gd name="connsiteX27" fmla="*/ 6748428 w 9662615"/>
              <a:gd name="connsiteY27" fmla="*/ 1420308 h 1583140"/>
              <a:gd name="connsiteX28" fmla="*/ 6654257 w 9662615"/>
              <a:gd name="connsiteY28" fmla="*/ 1424143 h 1583140"/>
              <a:gd name="connsiteX29" fmla="*/ 6620123 w 9662615"/>
              <a:gd name="connsiteY29" fmla="*/ 1430535 h 1583140"/>
              <a:gd name="connsiteX30" fmla="*/ 6571355 w 9662615"/>
              <a:gd name="connsiteY30" fmla="*/ 1436144 h 1583140"/>
              <a:gd name="connsiteX31" fmla="*/ 6486557 w 9662615"/>
              <a:gd name="connsiteY31" fmla="*/ 1449861 h 1583140"/>
              <a:gd name="connsiteX32" fmla="*/ 6370419 w 9662615"/>
              <a:gd name="connsiteY32" fmla="*/ 1461649 h 1583140"/>
              <a:gd name="connsiteX33" fmla="*/ 6278839 w 9662615"/>
              <a:gd name="connsiteY33" fmla="*/ 1449160 h 1583140"/>
              <a:gd name="connsiteX34" fmla="*/ 6272455 w 9662615"/>
              <a:gd name="connsiteY34" fmla="*/ 1453191 h 1583140"/>
              <a:gd name="connsiteX35" fmla="*/ 6212659 w 9662615"/>
              <a:gd name="connsiteY35" fmla="*/ 1454850 h 1583140"/>
              <a:gd name="connsiteX36" fmla="*/ 6069317 w 9662615"/>
              <a:gd name="connsiteY36" fmla="*/ 1445838 h 1583140"/>
              <a:gd name="connsiteX37" fmla="*/ 5878477 w 9662615"/>
              <a:gd name="connsiteY37" fmla="*/ 1439180 h 1583140"/>
              <a:gd name="connsiteX38" fmla="*/ 5838387 w 9662615"/>
              <a:gd name="connsiteY38" fmla="*/ 1444679 h 1583140"/>
              <a:gd name="connsiteX39" fmla="*/ 5771136 w 9662615"/>
              <a:gd name="connsiteY39" fmla="*/ 1453639 h 1583140"/>
              <a:gd name="connsiteX40" fmla="*/ 5724081 w 9662615"/>
              <a:gd name="connsiteY40" fmla="*/ 1470431 h 1583140"/>
              <a:gd name="connsiteX41" fmla="*/ 5666577 w 9662615"/>
              <a:gd name="connsiteY41" fmla="*/ 1473921 h 1583140"/>
              <a:gd name="connsiteX42" fmla="*/ 5649068 w 9662615"/>
              <a:gd name="connsiteY42" fmla="*/ 1461676 h 1583140"/>
              <a:gd name="connsiteX43" fmla="*/ 5588902 w 9662615"/>
              <a:gd name="connsiteY43" fmla="*/ 1469647 h 1583140"/>
              <a:gd name="connsiteX44" fmla="*/ 5498090 w 9662615"/>
              <a:gd name="connsiteY44" fmla="*/ 1483173 h 1583140"/>
              <a:gd name="connsiteX45" fmla="*/ 5444641 w 9662615"/>
              <a:gd name="connsiteY45" fmla="*/ 1487602 h 1583140"/>
              <a:gd name="connsiteX46" fmla="*/ 5299812 w 9662615"/>
              <a:gd name="connsiteY46" fmla="*/ 1503362 h 1583140"/>
              <a:gd name="connsiteX47" fmla="*/ 5213947 w 9662615"/>
              <a:gd name="connsiteY47" fmla="*/ 1516637 h 1583140"/>
              <a:gd name="connsiteX48" fmla="*/ 5090342 w 9662615"/>
              <a:gd name="connsiteY48" fmla="*/ 1546680 h 1583140"/>
              <a:gd name="connsiteX49" fmla="*/ 5129812 w 9662615"/>
              <a:gd name="connsiteY49" fmla="*/ 1521277 h 1583140"/>
              <a:gd name="connsiteX50" fmla="*/ 5059484 w 9662615"/>
              <a:gd name="connsiteY50" fmla="*/ 1546802 h 1583140"/>
              <a:gd name="connsiteX51" fmla="*/ 5038524 w 9662615"/>
              <a:gd name="connsiteY51" fmla="*/ 1545675 h 1583140"/>
              <a:gd name="connsiteX52" fmla="*/ 5026564 w 9662615"/>
              <a:gd name="connsiteY52" fmla="*/ 1545376 h 1583140"/>
              <a:gd name="connsiteX53" fmla="*/ 4969433 w 9662615"/>
              <a:gd name="connsiteY53" fmla="*/ 1550865 h 1583140"/>
              <a:gd name="connsiteX54" fmla="*/ 4929254 w 9662615"/>
              <a:gd name="connsiteY54" fmla="*/ 1563452 h 1583140"/>
              <a:gd name="connsiteX55" fmla="*/ 4871726 w 9662615"/>
              <a:gd name="connsiteY55" fmla="*/ 1570584 h 1583140"/>
              <a:gd name="connsiteX56" fmla="*/ 4843267 w 9662615"/>
              <a:gd name="connsiteY56" fmla="*/ 1561459 h 1583140"/>
              <a:gd name="connsiteX57" fmla="*/ 4821058 w 9662615"/>
              <a:gd name="connsiteY57" fmla="*/ 1553078 h 1583140"/>
              <a:gd name="connsiteX58" fmla="*/ 4791466 w 9662615"/>
              <a:gd name="connsiteY58" fmla="*/ 1561324 h 1583140"/>
              <a:gd name="connsiteX59" fmla="*/ 4784247 w 9662615"/>
              <a:gd name="connsiteY59" fmla="*/ 1562342 h 1583140"/>
              <a:gd name="connsiteX60" fmla="*/ 4739309 w 9662615"/>
              <a:gd name="connsiteY60" fmla="*/ 1553948 h 1583140"/>
              <a:gd name="connsiteX61" fmla="*/ 4697562 w 9662615"/>
              <a:gd name="connsiteY61" fmla="*/ 1551206 h 1583140"/>
              <a:gd name="connsiteX62" fmla="*/ 4650737 w 9662615"/>
              <a:gd name="connsiteY62" fmla="*/ 1537381 h 1583140"/>
              <a:gd name="connsiteX63" fmla="*/ 4583150 w 9662615"/>
              <a:gd name="connsiteY63" fmla="*/ 1529064 h 1583140"/>
              <a:gd name="connsiteX64" fmla="*/ 4521734 w 9662615"/>
              <a:gd name="connsiteY64" fmla="*/ 1529359 h 1583140"/>
              <a:gd name="connsiteX65" fmla="*/ 4382398 w 9662615"/>
              <a:gd name="connsiteY65" fmla="*/ 1534108 h 1583140"/>
              <a:gd name="connsiteX66" fmla="*/ 4221826 w 9662615"/>
              <a:gd name="connsiteY66" fmla="*/ 1500972 h 1583140"/>
              <a:gd name="connsiteX67" fmla="*/ 4096601 w 9662615"/>
              <a:gd name="connsiteY67" fmla="*/ 1521563 h 1583140"/>
              <a:gd name="connsiteX68" fmla="*/ 4002441 w 9662615"/>
              <a:gd name="connsiteY68" fmla="*/ 1528912 h 1583140"/>
              <a:gd name="connsiteX69" fmla="*/ 3833906 w 9662615"/>
              <a:gd name="connsiteY69" fmla="*/ 1516637 h 1583140"/>
              <a:gd name="connsiteX70" fmla="*/ 3696258 w 9662615"/>
              <a:gd name="connsiteY70" fmla="*/ 1537563 h 1583140"/>
              <a:gd name="connsiteX71" fmla="*/ 3594070 w 9662615"/>
              <a:gd name="connsiteY71" fmla="*/ 1509422 h 1583140"/>
              <a:gd name="connsiteX72" fmla="*/ 3565233 w 9662615"/>
              <a:gd name="connsiteY72" fmla="*/ 1515122 h 1583140"/>
              <a:gd name="connsiteX73" fmla="*/ 3560267 w 9662615"/>
              <a:gd name="connsiteY73" fmla="*/ 1516288 h 1583140"/>
              <a:gd name="connsiteX74" fmla="*/ 3540258 w 9662615"/>
              <a:gd name="connsiteY74" fmla="*/ 1516976 h 1583140"/>
              <a:gd name="connsiteX75" fmla="*/ 3534780 w 9662615"/>
              <a:gd name="connsiteY75" fmla="*/ 1522141 h 1583140"/>
              <a:gd name="connsiteX76" fmla="*/ 3504783 w 9662615"/>
              <a:gd name="connsiteY76" fmla="*/ 1526739 h 1583140"/>
              <a:gd name="connsiteX77" fmla="*/ 3430805 w 9662615"/>
              <a:gd name="connsiteY77" fmla="*/ 1542521 h 1583140"/>
              <a:gd name="connsiteX78" fmla="*/ 3292707 w 9662615"/>
              <a:gd name="connsiteY78" fmla="*/ 1520490 h 1583140"/>
              <a:gd name="connsiteX79" fmla="*/ 3187872 w 9662615"/>
              <a:gd name="connsiteY79" fmla="*/ 1519991 h 1583140"/>
              <a:gd name="connsiteX80" fmla="*/ 3148026 w 9662615"/>
              <a:gd name="connsiteY80" fmla="*/ 1524777 h 1583140"/>
              <a:gd name="connsiteX81" fmla="*/ 3092394 w 9662615"/>
              <a:gd name="connsiteY81" fmla="*/ 1528115 h 1583140"/>
              <a:gd name="connsiteX82" fmla="*/ 2994200 w 9662615"/>
              <a:gd name="connsiteY82" fmla="*/ 1537857 h 1583140"/>
              <a:gd name="connsiteX83" fmla="*/ 2862301 w 9662615"/>
              <a:gd name="connsiteY83" fmla="*/ 1544250 h 1583140"/>
              <a:gd name="connsiteX84" fmla="*/ 2766335 w 9662615"/>
              <a:gd name="connsiteY84" fmla="*/ 1527662 h 1583140"/>
              <a:gd name="connsiteX85" fmla="*/ 2757836 w 9662615"/>
              <a:gd name="connsiteY85" fmla="*/ 1531371 h 1583140"/>
              <a:gd name="connsiteX86" fmla="*/ 2691555 w 9662615"/>
              <a:gd name="connsiteY86" fmla="*/ 1530283 h 1583140"/>
              <a:gd name="connsiteX87" fmla="*/ 2491676 w 9662615"/>
              <a:gd name="connsiteY87" fmla="*/ 1500859 h 1583140"/>
              <a:gd name="connsiteX88" fmla="*/ 2378036 w 9662615"/>
              <a:gd name="connsiteY88" fmla="*/ 1520645 h 1583140"/>
              <a:gd name="connsiteX89" fmla="*/ 2284269 w 9662615"/>
              <a:gd name="connsiteY89" fmla="*/ 1503068 h 1583140"/>
              <a:gd name="connsiteX90" fmla="*/ 2207104 w 9662615"/>
              <a:gd name="connsiteY90" fmla="*/ 1508888 h 1583140"/>
              <a:gd name="connsiteX91" fmla="*/ 2149226 w 9662615"/>
              <a:gd name="connsiteY91" fmla="*/ 1523409 h 1583140"/>
              <a:gd name="connsiteX92" fmla="*/ 2084783 w 9662615"/>
              <a:gd name="connsiteY92" fmla="*/ 1524245 h 1583140"/>
              <a:gd name="connsiteX93" fmla="*/ 2070075 w 9662615"/>
              <a:gd name="connsiteY93" fmla="*/ 1511285 h 1583140"/>
              <a:gd name="connsiteX94" fmla="*/ 2001057 w 9662615"/>
              <a:gd name="connsiteY94" fmla="*/ 1516449 h 1583140"/>
              <a:gd name="connsiteX95" fmla="*/ 1896330 w 9662615"/>
              <a:gd name="connsiteY95" fmla="*/ 1525725 h 1583140"/>
              <a:gd name="connsiteX96" fmla="*/ 1835994 w 9662615"/>
              <a:gd name="connsiteY96" fmla="*/ 1527678 h 1583140"/>
              <a:gd name="connsiteX97" fmla="*/ 1671119 w 9662615"/>
              <a:gd name="connsiteY97" fmla="*/ 1536701 h 1583140"/>
              <a:gd name="connsiteX98" fmla="*/ 1601337 w 9662615"/>
              <a:gd name="connsiteY98" fmla="*/ 1548552 h 1583140"/>
              <a:gd name="connsiteX99" fmla="*/ 1407755 w 9662615"/>
              <a:gd name="connsiteY99" fmla="*/ 1571444 h 1583140"/>
              <a:gd name="connsiteX100" fmla="*/ 1271994 w 9662615"/>
              <a:gd name="connsiteY100" fmla="*/ 1579471 h 1583140"/>
              <a:gd name="connsiteX101" fmla="*/ 1249226 w 9662615"/>
              <a:gd name="connsiteY101" fmla="*/ 1583140 h 1583140"/>
              <a:gd name="connsiteX102" fmla="*/ 1217719 w 9662615"/>
              <a:gd name="connsiteY102" fmla="*/ 1580863 h 1583140"/>
              <a:gd name="connsiteX103" fmla="*/ 1091432 w 9662615"/>
              <a:gd name="connsiteY103" fmla="*/ 1571003 h 1583140"/>
              <a:gd name="connsiteX104" fmla="*/ 992039 w 9662615"/>
              <a:gd name="connsiteY104" fmla="*/ 1556662 h 1583140"/>
              <a:gd name="connsiteX105" fmla="*/ 868264 w 9662615"/>
              <a:gd name="connsiteY105" fmla="*/ 1566392 h 1583140"/>
              <a:gd name="connsiteX106" fmla="*/ 792765 w 9662615"/>
              <a:gd name="connsiteY106" fmla="*/ 1563102 h 1583140"/>
              <a:gd name="connsiteX107" fmla="*/ 669055 w 9662615"/>
              <a:gd name="connsiteY107" fmla="*/ 1543638 h 1583140"/>
              <a:gd name="connsiteX108" fmla="*/ 506152 w 9662615"/>
              <a:gd name="connsiteY108" fmla="*/ 1549124 h 1583140"/>
              <a:gd name="connsiteX109" fmla="*/ 472797 w 9662615"/>
              <a:gd name="connsiteY109" fmla="*/ 1568904 h 1583140"/>
              <a:gd name="connsiteX110" fmla="*/ 427864 w 9662615"/>
              <a:gd name="connsiteY110" fmla="*/ 1580848 h 1583140"/>
              <a:gd name="connsiteX111" fmla="*/ 408381 w 9662615"/>
              <a:gd name="connsiteY111" fmla="*/ 1552940 h 1583140"/>
              <a:gd name="connsiteX112" fmla="*/ 267163 w 9662615"/>
              <a:gd name="connsiteY112" fmla="*/ 1531913 h 1583140"/>
              <a:gd name="connsiteX113" fmla="*/ 196644 w 9662615"/>
              <a:gd name="connsiteY113" fmla="*/ 1524565 h 1583140"/>
              <a:gd name="connsiteX114" fmla="*/ 86819 w 9662615"/>
              <a:gd name="connsiteY114" fmla="*/ 1519517 h 1583140"/>
              <a:gd name="connsiteX115" fmla="*/ 53369 w 9662615"/>
              <a:gd name="connsiteY115" fmla="*/ 1516853 h 1583140"/>
              <a:gd name="connsiteX116" fmla="*/ 2359 w 9662615"/>
              <a:gd name="connsiteY116" fmla="*/ 1515247 h 1583140"/>
              <a:gd name="connsiteX117" fmla="*/ 0 w 9662615"/>
              <a:gd name="connsiteY117" fmla="*/ 1514932 h 1583140"/>
              <a:gd name="connsiteX118" fmla="*/ 0 w 9662615"/>
              <a:gd name="connsiteY118" fmla="*/ 0 h 1583140"/>
              <a:gd name="connsiteX0" fmla="*/ 0 w 9662615"/>
              <a:gd name="connsiteY0" fmla="*/ 0 h 1583140"/>
              <a:gd name="connsiteX1" fmla="*/ 9662615 w 9662615"/>
              <a:gd name="connsiteY1" fmla="*/ 0 h 1583140"/>
              <a:gd name="connsiteX2" fmla="*/ 9662615 w 9662615"/>
              <a:gd name="connsiteY2" fmla="*/ 1280346 h 1583140"/>
              <a:gd name="connsiteX3" fmla="*/ 9658420 w 9662615"/>
              <a:gd name="connsiteY3" fmla="*/ 1280106 h 1583140"/>
              <a:gd name="connsiteX4" fmla="*/ 9469546 w 9662615"/>
              <a:gd name="connsiteY4" fmla="*/ 1289837 h 1583140"/>
              <a:gd name="connsiteX5" fmla="*/ 9385895 w 9662615"/>
              <a:gd name="connsiteY5" fmla="*/ 1269203 h 1583140"/>
              <a:gd name="connsiteX6" fmla="*/ 9144767 w 9662615"/>
              <a:gd name="connsiteY6" fmla="*/ 1264120 h 1583140"/>
              <a:gd name="connsiteX7" fmla="*/ 8837252 w 9662615"/>
              <a:gd name="connsiteY7" fmla="*/ 1350515 h 1583140"/>
              <a:gd name="connsiteX8" fmla="*/ 8705466 w 9662615"/>
              <a:gd name="connsiteY8" fmla="*/ 1342419 h 1583140"/>
              <a:gd name="connsiteX9" fmla="*/ 8652221 w 9662615"/>
              <a:gd name="connsiteY9" fmla="*/ 1326906 h 1583140"/>
              <a:gd name="connsiteX10" fmla="*/ 8632312 w 9662615"/>
              <a:gd name="connsiteY10" fmla="*/ 1326025 h 1583140"/>
              <a:gd name="connsiteX11" fmla="*/ 8591582 w 9662615"/>
              <a:gd name="connsiteY11" fmla="*/ 1341666 h 1583140"/>
              <a:gd name="connsiteX12" fmla="*/ 8537336 w 9662615"/>
              <a:gd name="connsiteY12" fmla="*/ 1341684 h 1583140"/>
              <a:gd name="connsiteX13" fmla="*/ 8472508 w 9662615"/>
              <a:gd name="connsiteY13" fmla="*/ 1363109 h 1583140"/>
              <a:gd name="connsiteX14" fmla="*/ 8258477 w 9662615"/>
              <a:gd name="connsiteY14" fmla="*/ 1370666 h 1583140"/>
              <a:gd name="connsiteX15" fmla="*/ 8197961 w 9662615"/>
              <a:gd name="connsiteY15" fmla="*/ 1392804 h 1583140"/>
              <a:gd name="connsiteX16" fmla="*/ 8171196 w 9662615"/>
              <a:gd name="connsiteY16" fmla="*/ 1397216 h 1583140"/>
              <a:gd name="connsiteX17" fmla="*/ 8127667 w 9662615"/>
              <a:gd name="connsiteY17" fmla="*/ 1418254 h 1583140"/>
              <a:gd name="connsiteX18" fmla="*/ 7974579 w 9662615"/>
              <a:gd name="connsiteY18" fmla="*/ 1383439 h 1583140"/>
              <a:gd name="connsiteX19" fmla="*/ 7768351 w 9662615"/>
              <a:gd name="connsiteY19" fmla="*/ 1395051 h 1583140"/>
              <a:gd name="connsiteX20" fmla="*/ 7635985 w 9662615"/>
              <a:gd name="connsiteY20" fmla="*/ 1386363 h 1583140"/>
              <a:gd name="connsiteX21" fmla="*/ 7466069 w 9662615"/>
              <a:gd name="connsiteY21" fmla="*/ 1377654 h 1583140"/>
              <a:gd name="connsiteX22" fmla="*/ 7355642 w 9662615"/>
              <a:gd name="connsiteY22" fmla="*/ 1407761 h 1583140"/>
              <a:gd name="connsiteX23" fmla="*/ 7151610 w 9662615"/>
              <a:gd name="connsiteY23" fmla="*/ 1397856 h 1583140"/>
              <a:gd name="connsiteX24" fmla="*/ 7082147 w 9662615"/>
              <a:gd name="connsiteY24" fmla="*/ 1406113 h 1583140"/>
              <a:gd name="connsiteX25" fmla="*/ 7014958 w 9662615"/>
              <a:gd name="connsiteY25" fmla="*/ 1396883 h 1583140"/>
              <a:gd name="connsiteX26" fmla="*/ 6907567 w 9662615"/>
              <a:gd name="connsiteY26" fmla="*/ 1419149 h 1583140"/>
              <a:gd name="connsiteX27" fmla="*/ 6748428 w 9662615"/>
              <a:gd name="connsiteY27" fmla="*/ 1420308 h 1583140"/>
              <a:gd name="connsiteX28" fmla="*/ 6654257 w 9662615"/>
              <a:gd name="connsiteY28" fmla="*/ 1424143 h 1583140"/>
              <a:gd name="connsiteX29" fmla="*/ 6620123 w 9662615"/>
              <a:gd name="connsiteY29" fmla="*/ 1430535 h 1583140"/>
              <a:gd name="connsiteX30" fmla="*/ 6571355 w 9662615"/>
              <a:gd name="connsiteY30" fmla="*/ 1436144 h 1583140"/>
              <a:gd name="connsiteX31" fmla="*/ 6486557 w 9662615"/>
              <a:gd name="connsiteY31" fmla="*/ 1449861 h 1583140"/>
              <a:gd name="connsiteX32" fmla="*/ 6370419 w 9662615"/>
              <a:gd name="connsiteY32" fmla="*/ 1461649 h 1583140"/>
              <a:gd name="connsiteX33" fmla="*/ 6278839 w 9662615"/>
              <a:gd name="connsiteY33" fmla="*/ 1449160 h 1583140"/>
              <a:gd name="connsiteX34" fmla="*/ 6272455 w 9662615"/>
              <a:gd name="connsiteY34" fmla="*/ 1453191 h 1583140"/>
              <a:gd name="connsiteX35" fmla="*/ 6212659 w 9662615"/>
              <a:gd name="connsiteY35" fmla="*/ 1454850 h 1583140"/>
              <a:gd name="connsiteX36" fmla="*/ 6069317 w 9662615"/>
              <a:gd name="connsiteY36" fmla="*/ 1445838 h 1583140"/>
              <a:gd name="connsiteX37" fmla="*/ 5878477 w 9662615"/>
              <a:gd name="connsiteY37" fmla="*/ 1439180 h 1583140"/>
              <a:gd name="connsiteX38" fmla="*/ 5838387 w 9662615"/>
              <a:gd name="connsiteY38" fmla="*/ 1444679 h 1583140"/>
              <a:gd name="connsiteX39" fmla="*/ 5771136 w 9662615"/>
              <a:gd name="connsiteY39" fmla="*/ 1453639 h 1583140"/>
              <a:gd name="connsiteX40" fmla="*/ 5724081 w 9662615"/>
              <a:gd name="connsiteY40" fmla="*/ 1470431 h 1583140"/>
              <a:gd name="connsiteX41" fmla="*/ 5666577 w 9662615"/>
              <a:gd name="connsiteY41" fmla="*/ 1473921 h 1583140"/>
              <a:gd name="connsiteX42" fmla="*/ 5649068 w 9662615"/>
              <a:gd name="connsiteY42" fmla="*/ 1461676 h 1583140"/>
              <a:gd name="connsiteX43" fmla="*/ 5588902 w 9662615"/>
              <a:gd name="connsiteY43" fmla="*/ 1469647 h 1583140"/>
              <a:gd name="connsiteX44" fmla="*/ 5498090 w 9662615"/>
              <a:gd name="connsiteY44" fmla="*/ 1483173 h 1583140"/>
              <a:gd name="connsiteX45" fmla="*/ 5444641 w 9662615"/>
              <a:gd name="connsiteY45" fmla="*/ 1487602 h 1583140"/>
              <a:gd name="connsiteX46" fmla="*/ 5299812 w 9662615"/>
              <a:gd name="connsiteY46" fmla="*/ 1503362 h 1583140"/>
              <a:gd name="connsiteX47" fmla="*/ 5213947 w 9662615"/>
              <a:gd name="connsiteY47" fmla="*/ 1516637 h 1583140"/>
              <a:gd name="connsiteX48" fmla="*/ 5090342 w 9662615"/>
              <a:gd name="connsiteY48" fmla="*/ 1546680 h 1583140"/>
              <a:gd name="connsiteX49" fmla="*/ 5129812 w 9662615"/>
              <a:gd name="connsiteY49" fmla="*/ 1521277 h 1583140"/>
              <a:gd name="connsiteX50" fmla="*/ 5059484 w 9662615"/>
              <a:gd name="connsiteY50" fmla="*/ 1546802 h 1583140"/>
              <a:gd name="connsiteX51" fmla="*/ 5038524 w 9662615"/>
              <a:gd name="connsiteY51" fmla="*/ 1545675 h 1583140"/>
              <a:gd name="connsiteX52" fmla="*/ 5026564 w 9662615"/>
              <a:gd name="connsiteY52" fmla="*/ 1545376 h 1583140"/>
              <a:gd name="connsiteX53" fmla="*/ 4969433 w 9662615"/>
              <a:gd name="connsiteY53" fmla="*/ 1550865 h 1583140"/>
              <a:gd name="connsiteX54" fmla="*/ 4929254 w 9662615"/>
              <a:gd name="connsiteY54" fmla="*/ 1563452 h 1583140"/>
              <a:gd name="connsiteX55" fmla="*/ 4871726 w 9662615"/>
              <a:gd name="connsiteY55" fmla="*/ 1570584 h 1583140"/>
              <a:gd name="connsiteX56" fmla="*/ 4843267 w 9662615"/>
              <a:gd name="connsiteY56" fmla="*/ 1561459 h 1583140"/>
              <a:gd name="connsiteX57" fmla="*/ 4821058 w 9662615"/>
              <a:gd name="connsiteY57" fmla="*/ 1553078 h 1583140"/>
              <a:gd name="connsiteX58" fmla="*/ 4791466 w 9662615"/>
              <a:gd name="connsiteY58" fmla="*/ 1561324 h 1583140"/>
              <a:gd name="connsiteX59" fmla="*/ 4784247 w 9662615"/>
              <a:gd name="connsiteY59" fmla="*/ 1562342 h 1583140"/>
              <a:gd name="connsiteX60" fmla="*/ 4739309 w 9662615"/>
              <a:gd name="connsiteY60" fmla="*/ 1553948 h 1583140"/>
              <a:gd name="connsiteX61" fmla="*/ 4697562 w 9662615"/>
              <a:gd name="connsiteY61" fmla="*/ 1551206 h 1583140"/>
              <a:gd name="connsiteX62" fmla="*/ 4650737 w 9662615"/>
              <a:gd name="connsiteY62" fmla="*/ 1537381 h 1583140"/>
              <a:gd name="connsiteX63" fmla="*/ 4583150 w 9662615"/>
              <a:gd name="connsiteY63" fmla="*/ 1529064 h 1583140"/>
              <a:gd name="connsiteX64" fmla="*/ 4521734 w 9662615"/>
              <a:gd name="connsiteY64" fmla="*/ 1529359 h 1583140"/>
              <a:gd name="connsiteX65" fmla="*/ 4382398 w 9662615"/>
              <a:gd name="connsiteY65" fmla="*/ 1534108 h 1583140"/>
              <a:gd name="connsiteX66" fmla="*/ 4221826 w 9662615"/>
              <a:gd name="connsiteY66" fmla="*/ 1500972 h 1583140"/>
              <a:gd name="connsiteX67" fmla="*/ 4096601 w 9662615"/>
              <a:gd name="connsiteY67" fmla="*/ 1521563 h 1583140"/>
              <a:gd name="connsiteX68" fmla="*/ 4002441 w 9662615"/>
              <a:gd name="connsiteY68" fmla="*/ 1528912 h 1583140"/>
              <a:gd name="connsiteX69" fmla="*/ 3833906 w 9662615"/>
              <a:gd name="connsiteY69" fmla="*/ 1516637 h 1583140"/>
              <a:gd name="connsiteX70" fmla="*/ 3696258 w 9662615"/>
              <a:gd name="connsiteY70" fmla="*/ 1537563 h 1583140"/>
              <a:gd name="connsiteX71" fmla="*/ 3594070 w 9662615"/>
              <a:gd name="connsiteY71" fmla="*/ 1509422 h 1583140"/>
              <a:gd name="connsiteX72" fmla="*/ 3565233 w 9662615"/>
              <a:gd name="connsiteY72" fmla="*/ 1515122 h 1583140"/>
              <a:gd name="connsiteX73" fmla="*/ 3560267 w 9662615"/>
              <a:gd name="connsiteY73" fmla="*/ 1516288 h 1583140"/>
              <a:gd name="connsiteX74" fmla="*/ 3540258 w 9662615"/>
              <a:gd name="connsiteY74" fmla="*/ 1516976 h 1583140"/>
              <a:gd name="connsiteX75" fmla="*/ 3534780 w 9662615"/>
              <a:gd name="connsiteY75" fmla="*/ 1522141 h 1583140"/>
              <a:gd name="connsiteX76" fmla="*/ 3504783 w 9662615"/>
              <a:gd name="connsiteY76" fmla="*/ 1526739 h 1583140"/>
              <a:gd name="connsiteX77" fmla="*/ 3430805 w 9662615"/>
              <a:gd name="connsiteY77" fmla="*/ 1542521 h 1583140"/>
              <a:gd name="connsiteX78" fmla="*/ 3292707 w 9662615"/>
              <a:gd name="connsiteY78" fmla="*/ 1520490 h 1583140"/>
              <a:gd name="connsiteX79" fmla="*/ 3187872 w 9662615"/>
              <a:gd name="connsiteY79" fmla="*/ 1519991 h 1583140"/>
              <a:gd name="connsiteX80" fmla="*/ 3148026 w 9662615"/>
              <a:gd name="connsiteY80" fmla="*/ 1524777 h 1583140"/>
              <a:gd name="connsiteX81" fmla="*/ 3092394 w 9662615"/>
              <a:gd name="connsiteY81" fmla="*/ 1528115 h 1583140"/>
              <a:gd name="connsiteX82" fmla="*/ 2994200 w 9662615"/>
              <a:gd name="connsiteY82" fmla="*/ 1537857 h 1583140"/>
              <a:gd name="connsiteX83" fmla="*/ 2862301 w 9662615"/>
              <a:gd name="connsiteY83" fmla="*/ 1544250 h 1583140"/>
              <a:gd name="connsiteX84" fmla="*/ 2766335 w 9662615"/>
              <a:gd name="connsiteY84" fmla="*/ 1527662 h 1583140"/>
              <a:gd name="connsiteX85" fmla="*/ 2757836 w 9662615"/>
              <a:gd name="connsiteY85" fmla="*/ 1531371 h 1583140"/>
              <a:gd name="connsiteX86" fmla="*/ 2691555 w 9662615"/>
              <a:gd name="connsiteY86" fmla="*/ 1530283 h 1583140"/>
              <a:gd name="connsiteX87" fmla="*/ 2491676 w 9662615"/>
              <a:gd name="connsiteY87" fmla="*/ 1500859 h 1583140"/>
              <a:gd name="connsiteX88" fmla="*/ 2378036 w 9662615"/>
              <a:gd name="connsiteY88" fmla="*/ 1520645 h 1583140"/>
              <a:gd name="connsiteX89" fmla="*/ 2284269 w 9662615"/>
              <a:gd name="connsiteY89" fmla="*/ 1503068 h 1583140"/>
              <a:gd name="connsiteX90" fmla="*/ 2207104 w 9662615"/>
              <a:gd name="connsiteY90" fmla="*/ 1508888 h 1583140"/>
              <a:gd name="connsiteX91" fmla="*/ 2149226 w 9662615"/>
              <a:gd name="connsiteY91" fmla="*/ 1523409 h 1583140"/>
              <a:gd name="connsiteX92" fmla="*/ 2084783 w 9662615"/>
              <a:gd name="connsiteY92" fmla="*/ 1524245 h 1583140"/>
              <a:gd name="connsiteX93" fmla="*/ 2070075 w 9662615"/>
              <a:gd name="connsiteY93" fmla="*/ 1511285 h 1583140"/>
              <a:gd name="connsiteX94" fmla="*/ 2001057 w 9662615"/>
              <a:gd name="connsiteY94" fmla="*/ 1516449 h 1583140"/>
              <a:gd name="connsiteX95" fmla="*/ 1896330 w 9662615"/>
              <a:gd name="connsiteY95" fmla="*/ 1525725 h 1583140"/>
              <a:gd name="connsiteX96" fmla="*/ 1835994 w 9662615"/>
              <a:gd name="connsiteY96" fmla="*/ 1527678 h 1583140"/>
              <a:gd name="connsiteX97" fmla="*/ 1671119 w 9662615"/>
              <a:gd name="connsiteY97" fmla="*/ 1536701 h 1583140"/>
              <a:gd name="connsiteX98" fmla="*/ 1601337 w 9662615"/>
              <a:gd name="connsiteY98" fmla="*/ 1548552 h 1583140"/>
              <a:gd name="connsiteX99" fmla="*/ 1407755 w 9662615"/>
              <a:gd name="connsiteY99" fmla="*/ 1571444 h 1583140"/>
              <a:gd name="connsiteX100" fmla="*/ 1271994 w 9662615"/>
              <a:gd name="connsiteY100" fmla="*/ 1579471 h 1583140"/>
              <a:gd name="connsiteX101" fmla="*/ 1249226 w 9662615"/>
              <a:gd name="connsiteY101" fmla="*/ 1583140 h 1583140"/>
              <a:gd name="connsiteX102" fmla="*/ 1217719 w 9662615"/>
              <a:gd name="connsiteY102" fmla="*/ 1580863 h 1583140"/>
              <a:gd name="connsiteX103" fmla="*/ 1091432 w 9662615"/>
              <a:gd name="connsiteY103" fmla="*/ 1571003 h 1583140"/>
              <a:gd name="connsiteX104" fmla="*/ 992039 w 9662615"/>
              <a:gd name="connsiteY104" fmla="*/ 1556662 h 1583140"/>
              <a:gd name="connsiteX105" fmla="*/ 868264 w 9662615"/>
              <a:gd name="connsiteY105" fmla="*/ 1566392 h 1583140"/>
              <a:gd name="connsiteX106" fmla="*/ 792765 w 9662615"/>
              <a:gd name="connsiteY106" fmla="*/ 1563102 h 1583140"/>
              <a:gd name="connsiteX107" fmla="*/ 669055 w 9662615"/>
              <a:gd name="connsiteY107" fmla="*/ 1543638 h 1583140"/>
              <a:gd name="connsiteX108" fmla="*/ 506152 w 9662615"/>
              <a:gd name="connsiteY108" fmla="*/ 1549124 h 1583140"/>
              <a:gd name="connsiteX109" fmla="*/ 472797 w 9662615"/>
              <a:gd name="connsiteY109" fmla="*/ 1568904 h 1583140"/>
              <a:gd name="connsiteX110" fmla="*/ 427864 w 9662615"/>
              <a:gd name="connsiteY110" fmla="*/ 1580848 h 1583140"/>
              <a:gd name="connsiteX111" fmla="*/ 408381 w 9662615"/>
              <a:gd name="connsiteY111" fmla="*/ 1552940 h 1583140"/>
              <a:gd name="connsiteX112" fmla="*/ 267163 w 9662615"/>
              <a:gd name="connsiteY112" fmla="*/ 1531913 h 1583140"/>
              <a:gd name="connsiteX113" fmla="*/ 196644 w 9662615"/>
              <a:gd name="connsiteY113" fmla="*/ 1524565 h 1583140"/>
              <a:gd name="connsiteX114" fmla="*/ 86819 w 9662615"/>
              <a:gd name="connsiteY114" fmla="*/ 1519517 h 1583140"/>
              <a:gd name="connsiteX115" fmla="*/ 53369 w 9662615"/>
              <a:gd name="connsiteY115" fmla="*/ 1516853 h 1583140"/>
              <a:gd name="connsiteX116" fmla="*/ 2359 w 9662615"/>
              <a:gd name="connsiteY116" fmla="*/ 1515247 h 1583140"/>
              <a:gd name="connsiteX117" fmla="*/ 0 w 9662615"/>
              <a:gd name="connsiteY117" fmla="*/ 1514932 h 1583140"/>
              <a:gd name="connsiteX118" fmla="*/ 0 w 9662615"/>
              <a:gd name="connsiteY118" fmla="*/ 0 h 1583140"/>
              <a:gd name="connsiteX0" fmla="*/ 0 w 9662615"/>
              <a:gd name="connsiteY0" fmla="*/ 0 h 1583140"/>
              <a:gd name="connsiteX1" fmla="*/ 9662615 w 9662615"/>
              <a:gd name="connsiteY1" fmla="*/ 0 h 1583140"/>
              <a:gd name="connsiteX2" fmla="*/ 9662615 w 9662615"/>
              <a:gd name="connsiteY2" fmla="*/ 1280346 h 1583140"/>
              <a:gd name="connsiteX3" fmla="*/ 9658420 w 9662615"/>
              <a:gd name="connsiteY3" fmla="*/ 1280106 h 1583140"/>
              <a:gd name="connsiteX4" fmla="*/ 9469546 w 9662615"/>
              <a:gd name="connsiteY4" fmla="*/ 1289837 h 1583140"/>
              <a:gd name="connsiteX5" fmla="*/ 9385895 w 9662615"/>
              <a:gd name="connsiteY5" fmla="*/ 1269203 h 1583140"/>
              <a:gd name="connsiteX6" fmla="*/ 9144767 w 9662615"/>
              <a:gd name="connsiteY6" fmla="*/ 1264120 h 1583140"/>
              <a:gd name="connsiteX7" fmla="*/ 8837252 w 9662615"/>
              <a:gd name="connsiteY7" fmla="*/ 1350515 h 1583140"/>
              <a:gd name="connsiteX8" fmla="*/ 8705466 w 9662615"/>
              <a:gd name="connsiteY8" fmla="*/ 1342419 h 1583140"/>
              <a:gd name="connsiteX9" fmla="*/ 8652221 w 9662615"/>
              <a:gd name="connsiteY9" fmla="*/ 1326906 h 1583140"/>
              <a:gd name="connsiteX10" fmla="*/ 8632312 w 9662615"/>
              <a:gd name="connsiteY10" fmla="*/ 1326025 h 1583140"/>
              <a:gd name="connsiteX11" fmla="*/ 8591582 w 9662615"/>
              <a:gd name="connsiteY11" fmla="*/ 1341666 h 1583140"/>
              <a:gd name="connsiteX12" fmla="*/ 8537336 w 9662615"/>
              <a:gd name="connsiteY12" fmla="*/ 1341684 h 1583140"/>
              <a:gd name="connsiteX13" fmla="*/ 8472508 w 9662615"/>
              <a:gd name="connsiteY13" fmla="*/ 1363109 h 1583140"/>
              <a:gd name="connsiteX14" fmla="*/ 8258477 w 9662615"/>
              <a:gd name="connsiteY14" fmla="*/ 1370666 h 1583140"/>
              <a:gd name="connsiteX15" fmla="*/ 8197961 w 9662615"/>
              <a:gd name="connsiteY15" fmla="*/ 1392804 h 1583140"/>
              <a:gd name="connsiteX16" fmla="*/ 8171196 w 9662615"/>
              <a:gd name="connsiteY16" fmla="*/ 1397216 h 1583140"/>
              <a:gd name="connsiteX17" fmla="*/ 8127667 w 9662615"/>
              <a:gd name="connsiteY17" fmla="*/ 1418254 h 1583140"/>
              <a:gd name="connsiteX18" fmla="*/ 7974579 w 9662615"/>
              <a:gd name="connsiteY18" fmla="*/ 1383439 h 1583140"/>
              <a:gd name="connsiteX19" fmla="*/ 7768351 w 9662615"/>
              <a:gd name="connsiteY19" fmla="*/ 1395051 h 1583140"/>
              <a:gd name="connsiteX20" fmla="*/ 7635985 w 9662615"/>
              <a:gd name="connsiteY20" fmla="*/ 1386363 h 1583140"/>
              <a:gd name="connsiteX21" fmla="*/ 7466069 w 9662615"/>
              <a:gd name="connsiteY21" fmla="*/ 1377654 h 1583140"/>
              <a:gd name="connsiteX22" fmla="*/ 7355642 w 9662615"/>
              <a:gd name="connsiteY22" fmla="*/ 1407761 h 1583140"/>
              <a:gd name="connsiteX23" fmla="*/ 7151610 w 9662615"/>
              <a:gd name="connsiteY23" fmla="*/ 1397856 h 1583140"/>
              <a:gd name="connsiteX24" fmla="*/ 7082147 w 9662615"/>
              <a:gd name="connsiteY24" fmla="*/ 1406113 h 1583140"/>
              <a:gd name="connsiteX25" fmla="*/ 7014958 w 9662615"/>
              <a:gd name="connsiteY25" fmla="*/ 1396883 h 1583140"/>
              <a:gd name="connsiteX26" fmla="*/ 6907567 w 9662615"/>
              <a:gd name="connsiteY26" fmla="*/ 1419149 h 1583140"/>
              <a:gd name="connsiteX27" fmla="*/ 6748428 w 9662615"/>
              <a:gd name="connsiteY27" fmla="*/ 1420308 h 1583140"/>
              <a:gd name="connsiteX28" fmla="*/ 6654257 w 9662615"/>
              <a:gd name="connsiteY28" fmla="*/ 1424143 h 1583140"/>
              <a:gd name="connsiteX29" fmla="*/ 6620123 w 9662615"/>
              <a:gd name="connsiteY29" fmla="*/ 1430535 h 1583140"/>
              <a:gd name="connsiteX30" fmla="*/ 6571355 w 9662615"/>
              <a:gd name="connsiteY30" fmla="*/ 1436144 h 1583140"/>
              <a:gd name="connsiteX31" fmla="*/ 6486557 w 9662615"/>
              <a:gd name="connsiteY31" fmla="*/ 1449861 h 1583140"/>
              <a:gd name="connsiteX32" fmla="*/ 6370419 w 9662615"/>
              <a:gd name="connsiteY32" fmla="*/ 1461649 h 1583140"/>
              <a:gd name="connsiteX33" fmla="*/ 6278839 w 9662615"/>
              <a:gd name="connsiteY33" fmla="*/ 1449160 h 1583140"/>
              <a:gd name="connsiteX34" fmla="*/ 6272455 w 9662615"/>
              <a:gd name="connsiteY34" fmla="*/ 1453191 h 1583140"/>
              <a:gd name="connsiteX35" fmla="*/ 6212659 w 9662615"/>
              <a:gd name="connsiteY35" fmla="*/ 1454850 h 1583140"/>
              <a:gd name="connsiteX36" fmla="*/ 6069317 w 9662615"/>
              <a:gd name="connsiteY36" fmla="*/ 1445838 h 1583140"/>
              <a:gd name="connsiteX37" fmla="*/ 5878477 w 9662615"/>
              <a:gd name="connsiteY37" fmla="*/ 1439180 h 1583140"/>
              <a:gd name="connsiteX38" fmla="*/ 5838387 w 9662615"/>
              <a:gd name="connsiteY38" fmla="*/ 1444679 h 1583140"/>
              <a:gd name="connsiteX39" fmla="*/ 5771136 w 9662615"/>
              <a:gd name="connsiteY39" fmla="*/ 1453639 h 1583140"/>
              <a:gd name="connsiteX40" fmla="*/ 5724081 w 9662615"/>
              <a:gd name="connsiteY40" fmla="*/ 1470431 h 1583140"/>
              <a:gd name="connsiteX41" fmla="*/ 5666577 w 9662615"/>
              <a:gd name="connsiteY41" fmla="*/ 1473921 h 1583140"/>
              <a:gd name="connsiteX42" fmla="*/ 5649068 w 9662615"/>
              <a:gd name="connsiteY42" fmla="*/ 1461676 h 1583140"/>
              <a:gd name="connsiteX43" fmla="*/ 5588902 w 9662615"/>
              <a:gd name="connsiteY43" fmla="*/ 1469647 h 1583140"/>
              <a:gd name="connsiteX44" fmla="*/ 5498090 w 9662615"/>
              <a:gd name="connsiteY44" fmla="*/ 1483173 h 1583140"/>
              <a:gd name="connsiteX45" fmla="*/ 5444641 w 9662615"/>
              <a:gd name="connsiteY45" fmla="*/ 1487602 h 1583140"/>
              <a:gd name="connsiteX46" fmla="*/ 5299812 w 9662615"/>
              <a:gd name="connsiteY46" fmla="*/ 1503362 h 1583140"/>
              <a:gd name="connsiteX47" fmla="*/ 5213947 w 9662615"/>
              <a:gd name="connsiteY47" fmla="*/ 1516637 h 1583140"/>
              <a:gd name="connsiteX48" fmla="*/ 5090342 w 9662615"/>
              <a:gd name="connsiteY48" fmla="*/ 1546680 h 1583140"/>
              <a:gd name="connsiteX49" fmla="*/ 5129812 w 9662615"/>
              <a:gd name="connsiteY49" fmla="*/ 1521277 h 1583140"/>
              <a:gd name="connsiteX50" fmla="*/ 5059484 w 9662615"/>
              <a:gd name="connsiteY50" fmla="*/ 1546802 h 1583140"/>
              <a:gd name="connsiteX51" fmla="*/ 5038524 w 9662615"/>
              <a:gd name="connsiteY51" fmla="*/ 1545675 h 1583140"/>
              <a:gd name="connsiteX52" fmla="*/ 5026564 w 9662615"/>
              <a:gd name="connsiteY52" fmla="*/ 1545376 h 1583140"/>
              <a:gd name="connsiteX53" fmla="*/ 4969433 w 9662615"/>
              <a:gd name="connsiteY53" fmla="*/ 1550865 h 1583140"/>
              <a:gd name="connsiteX54" fmla="*/ 4929254 w 9662615"/>
              <a:gd name="connsiteY54" fmla="*/ 1563452 h 1583140"/>
              <a:gd name="connsiteX55" fmla="*/ 4871726 w 9662615"/>
              <a:gd name="connsiteY55" fmla="*/ 1570584 h 1583140"/>
              <a:gd name="connsiteX56" fmla="*/ 4843267 w 9662615"/>
              <a:gd name="connsiteY56" fmla="*/ 1561459 h 1583140"/>
              <a:gd name="connsiteX57" fmla="*/ 4821058 w 9662615"/>
              <a:gd name="connsiteY57" fmla="*/ 1553078 h 1583140"/>
              <a:gd name="connsiteX58" fmla="*/ 4791466 w 9662615"/>
              <a:gd name="connsiteY58" fmla="*/ 1561324 h 1583140"/>
              <a:gd name="connsiteX59" fmla="*/ 4784247 w 9662615"/>
              <a:gd name="connsiteY59" fmla="*/ 1562342 h 1583140"/>
              <a:gd name="connsiteX60" fmla="*/ 4739309 w 9662615"/>
              <a:gd name="connsiteY60" fmla="*/ 1553948 h 1583140"/>
              <a:gd name="connsiteX61" fmla="*/ 4697562 w 9662615"/>
              <a:gd name="connsiteY61" fmla="*/ 1551206 h 1583140"/>
              <a:gd name="connsiteX62" fmla="*/ 4650737 w 9662615"/>
              <a:gd name="connsiteY62" fmla="*/ 1537381 h 1583140"/>
              <a:gd name="connsiteX63" fmla="*/ 4583150 w 9662615"/>
              <a:gd name="connsiteY63" fmla="*/ 1529064 h 1583140"/>
              <a:gd name="connsiteX64" fmla="*/ 4521734 w 9662615"/>
              <a:gd name="connsiteY64" fmla="*/ 1529359 h 1583140"/>
              <a:gd name="connsiteX65" fmla="*/ 4382398 w 9662615"/>
              <a:gd name="connsiteY65" fmla="*/ 1534108 h 1583140"/>
              <a:gd name="connsiteX66" fmla="*/ 4221826 w 9662615"/>
              <a:gd name="connsiteY66" fmla="*/ 1500972 h 1583140"/>
              <a:gd name="connsiteX67" fmla="*/ 4096601 w 9662615"/>
              <a:gd name="connsiteY67" fmla="*/ 1521563 h 1583140"/>
              <a:gd name="connsiteX68" fmla="*/ 4002441 w 9662615"/>
              <a:gd name="connsiteY68" fmla="*/ 1528912 h 1583140"/>
              <a:gd name="connsiteX69" fmla="*/ 3833906 w 9662615"/>
              <a:gd name="connsiteY69" fmla="*/ 1516637 h 1583140"/>
              <a:gd name="connsiteX70" fmla="*/ 3696258 w 9662615"/>
              <a:gd name="connsiteY70" fmla="*/ 1537563 h 1583140"/>
              <a:gd name="connsiteX71" fmla="*/ 3594070 w 9662615"/>
              <a:gd name="connsiteY71" fmla="*/ 1509422 h 1583140"/>
              <a:gd name="connsiteX72" fmla="*/ 3565233 w 9662615"/>
              <a:gd name="connsiteY72" fmla="*/ 1515122 h 1583140"/>
              <a:gd name="connsiteX73" fmla="*/ 3560267 w 9662615"/>
              <a:gd name="connsiteY73" fmla="*/ 1516288 h 1583140"/>
              <a:gd name="connsiteX74" fmla="*/ 3540258 w 9662615"/>
              <a:gd name="connsiteY74" fmla="*/ 1516976 h 1583140"/>
              <a:gd name="connsiteX75" fmla="*/ 3534780 w 9662615"/>
              <a:gd name="connsiteY75" fmla="*/ 1522141 h 1583140"/>
              <a:gd name="connsiteX76" fmla="*/ 3504783 w 9662615"/>
              <a:gd name="connsiteY76" fmla="*/ 1526739 h 1583140"/>
              <a:gd name="connsiteX77" fmla="*/ 3430805 w 9662615"/>
              <a:gd name="connsiteY77" fmla="*/ 1542521 h 1583140"/>
              <a:gd name="connsiteX78" fmla="*/ 3292707 w 9662615"/>
              <a:gd name="connsiteY78" fmla="*/ 1520490 h 1583140"/>
              <a:gd name="connsiteX79" fmla="*/ 3187872 w 9662615"/>
              <a:gd name="connsiteY79" fmla="*/ 1519991 h 1583140"/>
              <a:gd name="connsiteX80" fmla="*/ 3148026 w 9662615"/>
              <a:gd name="connsiteY80" fmla="*/ 1524777 h 1583140"/>
              <a:gd name="connsiteX81" fmla="*/ 3092394 w 9662615"/>
              <a:gd name="connsiteY81" fmla="*/ 1528115 h 1583140"/>
              <a:gd name="connsiteX82" fmla="*/ 2994200 w 9662615"/>
              <a:gd name="connsiteY82" fmla="*/ 1537857 h 1583140"/>
              <a:gd name="connsiteX83" fmla="*/ 2862301 w 9662615"/>
              <a:gd name="connsiteY83" fmla="*/ 1544250 h 1583140"/>
              <a:gd name="connsiteX84" fmla="*/ 2766335 w 9662615"/>
              <a:gd name="connsiteY84" fmla="*/ 1527662 h 1583140"/>
              <a:gd name="connsiteX85" fmla="*/ 2757836 w 9662615"/>
              <a:gd name="connsiteY85" fmla="*/ 1531371 h 1583140"/>
              <a:gd name="connsiteX86" fmla="*/ 2691555 w 9662615"/>
              <a:gd name="connsiteY86" fmla="*/ 1530283 h 1583140"/>
              <a:gd name="connsiteX87" fmla="*/ 2491676 w 9662615"/>
              <a:gd name="connsiteY87" fmla="*/ 1500859 h 1583140"/>
              <a:gd name="connsiteX88" fmla="*/ 2378036 w 9662615"/>
              <a:gd name="connsiteY88" fmla="*/ 1520645 h 1583140"/>
              <a:gd name="connsiteX89" fmla="*/ 2284269 w 9662615"/>
              <a:gd name="connsiteY89" fmla="*/ 1503068 h 1583140"/>
              <a:gd name="connsiteX90" fmla="*/ 2207104 w 9662615"/>
              <a:gd name="connsiteY90" fmla="*/ 1508888 h 1583140"/>
              <a:gd name="connsiteX91" fmla="*/ 2149226 w 9662615"/>
              <a:gd name="connsiteY91" fmla="*/ 1523409 h 1583140"/>
              <a:gd name="connsiteX92" fmla="*/ 2084783 w 9662615"/>
              <a:gd name="connsiteY92" fmla="*/ 1524245 h 1583140"/>
              <a:gd name="connsiteX93" fmla="*/ 2070075 w 9662615"/>
              <a:gd name="connsiteY93" fmla="*/ 1511285 h 1583140"/>
              <a:gd name="connsiteX94" fmla="*/ 2001057 w 9662615"/>
              <a:gd name="connsiteY94" fmla="*/ 1516449 h 1583140"/>
              <a:gd name="connsiteX95" fmla="*/ 1896330 w 9662615"/>
              <a:gd name="connsiteY95" fmla="*/ 1525725 h 1583140"/>
              <a:gd name="connsiteX96" fmla="*/ 1835994 w 9662615"/>
              <a:gd name="connsiteY96" fmla="*/ 1527678 h 1583140"/>
              <a:gd name="connsiteX97" fmla="*/ 1671119 w 9662615"/>
              <a:gd name="connsiteY97" fmla="*/ 1536701 h 1583140"/>
              <a:gd name="connsiteX98" fmla="*/ 1601337 w 9662615"/>
              <a:gd name="connsiteY98" fmla="*/ 1548552 h 1583140"/>
              <a:gd name="connsiteX99" fmla="*/ 1407755 w 9662615"/>
              <a:gd name="connsiteY99" fmla="*/ 1571444 h 1583140"/>
              <a:gd name="connsiteX100" fmla="*/ 1271994 w 9662615"/>
              <a:gd name="connsiteY100" fmla="*/ 1579471 h 1583140"/>
              <a:gd name="connsiteX101" fmla="*/ 1249226 w 9662615"/>
              <a:gd name="connsiteY101" fmla="*/ 1583140 h 1583140"/>
              <a:gd name="connsiteX102" fmla="*/ 1217719 w 9662615"/>
              <a:gd name="connsiteY102" fmla="*/ 1580863 h 1583140"/>
              <a:gd name="connsiteX103" fmla="*/ 1091432 w 9662615"/>
              <a:gd name="connsiteY103" fmla="*/ 1571003 h 1583140"/>
              <a:gd name="connsiteX104" fmla="*/ 992039 w 9662615"/>
              <a:gd name="connsiteY104" fmla="*/ 1556662 h 1583140"/>
              <a:gd name="connsiteX105" fmla="*/ 868264 w 9662615"/>
              <a:gd name="connsiteY105" fmla="*/ 1566392 h 1583140"/>
              <a:gd name="connsiteX106" fmla="*/ 792765 w 9662615"/>
              <a:gd name="connsiteY106" fmla="*/ 1563102 h 1583140"/>
              <a:gd name="connsiteX107" fmla="*/ 669055 w 9662615"/>
              <a:gd name="connsiteY107" fmla="*/ 1543638 h 1583140"/>
              <a:gd name="connsiteX108" fmla="*/ 506152 w 9662615"/>
              <a:gd name="connsiteY108" fmla="*/ 1549124 h 1583140"/>
              <a:gd name="connsiteX109" fmla="*/ 472797 w 9662615"/>
              <a:gd name="connsiteY109" fmla="*/ 1568904 h 1583140"/>
              <a:gd name="connsiteX110" fmla="*/ 427864 w 9662615"/>
              <a:gd name="connsiteY110" fmla="*/ 1580848 h 1583140"/>
              <a:gd name="connsiteX111" fmla="*/ 408381 w 9662615"/>
              <a:gd name="connsiteY111" fmla="*/ 1552940 h 1583140"/>
              <a:gd name="connsiteX112" fmla="*/ 267163 w 9662615"/>
              <a:gd name="connsiteY112" fmla="*/ 1531913 h 1583140"/>
              <a:gd name="connsiteX113" fmla="*/ 196644 w 9662615"/>
              <a:gd name="connsiteY113" fmla="*/ 1524565 h 1583140"/>
              <a:gd name="connsiteX114" fmla="*/ 86819 w 9662615"/>
              <a:gd name="connsiteY114" fmla="*/ 1519517 h 1583140"/>
              <a:gd name="connsiteX115" fmla="*/ 53369 w 9662615"/>
              <a:gd name="connsiteY115" fmla="*/ 1516853 h 1583140"/>
              <a:gd name="connsiteX116" fmla="*/ 2359 w 9662615"/>
              <a:gd name="connsiteY116" fmla="*/ 1515247 h 1583140"/>
              <a:gd name="connsiteX117" fmla="*/ 0 w 9662615"/>
              <a:gd name="connsiteY117" fmla="*/ 1514932 h 1583140"/>
              <a:gd name="connsiteX118" fmla="*/ 0 w 9662615"/>
              <a:gd name="connsiteY118" fmla="*/ 0 h 1583140"/>
              <a:gd name="connsiteX0" fmla="*/ 0 w 9662615"/>
              <a:gd name="connsiteY0" fmla="*/ 0 h 1583140"/>
              <a:gd name="connsiteX1" fmla="*/ 9662615 w 9662615"/>
              <a:gd name="connsiteY1" fmla="*/ 0 h 1583140"/>
              <a:gd name="connsiteX2" fmla="*/ 9662615 w 9662615"/>
              <a:gd name="connsiteY2" fmla="*/ 1280346 h 1583140"/>
              <a:gd name="connsiteX3" fmla="*/ 9658420 w 9662615"/>
              <a:gd name="connsiteY3" fmla="*/ 1280106 h 1583140"/>
              <a:gd name="connsiteX4" fmla="*/ 9469546 w 9662615"/>
              <a:gd name="connsiteY4" fmla="*/ 1289837 h 1583140"/>
              <a:gd name="connsiteX5" fmla="*/ 9385895 w 9662615"/>
              <a:gd name="connsiteY5" fmla="*/ 1269203 h 1583140"/>
              <a:gd name="connsiteX6" fmla="*/ 9144767 w 9662615"/>
              <a:gd name="connsiteY6" fmla="*/ 1264120 h 1583140"/>
              <a:gd name="connsiteX7" fmla="*/ 8837252 w 9662615"/>
              <a:gd name="connsiteY7" fmla="*/ 1350515 h 1583140"/>
              <a:gd name="connsiteX8" fmla="*/ 8705466 w 9662615"/>
              <a:gd name="connsiteY8" fmla="*/ 1342419 h 1583140"/>
              <a:gd name="connsiteX9" fmla="*/ 8652221 w 9662615"/>
              <a:gd name="connsiteY9" fmla="*/ 1326906 h 1583140"/>
              <a:gd name="connsiteX10" fmla="*/ 8632312 w 9662615"/>
              <a:gd name="connsiteY10" fmla="*/ 1326025 h 1583140"/>
              <a:gd name="connsiteX11" fmla="*/ 8591582 w 9662615"/>
              <a:gd name="connsiteY11" fmla="*/ 1341666 h 1583140"/>
              <a:gd name="connsiteX12" fmla="*/ 8537336 w 9662615"/>
              <a:gd name="connsiteY12" fmla="*/ 1341684 h 1583140"/>
              <a:gd name="connsiteX13" fmla="*/ 8472508 w 9662615"/>
              <a:gd name="connsiteY13" fmla="*/ 1363109 h 1583140"/>
              <a:gd name="connsiteX14" fmla="*/ 8258477 w 9662615"/>
              <a:gd name="connsiteY14" fmla="*/ 1370666 h 1583140"/>
              <a:gd name="connsiteX15" fmla="*/ 8197961 w 9662615"/>
              <a:gd name="connsiteY15" fmla="*/ 1392804 h 1583140"/>
              <a:gd name="connsiteX16" fmla="*/ 8171196 w 9662615"/>
              <a:gd name="connsiteY16" fmla="*/ 1397216 h 1583140"/>
              <a:gd name="connsiteX17" fmla="*/ 8127667 w 9662615"/>
              <a:gd name="connsiteY17" fmla="*/ 1418254 h 1583140"/>
              <a:gd name="connsiteX18" fmla="*/ 7974579 w 9662615"/>
              <a:gd name="connsiteY18" fmla="*/ 1383439 h 1583140"/>
              <a:gd name="connsiteX19" fmla="*/ 7768351 w 9662615"/>
              <a:gd name="connsiteY19" fmla="*/ 1395051 h 1583140"/>
              <a:gd name="connsiteX20" fmla="*/ 7635985 w 9662615"/>
              <a:gd name="connsiteY20" fmla="*/ 1386363 h 1583140"/>
              <a:gd name="connsiteX21" fmla="*/ 7466069 w 9662615"/>
              <a:gd name="connsiteY21" fmla="*/ 1377654 h 1583140"/>
              <a:gd name="connsiteX22" fmla="*/ 7355642 w 9662615"/>
              <a:gd name="connsiteY22" fmla="*/ 1407761 h 1583140"/>
              <a:gd name="connsiteX23" fmla="*/ 7151610 w 9662615"/>
              <a:gd name="connsiteY23" fmla="*/ 1397856 h 1583140"/>
              <a:gd name="connsiteX24" fmla="*/ 7082147 w 9662615"/>
              <a:gd name="connsiteY24" fmla="*/ 1406113 h 1583140"/>
              <a:gd name="connsiteX25" fmla="*/ 7014958 w 9662615"/>
              <a:gd name="connsiteY25" fmla="*/ 1396883 h 1583140"/>
              <a:gd name="connsiteX26" fmla="*/ 6907567 w 9662615"/>
              <a:gd name="connsiteY26" fmla="*/ 1419149 h 1583140"/>
              <a:gd name="connsiteX27" fmla="*/ 6748428 w 9662615"/>
              <a:gd name="connsiteY27" fmla="*/ 1420308 h 1583140"/>
              <a:gd name="connsiteX28" fmla="*/ 6654257 w 9662615"/>
              <a:gd name="connsiteY28" fmla="*/ 1424143 h 1583140"/>
              <a:gd name="connsiteX29" fmla="*/ 6620123 w 9662615"/>
              <a:gd name="connsiteY29" fmla="*/ 1430535 h 1583140"/>
              <a:gd name="connsiteX30" fmla="*/ 6571355 w 9662615"/>
              <a:gd name="connsiteY30" fmla="*/ 1436144 h 1583140"/>
              <a:gd name="connsiteX31" fmla="*/ 6486557 w 9662615"/>
              <a:gd name="connsiteY31" fmla="*/ 1449861 h 1583140"/>
              <a:gd name="connsiteX32" fmla="*/ 6370419 w 9662615"/>
              <a:gd name="connsiteY32" fmla="*/ 1461649 h 1583140"/>
              <a:gd name="connsiteX33" fmla="*/ 6278839 w 9662615"/>
              <a:gd name="connsiteY33" fmla="*/ 1449160 h 1583140"/>
              <a:gd name="connsiteX34" fmla="*/ 6272455 w 9662615"/>
              <a:gd name="connsiteY34" fmla="*/ 1453191 h 1583140"/>
              <a:gd name="connsiteX35" fmla="*/ 6212659 w 9662615"/>
              <a:gd name="connsiteY35" fmla="*/ 1454850 h 1583140"/>
              <a:gd name="connsiteX36" fmla="*/ 6069317 w 9662615"/>
              <a:gd name="connsiteY36" fmla="*/ 1445838 h 1583140"/>
              <a:gd name="connsiteX37" fmla="*/ 5878477 w 9662615"/>
              <a:gd name="connsiteY37" fmla="*/ 1439180 h 1583140"/>
              <a:gd name="connsiteX38" fmla="*/ 5838387 w 9662615"/>
              <a:gd name="connsiteY38" fmla="*/ 1444679 h 1583140"/>
              <a:gd name="connsiteX39" fmla="*/ 5771136 w 9662615"/>
              <a:gd name="connsiteY39" fmla="*/ 1453639 h 1583140"/>
              <a:gd name="connsiteX40" fmla="*/ 5724081 w 9662615"/>
              <a:gd name="connsiteY40" fmla="*/ 1470431 h 1583140"/>
              <a:gd name="connsiteX41" fmla="*/ 5666577 w 9662615"/>
              <a:gd name="connsiteY41" fmla="*/ 1473921 h 1583140"/>
              <a:gd name="connsiteX42" fmla="*/ 5649068 w 9662615"/>
              <a:gd name="connsiteY42" fmla="*/ 1461676 h 1583140"/>
              <a:gd name="connsiteX43" fmla="*/ 5588902 w 9662615"/>
              <a:gd name="connsiteY43" fmla="*/ 1469647 h 1583140"/>
              <a:gd name="connsiteX44" fmla="*/ 5498090 w 9662615"/>
              <a:gd name="connsiteY44" fmla="*/ 1483173 h 1583140"/>
              <a:gd name="connsiteX45" fmla="*/ 5444641 w 9662615"/>
              <a:gd name="connsiteY45" fmla="*/ 1487602 h 1583140"/>
              <a:gd name="connsiteX46" fmla="*/ 5299812 w 9662615"/>
              <a:gd name="connsiteY46" fmla="*/ 1503362 h 1583140"/>
              <a:gd name="connsiteX47" fmla="*/ 5213947 w 9662615"/>
              <a:gd name="connsiteY47" fmla="*/ 1516637 h 1583140"/>
              <a:gd name="connsiteX48" fmla="*/ 5090342 w 9662615"/>
              <a:gd name="connsiteY48" fmla="*/ 1546680 h 1583140"/>
              <a:gd name="connsiteX49" fmla="*/ 5129812 w 9662615"/>
              <a:gd name="connsiteY49" fmla="*/ 1521277 h 1583140"/>
              <a:gd name="connsiteX50" fmla="*/ 5059484 w 9662615"/>
              <a:gd name="connsiteY50" fmla="*/ 1546802 h 1583140"/>
              <a:gd name="connsiteX51" fmla="*/ 5038524 w 9662615"/>
              <a:gd name="connsiteY51" fmla="*/ 1545675 h 1583140"/>
              <a:gd name="connsiteX52" fmla="*/ 5026564 w 9662615"/>
              <a:gd name="connsiteY52" fmla="*/ 1545376 h 1583140"/>
              <a:gd name="connsiteX53" fmla="*/ 4969433 w 9662615"/>
              <a:gd name="connsiteY53" fmla="*/ 1550865 h 1583140"/>
              <a:gd name="connsiteX54" fmla="*/ 4929254 w 9662615"/>
              <a:gd name="connsiteY54" fmla="*/ 1563452 h 1583140"/>
              <a:gd name="connsiteX55" fmla="*/ 4871726 w 9662615"/>
              <a:gd name="connsiteY55" fmla="*/ 1570584 h 1583140"/>
              <a:gd name="connsiteX56" fmla="*/ 4843267 w 9662615"/>
              <a:gd name="connsiteY56" fmla="*/ 1561459 h 1583140"/>
              <a:gd name="connsiteX57" fmla="*/ 4821058 w 9662615"/>
              <a:gd name="connsiteY57" fmla="*/ 1553078 h 1583140"/>
              <a:gd name="connsiteX58" fmla="*/ 4791466 w 9662615"/>
              <a:gd name="connsiteY58" fmla="*/ 1561324 h 1583140"/>
              <a:gd name="connsiteX59" fmla="*/ 4784247 w 9662615"/>
              <a:gd name="connsiteY59" fmla="*/ 1562342 h 1583140"/>
              <a:gd name="connsiteX60" fmla="*/ 4739309 w 9662615"/>
              <a:gd name="connsiteY60" fmla="*/ 1553948 h 1583140"/>
              <a:gd name="connsiteX61" fmla="*/ 4697562 w 9662615"/>
              <a:gd name="connsiteY61" fmla="*/ 1551206 h 1583140"/>
              <a:gd name="connsiteX62" fmla="*/ 4650737 w 9662615"/>
              <a:gd name="connsiteY62" fmla="*/ 1537381 h 1583140"/>
              <a:gd name="connsiteX63" fmla="*/ 4583150 w 9662615"/>
              <a:gd name="connsiteY63" fmla="*/ 1529064 h 1583140"/>
              <a:gd name="connsiteX64" fmla="*/ 4521734 w 9662615"/>
              <a:gd name="connsiteY64" fmla="*/ 1529359 h 1583140"/>
              <a:gd name="connsiteX65" fmla="*/ 4382398 w 9662615"/>
              <a:gd name="connsiteY65" fmla="*/ 1534108 h 1583140"/>
              <a:gd name="connsiteX66" fmla="*/ 4221826 w 9662615"/>
              <a:gd name="connsiteY66" fmla="*/ 1500972 h 1583140"/>
              <a:gd name="connsiteX67" fmla="*/ 4096601 w 9662615"/>
              <a:gd name="connsiteY67" fmla="*/ 1521563 h 1583140"/>
              <a:gd name="connsiteX68" fmla="*/ 4002441 w 9662615"/>
              <a:gd name="connsiteY68" fmla="*/ 1528912 h 1583140"/>
              <a:gd name="connsiteX69" fmla="*/ 3833906 w 9662615"/>
              <a:gd name="connsiteY69" fmla="*/ 1516637 h 1583140"/>
              <a:gd name="connsiteX70" fmla="*/ 3763845 w 9662615"/>
              <a:gd name="connsiteY70" fmla="*/ 1501782 h 1583140"/>
              <a:gd name="connsiteX71" fmla="*/ 3594070 w 9662615"/>
              <a:gd name="connsiteY71" fmla="*/ 1509422 h 1583140"/>
              <a:gd name="connsiteX72" fmla="*/ 3565233 w 9662615"/>
              <a:gd name="connsiteY72" fmla="*/ 1515122 h 1583140"/>
              <a:gd name="connsiteX73" fmla="*/ 3560267 w 9662615"/>
              <a:gd name="connsiteY73" fmla="*/ 1516288 h 1583140"/>
              <a:gd name="connsiteX74" fmla="*/ 3540258 w 9662615"/>
              <a:gd name="connsiteY74" fmla="*/ 1516976 h 1583140"/>
              <a:gd name="connsiteX75" fmla="*/ 3534780 w 9662615"/>
              <a:gd name="connsiteY75" fmla="*/ 1522141 h 1583140"/>
              <a:gd name="connsiteX76" fmla="*/ 3504783 w 9662615"/>
              <a:gd name="connsiteY76" fmla="*/ 1526739 h 1583140"/>
              <a:gd name="connsiteX77" fmla="*/ 3430805 w 9662615"/>
              <a:gd name="connsiteY77" fmla="*/ 1542521 h 1583140"/>
              <a:gd name="connsiteX78" fmla="*/ 3292707 w 9662615"/>
              <a:gd name="connsiteY78" fmla="*/ 1520490 h 1583140"/>
              <a:gd name="connsiteX79" fmla="*/ 3187872 w 9662615"/>
              <a:gd name="connsiteY79" fmla="*/ 1519991 h 1583140"/>
              <a:gd name="connsiteX80" fmla="*/ 3148026 w 9662615"/>
              <a:gd name="connsiteY80" fmla="*/ 1524777 h 1583140"/>
              <a:gd name="connsiteX81" fmla="*/ 3092394 w 9662615"/>
              <a:gd name="connsiteY81" fmla="*/ 1528115 h 1583140"/>
              <a:gd name="connsiteX82" fmla="*/ 2994200 w 9662615"/>
              <a:gd name="connsiteY82" fmla="*/ 1537857 h 1583140"/>
              <a:gd name="connsiteX83" fmla="*/ 2862301 w 9662615"/>
              <a:gd name="connsiteY83" fmla="*/ 1544250 h 1583140"/>
              <a:gd name="connsiteX84" fmla="*/ 2766335 w 9662615"/>
              <a:gd name="connsiteY84" fmla="*/ 1527662 h 1583140"/>
              <a:gd name="connsiteX85" fmla="*/ 2757836 w 9662615"/>
              <a:gd name="connsiteY85" fmla="*/ 1531371 h 1583140"/>
              <a:gd name="connsiteX86" fmla="*/ 2691555 w 9662615"/>
              <a:gd name="connsiteY86" fmla="*/ 1530283 h 1583140"/>
              <a:gd name="connsiteX87" fmla="*/ 2491676 w 9662615"/>
              <a:gd name="connsiteY87" fmla="*/ 1500859 h 1583140"/>
              <a:gd name="connsiteX88" fmla="*/ 2378036 w 9662615"/>
              <a:gd name="connsiteY88" fmla="*/ 1520645 h 1583140"/>
              <a:gd name="connsiteX89" fmla="*/ 2284269 w 9662615"/>
              <a:gd name="connsiteY89" fmla="*/ 1503068 h 1583140"/>
              <a:gd name="connsiteX90" fmla="*/ 2207104 w 9662615"/>
              <a:gd name="connsiteY90" fmla="*/ 1508888 h 1583140"/>
              <a:gd name="connsiteX91" fmla="*/ 2149226 w 9662615"/>
              <a:gd name="connsiteY91" fmla="*/ 1523409 h 1583140"/>
              <a:gd name="connsiteX92" fmla="*/ 2084783 w 9662615"/>
              <a:gd name="connsiteY92" fmla="*/ 1524245 h 1583140"/>
              <a:gd name="connsiteX93" fmla="*/ 2070075 w 9662615"/>
              <a:gd name="connsiteY93" fmla="*/ 1511285 h 1583140"/>
              <a:gd name="connsiteX94" fmla="*/ 2001057 w 9662615"/>
              <a:gd name="connsiteY94" fmla="*/ 1516449 h 1583140"/>
              <a:gd name="connsiteX95" fmla="*/ 1896330 w 9662615"/>
              <a:gd name="connsiteY95" fmla="*/ 1525725 h 1583140"/>
              <a:gd name="connsiteX96" fmla="*/ 1835994 w 9662615"/>
              <a:gd name="connsiteY96" fmla="*/ 1527678 h 1583140"/>
              <a:gd name="connsiteX97" fmla="*/ 1671119 w 9662615"/>
              <a:gd name="connsiteY97" fmla="*/ 1536701 h 1583140"/>
              <a:gd name="connsiteX98" fmla="*/ 1601337 w 9662615"/>
              <a:gd name="connsiteY98" fmla="*/ 1548552 h 1583140"/>
              <a:gd name="connsiteX99" fmla="*/ 1407755 w 9662615"/>
              <a:gd name="connsiteY99" fmla="*/ 1571444 h 1583140"/>
              <a:gd name="connsiteX100" fmla="*/ 1271994 w 9662615"/>
              <a:gd name="connsiteY100" fmla="*/ 1579471 h 1583140"/>
              <a:gd name="connsiteX101" fmla="*/ 1249226 w 9662615"/>
              <a:gd name="connsiteY101" fmla="*/ 1583140 h 1583140"/>
              <a:gd name="connsiteX102" fmla="*/ 1217719 w 9662615"/>
              <a:gd name="connsiteY102" fmla="*/ 1580863 h 1583140"/>
              <a:gd name="connsiteX103" fmla="*/ 1091432 w 9662615"/>
              <a:gd name="connsiteY103" fmla="*/ 1571003 h 1583140"/>
              <a:gd name="connsiteX104" fmla="*/ 992039 w 9662615"/>
              <a:gd name="connsiteY104" fmla="*/ 1556662 h 1583140"/>
              <a:gd name="connsiteX105" fmla="*/ 868264 w 9662615"/>
              <a:gd name="connsiteY105" fmla="*/ 1566392 h 1583140"/>
              <a:gd name="connsiteX106" fmla="*/ 792765 w 9662615"/>
              <a:gd name="connsiteY106" fmla="*/ 1563102 h 1583140"/>
              <a:gd name="connsiteX107" fmla="*/ 669055 w 9662615"/>
              <a:gd name="connsiteY107" fmla="*/ 1543638 h 1583140"/>
              <a:gd name="connsiteX108" fmla="*/ 506152 w 9662615"/>
              <a:gd name="connsiteY108" fmla="*/ 1549124 h 1583140"/>
              <a:gd name="connsiteX109" fmla="*/ 472797 w 9662615"/>
              <a:gd name="connsiteY109" fmla="*/ 1568904 h 1583140"/>
              <a:gd name="connsiteX110" fmla="*/ 427864 w 9662615"/>
              <a:gd name="connsiteY110" fmla="*/ 1580848 h 1583140"/>
              <a:gd name="connsiteX111" fmla="*/ 408381 w 9662615"/>
              <a:gd name="connsiteY111" fmla="*/ 1552940 h 1583140"/>
              <a:gd name="connsiteX112" fmla="*/ 267163 w 9662615"/>
              <a:gd name="connsiteY112" fmla="*/ 1531913 h 1583140"/>
              <a:gd name="connsiteX113" fmla="*/ 196644 w 9662615"/>
              <a:gd name="connsiteY113" fmla="*/ 1524565 h 1583140"/>
              <a:gd name="connsiteX114" fmla="*/ 86819 w 9662615"/>
              <a:gd name="connsiteY114" fmla="*/ 1519517 h 1583140"/>
              <a:gd name="connsiteX115" fmla="*/ 53369 w 9662615"/>
              <a:gd name="connsiteY115" fmla="*/ 1516853 h 1583140"/>
              <a:gd name="connsiteX116" fmla="*/ 2359 w 9662615"/>
              <a:gd name="connsiteY116" fmla="*/ 1515247 h 1583140"/>
              <a:gd name="connsiteX117" fmla="*/ 0 w 9662615"/>
              <a:gd name="connsiteY117" fmla="*/ 1514932 h 1583140"/>
              <a:gd name="connsiteX118" fmla="*/ 0 w 9662615"/>
              <a:gd name="connsiteY118" fmla="*/ 0 h 1583140"/>
              <a:gd name="connsiteX0" fmla="*/ 0 w 9662615"/>
              <a:gd name="connsiteY0" fmla="*/ 0 h 1583140"/>
              <a:gd name="connsiteX1" fmla="*/ 9662615 w 9662615"/>
              <a:gd name="connsiteY1" fmla="*/ 0 h 1583140"/>
              <a:gd name="connsiteX2" fmla="*/ 9662615 w 9662615"/>
              <a:gd name="connsiteY2" fmla="*/ 1280346 h 1583140"/>
              <a:gd name="connsiteX3" fmla="*/ 9658420 w 9662615"/>
              <a:gd name="connsiteY3" fmla="*/ 1280106 h 1583140"/>
              <a:gd name="connsiteX4" fmla="*/ 9469546 w 9662615"/>
              <a:gd name="connsiteY4" fmla="*/ 1289837 h 1583140"/>
              <a:gd name="connsiteX5" fmla="*/ 9385895 w 9662615"/>
              <a:gd name="connsiteY5" fmla="*/ 1269203 h 1583140"/>
              <a:gd name="connsiteX6" fmla="*/ 9144767 w 9662615"/>
              <a:gd name="connsiteY6" fmla="*/ 1264120 h 1583140"/>
              <a:gd name="connsiteX7" fmla="*/ 8837252 w 9662615"/>
              <a:gd name="connsiteY7" fmla="*/ 1350515 h 1583140"/>
              <a:gd name="connsiteX8" fmla="*/ 8705466 w 9662615"/>
              <a:gd name="connsiteY8" fmla="*/ 1342419 h 1583140"/>
              <a:gd name="connsiteX9" fmla="*/ 8652221 w 9662615"/>
              <a:gd name="connsiteY9" fmla="*/ 1326906 h 1583140"/>
              <a:gd name="connsiteX10" fmla="*/ 8632312 w 9662615"/>
              <a:gd name="connsiteY10" fmla="*/ 1326025 h 1583140"/>
              <a:gd name="connsiteX11" fmla="*/ 8591582 w 9662615"/>
              <a:gd name="connsiteY11" fmla="*/ 1341666 h 1583140"/>
              <a:gd name="connsiteX12" fmla="*/ 8537336 w 9662615"/>
              <a:gd name="connsiteY12" fmla="*/ 1341684 h 1583140"/>
              <a:gd name="connsiteX13" fmla="*/ 8472508 w 9662615"/>
              <a:gd name="connsiteY13" fmla="*/ 1363109 h 1583140"/>
              <a:gd name="connsiteX14" fmla="*/ 8258477 w 9662615"/>
              <a:gd name="connsiteY14" fmla="*/ 1370666 h 1583140"/>
              <a:gd name="connsiteX15" fmla="*/ 8197961 w 9662615"/>
              <a:gd name="connsiteY15" fmla="*/ 1392804 h 1583140"/>
              <a:gd name="connsiteX16" fmla="*/ 8171196 w 9662615"/>
              <a:gd name="connsiteY16" fmla="*/ 1397216 h 1583140"/>
              <a:gd name="connsiteX17" fmla="*/ 8127667 w 9662615"/>
              <a:gd name="connsiteY17" fmla="*/ 1418254 h 1583140"/>
              <a:gd name="connsiteX18" fmla="*/ 7974579 w 9662615"/>
              <a:gd name="connsiteY18" fmla="*/ 1383439 h 1583140"/>
              <a:gd name="connsiteX19" fmla="*/ 7768351 w 9662615"/>
              <a:gd name="connsiteY19" fmla="*/ 1395051 h 1583140"/>
              <a:gd name="connsiteX20" fmla="*/ 7635985 w 9662615"/>
              <a:gd name="connsiteY20" fmla="*/ 1386363 h 1583140"/>
              <a:gd name="connsiteX21" fmla="*/ 7466069 w 9662615"/>
              <a:gd name="connsiteY21" fmla="*/ 1377654 h 1583140"/>
              <a:gd name="connsiteX22" fmla="*/ 7355642 w 9662615"/>
              <a:gd name="connsiteY22" fmla="*/ 1407761 h 1583140"/>
              <a:gd name="connsiteX23" fmla="*/ 7151610 w 9662615"/>
              <a:gd name="connsiteY23" fmla="*/ 1397856 h 1583140"/>
              <a:gd name="connsiteX24" fmla="*/ 7082147 w 9662615"/>
              <a:gd name="connsiteY24" fmla="*/ 1406113 h 1583140"/>
              <a:gd name="connsiteX25" fmla="*/ 7014958 w 9662615"/>
              <a:gd name="connsiteY25" fmla="*/ 1396883 h 1583140"/>
              <a:gd name="connsiteX26" fmla="*/ 6907567 w 9662615"/>
              <a:gd name="connsiteY26" fmla="*/ 1419149 h 1583140"/>
              <a:gd name="connsiteX27" fmla="*/ 6748428 w 9662615"/>
              <a:gd name="connsiteY27" fmla="*/ 1420308 h 1583140"/>
              <a:gd name="connsiteX28" fmla="*/ 6654257 w 9662615"/>
              <a:gd name="connsiteY28" fmla="*/ 1424143 h 1583140"/>
              <a:gd name="connsiteX29" fmla="*/ 6620123 w 9662615"/>
              <a:gd name="connsiteY29" fmla="*/ 1430535 h 1583140"/>
              <a:gd name="connsiteX30" fmla="*/ 6571355 w 9662615"/>
              <a:gd name="connsiteY30" fmla="*/ 1436144 h 1583140"/>
              <a:gd name="connsiteX31" fmla="*/ 6486557 w 9662615"/>
              <a:gd name="connsiteY31" fmla="*/ 1449861 h 1583140"/>
              <a:gd name="connsiteX32" fmla="*/ 6370419 w 9662615"/>
              <a:gd name="connsiteY32" fmla="*/ 1461649 h 1583140"/>
              <a:gd name="connsiteX33" fmla="*/ 6278839 w 9662615"/>
              <a:gd name="connsiteY33" fmla="*/ 1449160 h 1583140"/>
              <a:gd name="connsiteX34" fmla="*/ 6272455 w 9662615"/>
              <a:gd name="connsiteY34" fmla="*/ 1453191 h 1583140"/>
              <a:gd name="connsiteX35" fmla="*/ 6212659 w 9662615"/>
              <a:gd name="connsiteY35" fmla="*/ 1454850 h 1583140"/>
              <a:gd name="connsiteX36" fmla="*/ 6069317 w 9662615"/>
              <a:gd name="connsiteY36" fmla="*/ 1445838 h 1583140"/>
              <a:gd name="connsiteX37" fmla="*/ 5878477 w 9662615"/>
              <a:gd name="connsiteY37" fmla="*/ 1439180 h 1583140"/>
              <a:gd name="connsiteX38" fmla="*/ 5838387 w 9662615"/>
              <a:gd name="connsiteY38" fmla="*/ 1444679 h 1583140"/>
              <a:gd name="connsiteX39" fmla="*/ 5771136 w 9662615"/>
              <a:gd name="connsiteY39" fmla="*/ 1453639 h 1583140"/>
              <a:gd name="connsiteX40" fmla="*/ 5724081 w 9662615"/>
              <a:gd name="connsiteY40" fmla="*/ 1470431 h 1583140"/>
              <a:gd name="connsiteX41" fmla="*/ 5666577 w 9662615"/>
              <a:gd name="connsiteY41" fmla="*/ 1473921 h 1583140"/>
              <a:gd name="connsiteX42" fmla="*/ 5649068 w 9662615"/>
              <a:gd name="connsiteY42" fmla="*/ 1461676 h 1583140"/>
              <a:gd name="connsiteX43" fmla="*/ 5588902 w 9662615"/>
              <a:gd name="connsiteY43" fmla="*/ 1469647 h 1583140"/>
              <a:gd name="connsiteX44" fmla="*/ 5498090 w 9662615"/>
              <a:gd name="connsiteY44" fmla="*/ 1483173 h 1583140"/>
              <a:gd name="connsiteX45" fmla="*/ 5444641 w 9662615"/>
              <a:gd name="connsiteY45" fmla="*/ 1487602 h 1583140"/>
              <a:gd name="connsiteX46" fmla="*/ 5299812 w 9662615"/>
              <a:gd name="connsiteY46" fmla="*/ 1503362 h 1583140"/>
              <a:gd name="connsiteX47" fmla="*/ 5213947 w 9662615"/>
              <a:gd name="connsiteY47" fmla="*/ 1516637 h 1583140"/>
              <a:gd name="connsiteX48" fmla="*/ 5090342 w 9662615"/>
              <a:gd name="connsiteY48" fmla="*/ 1546680 h 1583140"/>
              <a:gd name="connsiteX49" fmla="*/ 5129812 w 9662615"/>
              <a:gd name="connsiteY49" fmla="*/ 1521277 h 1583140"/>
              <a:gd name="connsiteX50" fmla="*/ 5059484 w 9662615"/>
              <a:gd name="connsiteY50" fmla="*/ 1546802 h 1583140"/>
              <a:gd name="connsiteX51" fmla="*/ 5038524 w 9662615"/>
              <a:gd name="connsiteY51" fmla="*/ 1545675 h 1583140"/>
              <a:gd name="connsiteX52" fmla="*/ 5026564 w 9662615"/>
              <a:gd name="connsiteY52" fmla="*/ 1545376 h 1583140"/>
              <a:gd name="connsiteX53" fmla="*/ 4969433 w 9662615"/>
              <a:gd name="connsiteY53" fmla="*/ 1550865 h 1583140"/>
              <a:gd name="connsiteX54" fmla="*/ 4929254 w 9662615"/>
              <a:gd name="connsiteY54" fmla="*/ 1563452 h 1583140"/>
              <a:gd name="connsiteX55" fmla="*/ 4871726 w 9662615"/>
              <a:gd name="connsiteY55" fmla="*/ 1570584 h 1583140"/>
              <a:gd name="connsiteX56" fmla="*/ 4843267 w 9662615"/>
              <a:gd name="connsiteY56" fmla="*/ 1561459 h 1583140"/>
              <a:gd name="connsiteX57" fmla="*/ 4821058 w 9662615"/>
              <a:gd name="connsiteY57" fmla="*/ 1553078 h 1583140"/>
              <a:gd name="connsiteX58" fmla="*/ 4791466 w 9662615"/>
              <a:gd name="connsiteY58" fmla="*/ 1561324 h 1583140"/>
              <a:gd name="connsiteX59" fmla="*/ 4784247 w 9662615"/>
              <a:gd name="connsiteY59" fmla="*/ 1562342 h 1583140"/>
              <a:gd name="connsiteX60" fmla="*/ 4739309 w 9662615"/>
              <a:gd name="connsiteY60" fmla="*/ 1553948 h 1583140"/>
              <a:gd name="connsiteX61" fmla="*/ 4697562 w 9662615"/>
              <a:gd name="connsiteY61" fmla="*/ 1551206 h 1583140"/>
              <a:gd name="connsiteX62" fmla="*/ 4650737 w 9662615"/>
              <a:gd name="connsiteY62" fmla="*/ 1537381 h 1583140"/>
              <a:gd name="connsiteX63" fmla="*/ 4583150 w 9662615"/>
              <a:gd name="connsiteY63" fmla="*/ 1529064 h 1583140"/>
              <a:gd name="connsiteX64" fmla="*/ 4521734 w 9662615"/>
              <a:gd name="connsiteY64" fmla="*/ 1529359 h 1583140"/>
              <a:gd name="connsiteX65" fmla="*/ 4382398 w 9662615"/>
              <a:gd name="connsiteY65" fmla="*/ 1534108 h 1583140"/>
              <a:gd name="connsiteX66" fmla="*/ 4221826 w 9662615"/>
              <a:gd name="connsiteY66" fmla="*/ 1500972 h 1583140"/>
              <a:gd name="connsiteX67" fmla="*/ 4096601 w 9662615"/>
              <a:gd name="connsiteY67" fmla="*/ 1521563 h 1583140"/>
              <a:gd name="connsiteX68" fmla="*/ 4002441 w 9662615"/>
              <a:gd name="connsiteY68" fmla="*/ 1528912 h 1583140"/>
              <a:gd name="connsiteX69" fmla="*/ 3833906 w 9662615"/>
              <a:gd name="connsiteY69" fmla="*/ 1516637 h 1583140"/>
              <a:gd name="connsiteX70" fmla="*/ 3763845 w 9662615"/>
              <a:gd name="connsiteY70" fmla="*/ 1501782 h 1583140"/>
              <a:gd name="connsiteX71" fmla="*/ 3641778 w 9662615"/>
              <a:gd name="connsiteY71" fmla="*/ 1505446 h 1583140"/>
              <a:gd name="connsiteX72" fmla="*/ 3565233 w 9662615"/>
              <a:gd name="connsiteY72" fmla="*/ 1515122 h 1583140"/>
              <a:gd name="connsiteX73" fmla="*/ 3560267 w 9662615"/>
              <a:gd name="connsiteY73" fmla="*/ 1516288 h 1583140"/>
              <a:gd name="connsiteX74" fmla="*/ 3540258 w 9662615"/>
              <a:gd name="connsiteY74" fmla="*/ 1516976 h 1583140"/>
              <a:gd name="connsiteX75" fmla="*/ 3534780 w 9662615"/>
              <a:gd name="connsiteY75" fmla="*/ 1522141 h 1583140"/>
              <a:gd name="connsiteX76" fmla="*/ 3504783 w 9662615"/>
              <a:gd name="connsiteY76" fmla="*/ 1526739 h 1583140"/>
              <a:gd name="connsiteX77" fmla="*/ 3430805 w 9662615"/>
              <a:gd name="connsiteY77" fmla="*/ 1542521 h 1583140"/>
              <a:gd name="connsiteX78" fmla="*/ 3292707 w 9662615"/>
              <a:gd name="connsiteY78" fmla="*/ 1520490 h 1583140"/>
              <a:gd name="connsiteX79" fmla="*/ 3187872 w 9662615"/>
              <a:gd name="connsiteY79" fmla="*/ 1519991 h 1583140"/>
              <a:gd name="connsiteX80" fmla="*/ 3148026 w 9662615"/>
              <a:gd name="connsiteY80" fmla="*/ 1524777 h 1583140"/>
              <a:gd name="connsiteX81" fmla="*/ 3092394 w 9662615"/>
              <a:gd name="connsiteY81" fmla="*/ 1528115 h 1583140"/>
              <a:gd name="connsiteX82" fmla="*/ 2994200 w 9662615"/>
              <a:gd name="connsiteY82" fmla="*/ 1537857 h 1583140"/>
              <a:gd name="connsiteX83" fmla="*/ 2862301 w 9662615"/>
              <a:gd name="connsiteY83" fmla="*/ 1544250 h 1583140"/>
              <a:gd name="connsiteX84" fmla="*/ 2766335 w 9662615"/>
              <a:gd name="connsiteY84" fmla="*/ 1527662 h 1583140"/>
              <a:gd name="connsiteX85" fmla="*/ 2757836 w 9662615"/>
              <a:gd name="connsiteY85" fmla="*/ 1531371 h 1583140"/>
              <a:gd name="connsiteX86" fmla="*/ 2691555 w 9662615"/>
              <a:gd name="connsiteY86" fmla="*/ 1530283 h 1583140"/>
              <a:gd name="connsiteX87" fmla="*/ 2491676 w 9662615"/>
              <a:gd name="connsiteY87" fmla="*/ 1500859 h 1583140"/>
              <a:gd name="connsiteX88" fmla="*/ 2378036 w 9662615"/>
              <a:gd name="connsiteY88" fmla="*/ 1520645 h 1583140"/>
              <a:gd name="connsiteX89" fmla="*/ 2284269 w 9662615"/>
              <a:gd name="connsiteY89" fmla="*/ 1503068 h 1583140"/>
              <a:gd name="connsiteX90" fmla="*/ 2207104 w 9662615"/>
              <a:gd name="connsiteY90" fmla="*/ 1508888 h 1583140"/>
              <a:gd name="connsiteX91" fmla="*/ 2149226 w 9662615"/>
              <a:gd name="connsiteY91" fmla="*/ 1523409 h 1583140"/>
              <a:gd name="connsiteX92" fmla="*/ 2084783 w 9662615"/>
              <a:gd name="connsiteY92" fmla="*/ 1524245 h 1583140"/>
              <a:gd name="connsiteX93" fmla="*/ 2070075 w 9662615"/>
              <a:gd name="connsiteY93" fmla="*/ 1511285 h 1583140"/>
              <a:gd name="connsiteX94" fmla="*/ 2001057 w 9662615"/>
              <a:gd name="connsiteY94" fmla="*/ 1516449 h 1583140"/>
              <a:gd name="connsiteX95" fmla="*/ 1896330 w 9662615"/>
              <a:gd name="connsiteY95" fmla="*/ 1525725 h 1583140"/>
              <a:gd name="connsiteX96" fmla="*/ 1835994 w 9662615"/>
              <a:gd name="connsiteY96" fmla="*/ 1527678 h 1583140"/>
              <a:gd name="connsiteX97" fmla="*/ 1671119 w 9662615"/>
              <a:gd name="connsiteY97" fmla="*/ 1536701 h 1583140"/>
              <a:gd name="connsiteX98" fmla="*/ 1601337 w 9662615"/>
              <a:gd name="connsiteY98" fmla="*/ 1548552 h 1583140"/>
              <a:gd name="connsiteX99" fmla="*/ 1407755 w 9662615"/>
              <a:gd name="connsiteY99" fmla="*/ 1571444 h 1583140"/>
              <a:gd name="connsiteX100" fmla="*/ 1271994 w 9662615"/>
              <a:gd name="connsiteY100" fmla="*/ 1579471 h 1583140"/>
              <a:gd name="connsiteX101" fmla="*/ 1249226 w 9662615"/>
              <a:gd name="connsiteY101" fmla="*/ 1583140 h 1583140"/>
              <a:gd name="connsiteX102" fmla="*/ 1217719 w 9662615"/>
              <a:gd name="connsiteY102" fmla="*/ 1580863 h 1583140"/>
              <a:gd name="connsiteX103" fmla="*/ 1091432 w 9662615"/>
              <a:gd name="connsiteY103" fmla="*/ 1571003 h 1583140"/>
              <a:gd name="connsiteX104" fmla="*/ 992039 w 9662615"/>
              <a:gd name="connsiteY104" fmla="*/ 1556662 h 1583140"/>
              <a:gd name="connsiteX105" fmla="*/ 868264 w 9662615"/>
              <a:gd name="connsiteY105" fmla="*/ 1566392 h 1583140"/>
              <a:gd name="connsiteX106" fmla="*/ 792765 w 9662615"/>
              <a:gd name="connsiteY106" fmla="*/ 1563102 h 1583140"/>
              <a:gd name="connsiteX107" fmla="*/ 669055 w 9662615"/>
              <a:gd name="connsiteY107" fmla="*/ 1543638 h 1583140"/>
              <a:gd name="connsiteX108" fmla="*/ 506152 w 9662615"/>
              <a:gd name="connsiteY108" fmla="*/ 1549124 h 1583140"/>
              <a:gd name="connsiteX109" fmla="*/ 472797 w 9662615"/>
              <a:gd name="connsiteY109" fmla="*/ 1568904 h 1583140"/>
              <a:gd name="connsiteX110" fmla="*/ 427864 w 9662615"/>
              <a:gd name="connsiteY110" fmla="*/ 1580848 h 1583140"/>
              <a:gd name="connsiteX111" fmla="*/ 408381 w 9662615"/>
              <a:gd name="connsiteY111" fmla="*/ 1552940 h 1583140"/>
              <a:gd name="connsiteX112" fmla="*/ 267163 w 9662615"/>
              <a:gd name="connsiteY112" fmla="*/ 1531913 h 1583140"/>
              <a:gd name="connsiteX113" fmla="*/ 196644 w 9662615"/>
              <a:gd name="connsiteY113" fmla="*/ 1524565 h 1583140"/>
              <a:gd name="connsiteX114" fmla="*/ 86819 w 9662615"/>
              <a:gd name="connsiteY114" fmla="*/ 1519517 h 1583140"/>
              <a:gd name="connsiteX115" fmla="*/ 53369 w 9662615"/>
              <a:gd name="connsiteY115" fmla="*/ 1516853 h 1583140"/>
              <a:gd name="connsiteX116" fmla="*/ 2359 w 9662615"/>
              <a:gd name="connsiteY116" fmla="*/ 1515247 h 1583140"/>
              <a:gd name="connsiteX117" fmla="*/ 0 w 9662615"/>
              <a:gd name="connsiteY117" fmla="*/ 1514932 h 1583140"/>
              <a:gd name="connsiteX118" fmla="*/ 0 w 9662615"/>
              <a:gd name="connsiteY118" fmla="*/ 0 h 1583140"/>
              <a:gd name="connsiteX0" fmla="*/ 0 w 9662615"/>
              <a:gd name="connsiteY0" fmla="*/ 0 h 1583140"/>
              <a:gd name="connsiteX1" fmla="*/ 9662615 w 9662615"/>
              <a:gd name="connsiteY1" fmla="*/ 0 h 1583140"/>
              <a:gd name="connsiteX2" fmla="*/ 9662615 w 9662615"/>
              <a:gd name="connsiteY2" fmla="*/ 1280346 h 1583140"/>
              <a:gd name="connsiteX3" fmla="*/ 9658420 w 9662615"/>
              <a:gd name="connsiteY3" fmla="*/ 1280106 h 1583140"/>
              <a:gd name="connsiteX4" fmla="*/ 9469546 w 9662615"/>
              <a:gd name="connsiteY4" fmla="*/ 1289837 h 1583140"/>
              <a:gd name="connsiteX5" fmla="*/ 9385895 w 9662615"/>
              <a:gd name="connsiteY5" fmla="*/ 1269203 h 1583140"/>
              <a:gd name="connsiteX6" fmla="*/ 9144767 w 9662615"/>
              <a:gd name="connsiteY6" fmla="*/ 1264120 h 1583140"/>
              <a:gd name="connsiteX7" fmla="*/ 8837252 w 9662615"/>
              <a:gd name="connsiteY7" fmla="*/ 1350515 h 1583140"/>
              <a:gd name="connsiteX8" fmla="*/ 8705466 w 9662615"/>
              <a:gd name="connsiteY8" fmla="*/ 1342419 h 1583140"/>
              <a:gd name="connsiteX9" fmla="*/ 8652221 w 9662615"/>
              <a:gd name="connsiteY9" fmla="*/ 1326906 h 1583140"/>
              <a:gd name="connsiteX10" fmla="*/ 8632312 w 9662615"/>
              <a:gd name="connsiteY10" fmla="*/ 1326025 h 1583140"/>
              <a:gd name="connsiteX11" fmla="*/ 8591582 w 9662615"/>
              <a:gd name="connsiteY11" fmla="*/ 1341666 h 1583140"/>
              <a:gd name="connsiteX12" fmla="*/ 8537336 w 9662615"/>
              <a:gd name="connsiteY12" fmla="*/ 1341684 h 1583140"/>
              <a:gd name="connsiteX13" fmla="*/ 8472508 w 9662615"/>
              <a:gd name="connsiteY13" fmla="*/ 1363109 h 1583140"/>
              <a:gd name="connsiteX14" fmla="*/ 8258477 w 9662615"/>
              <a:gd name="connsiteY14" fmla="*/ 1370666 h 1583140"/>
              <a:gd name="connsiteX15" fmla="*/ 8197961 w 9662615"/>
              <a:gd name="connsiteY15" fmla="*/ 1392804 h 1583140"/>
              <a:gd name="connsiteX16" fmla="*/ 8171196 w 9662615"/>
              <a:gd name="connsiteY16" fmla="*/ 1397216 h 1583140"/>
              <a:gd name="connsiteX17" fmla="*/ 8127667 w 9662615"/>
              <a:gd name="connsiteY17" fmla="*/ 1418254 h 1583140"/>
              <a:gd name="connsiteX18" fmla="*/ 7974579 w 9662615"/>
              <a:gd name="connsiteY18" fmla="*/ 1383439 h 1583140"/>
              <a:gd name="connsiteX19" fmla="*/ 7768351 w 9662615"/>
              <a:gd name="connsiteY19" fmla="*/ 1395051 h 1583140"/>
              <a:gd name="connsiteX20" fmla="*/ 7635985 w 9662615"/>
              <a:gd name="connsiteY20" fmla="*/ 1386363 h 1583140"/>
              <a:gd name="connsiteX21" fmla="*/ 7466069 w 9662615"/>
              <a:gd name="connsiteY21" fmla="*/ 1377654 h 1583140"/>
              <a:gd name="connsiteX22" fmla="*/ 7355642 w 9662615"/>
              <a:gd name="connsiteY22" fmla="*/ 1407761 h 1583140"/>
              <a:gd name="connsiteX23" fmla="*/ 7151610 w 9662615"/>
              <a:gd name="connsiteY23" fmla="*/ 1397856 h 1583140"/>
              <a:gd name="connsiteX24" fmla="*/ 7082147 w 9662615"/>
              <a:gd name="connsiteY24" fmla="*/ 1406113 h 1583140"/>
              <a:gd name="connsiteX25" fmla="*/ 7014958 w 9662615"/>
              <a:gd name="connsiteY25" fmla="*/ 1396883 h 1583140"/>
              <a:gd name="connsiteX26" fmla="*/ 6907567 w 9662615"/>
              <a:gd name="connsiteY26" fmla="*/ 1419149 h 1583140"/>
              <a:gd name="connsiteX27" fmla="*/ 6748428 w 9662615"/>
              <a:gd name="connsiteY27" fmla="*/ 1420308 h 1583140"/>
              <a:gd name="connsiteX28" fmla="*/ 6654257 w 9662615"/>
              <a:gd name="connsiteY28" fmla="*/ 1424143 h 1583140"/>
              <a:gd name="connsiteX29" fmla="*/ 6620123 w 9662615"/>
              <a:gd name="connsiteY29" fmla="*/ 1430535 h 1583140"/>
              <a:gd name="connsiteX30" fmla="*/ 6571355 w 9662615"/>
              <a:gd name="connsiteY30" fmla="*/ 1436144 h 1583140"/>
              <a:gd name="connsiteX31" fmla="*/ 6486557 w 9662615"/>
              <a:gd name="connsiteY31" fmla="*/ 1449861 h 1583140"/>
              <a:gd name="connsiteX32" fmla="*/ 6370419 w 9662615"/>
              <a:gd name="connsiteY32" fmla="*/ 1461649 h 1583140"/>
              <a:gd name="connsiteX33" fmla="*/ 6278839 w 9662615"/>
              <a:gd name="connsiteY33" fmla="*/ 1449160 h 1583140"/>
              <a:gd name="connsiteX34" fmla="*/ 6272455 w 9662615"/>
              <a:gd name="connsiteY34" fmla="*/ 1453191 h 1583140"/>
              <a:gd name="connsiteX35" fmla="*/ 6212659 w 9662615"/>
              <a:gd name="connsiteY35" fmla="*/ 1454850 h 1583140"/>
              <a:gd name="connsiteX36" fmla="*/ 6069317 w 9662615"/>
              <a:gd name="connsiteY36" fmla="*/ 1445838 h 1583140"/>
              <a:gd name="connsiteX37" fmla="*/ 5878477 w 9662615"/>
              <a:gd name="connsiteY37" fmla="*/ 1439180 h 1583140"/>
              <a:gd name="connsiteX38" fmla="*/ 5838387 w 9662615"/>
              <a:gd name="connsiteY38" fmla="*/ 1444679 h 1583140"/>
              <a:gd name="connsiteX39" fmla="*/ 5771136 w 9662615"/>
              <a:gd name="connsiteY39" fmla="*/ 1453639 h 1583140"/>
              <a:gd name="connsiteX40" fmla="*/ 5724081 w 9662615"/>
              <a:gd name="connsiteY40" fmla="*/ 1470431 h 1583140"/>
              <a:gd name="connsiteX41" fmla="*/ 5666577 w 9662615"/>
              <a:gd name="connsiteY41" fmla="*/ 1473921 h 1583140"/>
              <a:gd name="connsiteX42" fmla="*/ 5649068 w 9662615"/>
              <a:gd name="connsiteY42" fmla="*/ 1461676 h 1583140"/>
              <a:gd name="connsiteX43" fmla="*/ 5588902 w 9662615"/>
              <a:gd name="connsiteY43" fmla="*/ 1469647 h 1583140"/>
              <a:gd name="connsiteX44" fmla="*/ 5498090 w 9662615"/>
              <a:gd name="connsiteY44" fmla="*/ 1483173 h 1583140"/>
              <a:gd name="connsiteX45" fmla="*/ 5444641 w 9662615"/>
              <a:gd name="connsiteY45" fmla="*/ 1487602 h 1583140"/>
              <a:gd name="connsiteX46" fmla="*/ 5299812 w 9662615"/>
              <a:gd name="connsiteY46" fmla="*/ 1503362 h 1583140"/>
              <a:gd name="connsiteX47" fmla="*/ 5213947 w 9662615"/>
              <a:gd name="connsiteY47" fmla="*/ 1516637 h 1583140"/>
              <a:gd name="connsiteX48" fmla="*/ 5090342 w 9662615"/>
              <a:gd name="connsiteY48" fmla="*/ 1546680 h 1583140"/>
              <a:gd name="connsiteX49" fmla="*/ 5137764 w 9662615"/>
              <a:gd name="connsiteY49" fmla="*/ 1481521 h 1583140"/>
              <a:gd name="connsiteX50" fmla="*/ 5059484 w 9662615"/>
              <a:gd name="connsiteY50" fmla="*/ 1546802 h 1583140"/>
              <a:gd name="connsiteX51" fmla="*/ 5038524 w 9662615"/>
              <a:gd name="connsiteY51" fmla="*/ 1545675 h 1583140"/>
              <a:gd name="connsiteX52" fmla="*/ 5026564 w 9662615"/>
              <a:gd name="connsiteY52" fmla="*/ 1545376 h 1583140"/>
              <a:gd name="connsiteX53" fmla="*/ 4969433 w 9662615"/>
              <a:gd name="connsiteY53" fmla="*/ 1550865 h 1583140"/>
              <a:gd name="connsiteX54" fmla="*/ 4929254 w 9662615"/>
              <a:gd name="connsiteY54" fmla="*/ 1563452 h 1583140"/>
              <a:gd name="connsiteX55" fmla="*/ 4871726 w 9662615"/>
              <a:gd name="connsiteY55" fmla="*/ 1570584 h 1583140"/>
              <a:gd name="connsiteX56" fmla="*/ 4843267 w 9662615"/>
              <a:gd name="connsiteY56" fmla="*/ 1561459 h 1583140"/>
              <a:gd name="connsiteX57" fmla="*/ 4821058 w 9662615"/>
              <a:gd name="connsiteY57" fmla="*/ 1553078 h 1583140"/>
              <a:gd name="connsiteX58" fmla="*/ 4791466 w 9662615"/>
              <a:gd name="connsiteY58" fmla="*/ 1561324 h 1583140"/>
              <a:gd name="connsiteX59" fmla="*/ 4784247 w 9662615"/>
              <a:gd name="connsiteY59" fmla="*/ 1562342 h 1583140"/>
              <a:gd name="connsiteX60" fmla="*/ 4739309 w 9662615"/>
              <a:gd name="connsiteY60" fmla="*/ 1553948 h 1583140"/>
              <a:gd name="connsiteX61" fmla="*/ 4697562 w 9662615"/>
              <a:gd name="connsiteY61" fmla="*/ 1551206 h 1583140"/>
              <a:gd name="connsiteX62" fmla="*/ 4650737 w 9662615"/>
              <a:gd name="connsiteY62" fmla="*/ 1537381 h 1583140"/>
              <a:gd name="connsiteX63" fmla="*/ 4583150 w 9662615"/>
              <a:gd name="connsiteY63" fmla="*/ 1529064 h 1583140"/>
              <a:gd name="connsiteX64" fmla="*/ 4521734 w 9662615"/>
              <a:gd name="connsiteY64" fmla="*/ 1529359 h 1583140"/>
              <a:gd name="connsiteX65" fmla="*/ 4382398 w 9662615"/>
              <a:gd name="connsiteY65" fmla="*/ 1534108 h 1583140"/>
              <a:gd name="connsiteX66" fmla="*/ 4221826 w 9662615"/>
              <a:gd name="connsiteY66" fmla="*/ 1500972 h 1583140"/>
              <a:gd name="connsiteX67" fmla="*/ 4096601 w 9662615"/>
              <a:gd name="connsiteY67" fmla="*/ 1521563 h 1583140"/>
              <a:gd name="connsiteX68" fmla="*/ 4002441 w 9662615"/>
              <a:gd name="connsiteY68" fmla="*/ 1528912 h 1583140"/>
              <a:gd name="connsiteX69" fmla="*/ 3833906 w 9662615"/>
              <a:gd name="connsiteY69" fmla="*/ 1516637 h 1583140"/>
              <a:gd name="connsiteX70" fmla="*/ 3763845 w 9662615"/>
              <a:gd name="connsiteY70" fmla="*/ 1501782 h 1583140"/>
              <a:gd name="connsiteX71" fmla="*/ 3641778 w 9662615"/>
              <a:gd name="connsiteY71" fmla="*/ 1505446 h 1583140"/>
              <a:gd name="connsiteX72" fmla="*/ 3565233 w 9662615"/>
              <a:gd name="connsiteY72" fmla="*/ 1515122 h 1583140"/>
              <a:gd name="connsiteX73" fmla="*/ 3560267 w 9662615"/>
              <a:gd name="connsiteY73" fmla="*/ 1516288 h 1583140"/>
              <a:gd name="connsiteX74" fmla="*/ 3540258 w 9662615"/>
              <a:gd name="connsiteY74" fmla="*/ 1516976 h 1583140"/>
              <a:gd name="connsiteX75" fmla="*/ 3534780 w 9662615"/>
              <a:gd name="connsiteY75" fmla="*/ 1522141 h 1583140"/>
              <a:gd name="connsiteX76" fmla="*/ 3504783 w 9662615"/>
              <a:gd name="connsiteY76" fmla="*/ 1526739 h 1583140"/>
              <a:gd name="connsiteX77" fmla="*/ 3430805 w 9662615"/>
              <a:gd name="connsiteY77" fmla="*/ 1542521 h 1583140"/>
              <a:gd name="connsiteX78" fmla="*/ 3292707 w 9662615"/>
              <a:gd name="connsiteY78" fmla="*/ 1520490 h 1583140"/>
              <a:gd name="connsiteX79" fmla="*/ 3187872 w 9662615"/>
              <a:gd name="connsiteY79" fmla="*/ 1519991 h 1583140"/>
              <a:gd name="connsiteX80" fmla="*/ 3148026 w 9662615"/>
              <a:gd name="connsiteY80" fmla="*/ 1524777 h 1583140"/>
              <a:gd name="connsiteX81" fmla="*/ 3092394 w 9662615"/>
              <a:gd name="connsiteY81" fmla="*/ 1528115 h 1583140"/>
              <a:gd name="connsiteX82" fmla="*/ 2994200 w 9662615"/>
              <a:gd name="connsiteY82" fmla="*/ 1537857 h 1583140"/>
              <a:gd name="connsiteX83" fmla="*/ 2862301 w 9662615"/>
              <a:gd name="connsiteY83" fmla="*/ 1544250 h 1583140"/>
              <a:gd name="connsiteX84" fmla="*/ 2766335 w 9662615"/>
              <a:gd name="connsiteY84" fmla="*/ 1527662 h 1583140"/>
              <a:gd name="connsiteX85" fmla="*/ 2757836 w 9662615"/>
              <a:gd name="connsiteY85" fmla="*/ 1531371 h 1583140"/>
              <a:gd name="connsiteX86" fmla="*/ 2691555 w 9662615"/>
              <a:gd name="connsiteY86" fmla="*/ 1530283 h 1583140"/>
              <a:gd name="connsiteX87" fmla="*/ 2491676 w 9662615"/>
              <a:gd name="connsiteY87" fmla="*/ 1500859 h 1583140"/>
              <a:gd name="connsiteX88" fmla="*/ 2378036 w 9662615"/>
              <a:gd name="connsiteY88" fmla="*/ 1520645 h 1583140"/>
              <a:gd name="connsiteX89" fmla="*/ 2284269 w 9662615"/>
              <a:gd name="connsiteY89" fmla="*/ 1503068 h 1583140"/>
              <a:gd name="connsiteX90" fmla="*/ 2207104 w 9662615"/>
              <a:gd name="connsiteY90" fmla="*/ 1508888 h 1583140"/>
              <a:gd name="connsiteX91" fmla="*/ 2149226 w 9662615"/>
              <a:gd name="connsiteY91" fmla="*/ 1523409 h 1583140"/>
              <a:gd name="connsiteX92" fmla="*/ 2084783 w 9662615"/>
              <a:gd name="connsiteY92" fmla="*/ 1524245 h 1583140"/>
              <a:gd name="connsiteX93" fmla="*/ 2070075 w 9662615"/>
              <a:gd name="connsiteY93" fmla="*/ 1511285 h 1583140"/>
              <a:gd name="connsiteX94" fmla="*/ 2001057 w 9662615"/>
              <a:gd name="connsiteY94" fmla="*/ 1516449 h 1583140"/>
              <a:gd name="connsiteX95" fmla="*/ 1896330 w 9662615"/>
              <a:gd name="connsiteY95" fmla="*/ 1525725 h 1583140"/>
              <a:gd name="connsiteX96" fmla="*/ 1835994 w 9662615"/>
              <a:gd name="connsiteY96" fmla="*/ 1527678 h 1583140"/>
              <a:gd name="connsiteX97" fmla="*/ 1671119 w 9662615"/>
              <a:gd name="connsiteY97" fmla="*/ 1536701 h 1583140"/>
              <a:gd name="connsiteX98" fmla="*/ 1601337 w 9662615"/>
              <a:gd name="connsiteY98" fmla="*/ 1548552 h 1583140"/>
              <a:gd name="connsiteX99" fmla="*/ 1407755 w 9662615"/>
              <a:gd name="connsiteY99" fmla="*/ 1571444 h 1583140"/>
              <a:gd name="connsiteX100" fmla="*/ 1271994 w 9662615"/>
              <a:gd name="connsiteY100" fmla="*/ 1579471 h 1583140"/>
              <a:gd name="connsiteX101" fmla="*/ 1249226 w 9662615"/>
              <a:gd name="connsiteY101" fmla="*/ 1583140 h 1583140"/>
              <a:gd name="connsiteX102" fmla="*/ 1217719 w 9662615"/>
              <a:gd name="connsiteY102" fmla="*/ 1580863 h 1583140"/>
              <a:gd name="connsiteX103" fmla="*/ 1091432 w 9662615"/>
              <a:gd name="connsiteY103" fmla="*/ 1571003 h 1583140"/>
              <a:gd name="connsiteX104" fmla="*/ 992039 w 9662615"/>
              <a:gd name="connsiteY104" fmla="*/ 1556662 h 1583140"/>
              <a:gd name="connsiteX105" fmla="*/ 868264 w 9662615"/>
              <a:gd name="connsiteY105" fmla="*/ 1566392 h 1583140"/>
              <a:gd name="connsiteX106" fmla="*/ 792765 w 9662615"/>
              <a:gd name="connsiteY106" fmla="*/ 1563102 h 1583140"/>
              <a:gd name="connsiteX107" fmla="*/ 669055 w 9662615"/>
              <a:gd name="connsiteY107" fmla="*/ 1543638 h 1583140"/>
              <a:gd name="connsiteX108" fmla="*/ 506152 w 9662615"/>
              <a:gd name="connsiteY108" fmla="*/ 1549124 h 1583140"/>
              <a:gd name="connsiteX109" fmla="*/ 472797 w 9662615"/>
              <a:gd name="connsiteY109" fmla="*/ 1568904 h 1583140"/>
              <a:gd name="connsiteX110" fmla="*/ 427864 w 9662615"/>
              <a:gd name="connsiteY110" fmla="*/ 1580848 h 1583140"/>
              <a:gd name="connsiteX111" fmla="*/ 408381 w 9662615"/>
              <a:gd name="connsiteY111" fmla="*/ 1552940 h 1583140"/>
              <a:gd name="connsiteX112" fmla="*/ 267163 w 9662615"/>
              <a:gd name="connsiteY112" fmla="*/ 1531913 h 1583140"/>
              <a:gd name="connsiteX113" fmla="*/ 196644 w 9662615"/>
              <a:gd name="connsiteY113" fmla="*/ 1524565 h 1583140"/>
              <a:gd name="connsiteX114" fmla="*/ 86819 w 9662615"/>
              <a:gd name="connsiteY114" fmla="*/ 1519517 h 1583140"/>
              <a:gd name="connsiteX115" fmla="*/ 53369 w 9662615"/>
              <a:gd name="connsiteY115" fmla="*/ 1516853 h 1583140"/>
              <a:gd name="connsiteX116" fmla="*/ 2359 w 9662615"/>
              <a:gd name="connsiteY116" fmla="*/ 1515247 h 1583140"/>
              <a:gd name="connsiteX117" fmla="*/ 0 w 9662615"/>
              <a:gd name="connsiteY117" fmla="*/ 1514932 h 1583140"/>
              <a:gd name="connsiteX118" fmla="*/ 0 w 9662615"/>
              <a:gd name="connsiteY118" fmla="*/ 0 h 1583140"/>
              <a:gd name="connsiteX0" fmla="*/ 0 w 9662615"/>
              <a:gd name="connsiteY0" fmla="*/ 0 h 1583140"/>
              <a:gd name="connsiteX1" fmla="*/ 9662615 w 9662615"/>
              <a:gd name="connsiteY1" fmla="*/ 0 h 1583140"/>
              <a:gd name="connsiteX2" fmla="*/ 9662615 w 9662615"/>
              <a:gd name="connsiteY2" fmla="*/ 1280346 h 1583140"/>
              <a:gd name="connsiteX3" fmla="*/ 9658420 w 9662615"/>
              <a:gd name="connsiteY3" fmla="*/ 1280106 h 1583140"/>
              <a:gd name="connsiteX4" fmla="*/ 9469546 w 9662615"/>
              <a:gd name="connsiteY4" fmla="*/ 1289837 h 1583140"/>
              <a:gd name="connsiteX5" fmla="*/ 9385895 w 9662615"/>
              <a:gd name="connsiteY5" fmla="*/ 1269203 h 1583140"/>
              <a:gd name="connsiteX6" fmla="*/ 9144767 w 9662615"/>
              <a:gd name="connsiteY6" fmla="*/ 1264120 h 1583140"/>
              <a:gd name="connsiteX7" fmla="*/ 8837252 w 9662615"/>
              <a:gd name="connsiteY7" fmla="*/ 1350515 h 1583140"/>
              <a:gd name="connsiteX8" fmla="*/ 8705466 w 9662615"/>
              <a:gd name="connsiteY8" fmla="*/ 1342419 h 1583140"/>
              <a:gd name="connsiteX9" fmla="*/ 8652221 w 9662615"/>
              <a:gd name="connsiteY9" fmla="*/ 1326906 h 1583140"/>
              <a:gd name="connsiteX10" fmla="*/ 8632312 w 9662615"/>
              <a:gd name="connsiteY10" fmla="*/ 1326025 h 1583140"/>
              <a:gd name="connsiteX11" fmla="*/ 8591582 w 9662615"/>
              <a:gd name="connsiteY11" fmla="*/ 1341666 h 1583140"/>
              <a:gd name="connsiteX12" fmla="*/ 8537336 w 9662615"/>
              <a:gd name="connsiteY12" fmla="*/ 1341684 h 1583140"/>
              <a:gd name="connsiteX13" fmla="*/ 8472508 w 9662615"/>
              <a:gd name="connsiteY13" fmla="*/ 1363109 h 1583140"/>
              <a:gd name="connsiteX14" fmla="*/ 8258477 w 9662615"/>
              <a:gd name="connsiteY14" fmla="*/ 1370666 h 1583140"/>
              <a:gd name="connsiteX15" fmla="*/ 8197961 w 9662615"/>
              <a:gd name="connsiteY15" fmla="*/ 1392804 h 1583140"/>
              <a:gd name="connsiteX16" fmla="*/ 8171196 w 9662615"/>
              <a:gd name="connsiteY16" fmla="*/ 1397216 h 1583140"/>
              <a:gd name="connsiteX17" fmla="*/ 8127667 w 9662615"/>
              <a:gd name="connsiteY17" fmla="*/ 1418254 h 1583140"/>
              <a:gd name="connsiteX18" fmla="*/ 7974579 w 9662615"/>
              <a:gd name="connsiteY18" fmla="*/ 1383439 h 1583140"/>
              <a:gd name="connsiteX19" fmla="*/ 7768351 w 9662615"/>
              <a:gd name="connsiteY19" fmla="*/ 1395051 h 1583140"/>
              <a:gd name="connsiteX20" fmla="*/ 7635985 w 9662615"/>
              <a:gd name="connsiteY20" fmla="*/ 1386363 h 1583140"/>
              <a:gd name="connsiteX21" fmla="*/ 7466069 w 9662615"/>
              <a:gd name="connsiteY21" fmla="*/ 1377654 h 1583140"/>
              <a:gd name="connsiteX22" fmla="*/ 7355642 w 9662615"/>
              <a:gd name="connsiteY22" fmla="*/ 1407761 h 1583140"/>
              <a:gd name="connsiteX23" fmla="*/ 7151610 w 9662615"/>
              <a:gd name="connsiteY23" fmla="*/ 1397856 h 1583140"/>
              <a:gd name="connsiteX24" fmla="*/ 7082147 w 9662615"/>
              <a:gd name="connsiteY24" fmla="*/ 1406113 h 1583140"/>
              <a:gd name="connsiteX25" fmla="*/ 7014958 w 9662615"/>
              <a:gd name="connsiteY25" fmla="*/ 1396883 h 1583140"/>
              <a:gd name="connsiteX26" fmla="*/ 6907567 w 9662615"/>
              <a:gd name="connsiteY26" fmla="*/ 1419149 h 1583140"/>
              <a:gd name="connsiteX27" fmla="*/ 6748428 w 9662615"/>
              <a:gd name="connsiteY27" fmla="*/ 1420308 h 1583140"/>
              <a:gd name="connsiteX28" fmla="*/ 6654257 w 9662615"/>
              <a:gd name="connsiteY28" fmla="*/ 1424143 h 1583140"/>
              <a:gd name="connsiteX29" fmla="*/ 6620123 w 9662615"/>
              <a:gd name="connsiteY29" fmla="*/ 1430535 h 1583140"/>
              <a:gd name="connsiteX30" fmla="*/ 6571355 w 9662615"/>
              <a:gd name="connsiteY30" fmla="*/ 1436144 h 1583140"/>
              <a:gd name="connsiteX31" fmla="*/ 6486557 w 9662615"/>
              <a:gd name="connsiteY31" fmla="*/ 1449861 h 1583140"/>
              <a:gd name="connsiteX32" fmla="*/ 6370419 w 9662615"/>
              <a:gd name="connsiteY32" fmla="*/ 1461649 h 1583140"/>
              <a:gd name="connsiteX33" fmla="*/ 6278839 w 9662615"/>
              <a:gd name="connsiteY33" fmla="*/ 1449160 h 1583140"/>
              <a:gd name="connsiteX34" fmla="*/ 6272455 w 9662615"/>
              <a:gd name="connsiteY34" fmla="*/ 1453191 h 1583140"/>
              <a:gd name="connsiteX35" fmla="*/ 6212659 w 9662615"/>
              <a:gd name="connsiteY35" fmla="*/ 1454850 h 1583140"/>
              <a:gd name="connsiteX36" fmla="*/ 6069317 w 9662615"/>
              <a:gd name="connsiteY36" fmla="*/ 1445838 h 1583140"/>
              <a:gd name="connsiteX37" fmla="*/ 5878477 w 9662615"/>
              <a:gd name="connsiteY37" fmla="*/ 1439180 h 1583140"/>
              <a:gd name="connsiteX38" fmla="*/ 5838387 w 9662615"/>
              <a:gd name="connsiteY38" fmla="*/ 1444679 h 1583140"/>
              <a:gd name="connsiteX39" fmla="*/ 5771136 w 9662615"/>
              <a:gd name="connsiteY39" fmla="*/ 1453639 h 1583140"/>
              <a:gd name="connsiteX40" fmla="*/ 5724081 w 9662615"/>
              <a:gd name="connsiteY40" fmla="*/ 1470431 h 1583140"/>
              <a:gd name="connsiteX41" fmla="*/ 5666577 w 9662615"/>
              <a:gd name="connsiteY41" fmla="*/ 1473921 h 1583140"/>
              <a:gd name="connsiteX42" fmla="*/ 5649068 w 9662615"/>
              <a:gd name="connsiteY42" fmla="*/ 1461676 h 1583140"/>
              <a:gd name="connsiteX43" fmla="*/ 5588902 w 9662615"/>
              <a:gd name="connsiteY43" fmla="*/ 1469647 h 1583140"/>
              <a:gd name="connsiteX44" fmla="*/ 5498090 w 9662615"/>
              <a:gd name="connsiteY44" fmla="*/ 1483173 h 1583140"/>
              <a:gd name="connsiteX45" fmla="*/ 5444641 w 9662615"/>
              <a:gd name="connsiteY45" fmla="*/ 1487602 h 1583140"/>
              <a:gd name="connsiteX46" fmla="*/ 5299812 w 9662615"/>
              <a:gd name="connsiteY46" fmla="*/ 1503362 h 1583140"/>
              <a:gd name="connsiteX47" fmla="*/ 5213947 w 9662615"/>
              <a:gd name="connsiteY47" fmla="*/ 1516637 h 1583140"/>
              <a:gd name="connsiteX48" fmla="*/ 5177807 w 9662615"/>
              <a:gd name="connsiteY48" fmla="*/ 1526802 h 1583140"/>
              <a:gd name="connsiteX49" fmla="*/ 5137764 w 9662615"/>
              <a:gd name="connsiteY49" fmla="*/ 1481521 h 1583140"/>
              <a:gd name="connsiteX50" fmla="*/ 5059484 w 9662615"/>
              <a:gd name="connsiteY50" fmla="*/ 1546802 h 1583140"/>
              <a:gd name="connsiteX51" fmla="*/ 5038524 w 9662615"/>
              <a:gd name="connsiteY51" fmla="*/ 1545675 h 1583140"/>
              <a:gd name="connsiteX52" fmla="*/ 5026564 w 9662615"/>
              <a:gd name="connsiteY52" fmla="*/ 1545376 h 1583140"/>
              <a:gd name="connsiteX53" fmla="*/ 4969433 w 9662615"/>
              <a:gd name="connsiteY53" fmla="*/ 1550865 h 1583140"/>
              <a:gd name="connsiteX54" fmla="*/ 4929254 w 9662615"/>
              <a:gd name="connsiteY54" fmla="*/ 1563452 h 1583140"/>
              <a:gd name="connsiteX55" fmla="*/ 4871726 w 9662615"/>
              <a:gd name="connsiteY55" fmla="*/ 1570584 h 1583140"/>
              <a:gd name="connsiteX56" fmla="*/ 4843267 w 9662615"/>
              <a:gd name="connsiteY56" fmla="*/ 1561459 h 1583140"/>
              <a:gd name="connsiteX57" fmla="*/ 4821058 w 9662615"/>
              <a:gd name="connsiteY57" fmla="*/ 1553078 h 1583140"/>
              <a:gd name="connsiteX58" fmla="*/ 4791466 w 9662615"/>
              <a:gd name="connsiteY58" fmla="*/ 1561324 h 1583140"/>
              <a:gd name="connsiteX59" fmla="*/ 4784247 w 9662615"/>
              <a:gd name="connsiteY59" fmla="*/ 1562342 h 1583140"/>
              <a:gd name="connsiteX60" fmla="*/ 4739309 w 9662615"/>
              <a:gd name="connsiteY60" fmla="*/ 1553948 h 1583140"/>
              <a:gd name="connsiteX61" fmla="*/ 4697562 w 9662615"/>
              <a:gd name="connsiteY61" fmla="*/ 1551206 h 1583140"/>
              <a:gd name="connsiteX62" fmla="*/ 4650737 w 9662615"/>
              <a:gd name="connsiteY62" fmla="*/ 1537381 h 1583140"/>
              <a:gd name="connsiteX63" fmla="*/ 4583150 w 9662615"/>
              <a:gd name="connsiteY63" fmla="*/ 1529064 h 1583140"/>
              <a:gd name="connsiteX64" fmla="*/ 4521734 w 9662615"/>
              <a:gd name="connsiteY64" fmla="*/ 1529359 h 1583140"/>
              <a:gd name="connsiteX65" fmla="*/ 4382398 w 9662615"/>
              <a:gd name="connsiteY65" fmla="*/ 1534108 h 1583140"/>
              <a:gd name="connsiteX66" fmla="*/ 4221826 w 9662615"/>
              <a:gd name="connsiteY66" fmla="*/ 1500972 h 1583140"/>
              <a:gd name="connsiteX67" fmla="*/ 4096601 w 9662615"/>
              <a:gd name="connsiteY67" fmla="*/ 1521563 h 1583140"/>
              <a:gd name="connsiteX68" fmla="*/ 4002441 w 9662615"/>
              <a:gd name="connsiteY68" fmla="*/ 1528912 h 1583140"/>
              <a:gd name="connsiteX69" fmla="*/ 3833906 w 9662615"/>
              <a:gd name="connsiteY69" fmla="*/ 1516637 h 1583140"/>
              <a:gd name="connsiteX70" fmla="*/ 3763845 w 9662615"/>
              <a:gd name="connsiteY70" fmla="*/ 1501782 h 1583140"/>
              <a:gd name="connsiteX71" fmla="*/ 3641778 w 9662615"/>
              <a:gd name="connsiteY71" fmla="*/ 1505446 h 1583140"/>
              <a:gd name="connsiteX72" fmla="*/ 3565233 w 9662615"/>
              <a:gd name="connsiteY72" fmla="*/ 1515122 h 1583140"/>
              <a:gd name="connsiteX73" fmla="*/ 3560267 w 9662615"/>
              <a:gd name="connsiteY73" fmla="*/ 1516288 h 1583140"/>
              <a:gd name="connsiteX74" fmla="*/ 3540258 w 9662615"/>
              <a:gd name="connsiteY74" fmla="*/ 1516976 h 1583140"/>
              <a:gd name="connsiteX75" fmla="*/ 3534780 w 9662615"/>
              <a:gd name="connsiteY75" fmla="*/ 1522141 h 1583140"/>
              <a:gd name="connsiteX76" fmla="*/ 3504783 w 9662615"/>
              <a:gd name="connsiteY76" fmla="*/ 1526739 h 1583140"/>
              <a:gd name="connsiteX77" fmla="*/ 3430805 w 9662615"/>
              <a:gd name="connsiteY77" fmla="*/ 1542521 h 1583140"/>
              <a:gd name="connsiteX78" fmla="*/ 3292707 w 9662615"/>
              <a:gd name="connsiteY78" fmla="*/ 1520490 h 1583140"/>
              <a:gd name="connsiteX79" fmla="*/ 3187872 w 9662615"/>
              <a:gd name="connsiteY79" fmla="*/ 1519991 h 1583140"/>
              <a:gd name="connsiteX80" fmla="*/ 3148026 w 9662615"/>
              <a:gd name="connsiteY80" fmla="*/ 1524777 h 1583140"/>
              <a:gd name="connsiteX81" fmla="*/ 3092394 w 9662615"/>
              <a:gd name="connsiteY81" fmla="*/ 1528115 h 1583140"/>
              <a:gd name="connsiteX82" fmla="*/ 2994200 w 9662615"/>
              <a:gd name="connsiteY82" fmla="*/ 1537857 h 1583140"/>
              <a:gd name="connsiteX83" fmla="*/ 2862301 w 9662615"/>
              <a:gd name="connsiteY83" fmla="*/ 1544250 h 1583140"/>
              <a:gd name="connsiteX84" fmla="*/ 2766335 w 9662615"/>
              <a:gd name="connsiteY84" fmla="*/ 1527662 h 1583140"/>
              <a:gd name="connsiteX85" fmla="*/ 2757836 w 9662615"/>
              <a:gd name="connsiteY85" fmla="*/ 1531371 h 1583140"/>
              <a:gd name="connsiteX86" fmla="*/ 2691555 w 9662615"/>
              <a:gd name="connsiteY86" fmla="*/ 1530283 h 1583140"/>
              <a:gd name="connsiteX87" fmla="*/ 2491676 w 9662615"/>
              <a:gd name="connsiteY87" fmla="*/ 1500859 h 1583140"/>
              <a:gd name="connsiteX88" fmla="*/ 2378036 w 9662615"/>
              <a:gd name="connsiteY88" fmla="*/ 1520645 h 1583140"/>
              <a:gd name="connsiteX89" fmla="*/ 2284269 w 9662615"/>
              <a:gd name="connsiteY89" fmla="*/ 1503068 h 1583140"/>
              <a:gd name="connsiteX90" fmla="*/ 2207104 w 9662615"/>
              <a:gd name="connsiteY90" fmla="*/ 1508888 h 1583140"/>
              <a:gd name="connsiteX91" fmla="*/ 2149226 w 9662615"/>
              <a:gd name="connsiteY91" fmla="*/ 1523409 h 1583140"/>
              <a:gd name="connsiteX92" fmla="*/ 2084783 w 9662615"/>
              <a:gd name="connsiteY92" fmla="*/ 1524245 h 1583140"/>
              <a:gd name="connsiteX93" fmla="*/ 2070075 w 9662615"/>
              <a:gd name="connsiteY93" fmla="*/ 1511285 h 1583140"/>
              <a:gd name="connsiteX94" fmla="*/ 2001057 w 9662615"/>
              <a:gd name="connsiteY94" fmla="*/ 1516449 h 1583140"/>
              <a:gd name="connsiteX95" fmla="*/ 1896330 w 9662615"/>
              <a:gd name="connsiteY95" fmla="*/ 1525725 h 1583140"/>
              <a:gd name="connsiteX96" fmla="*/ 1835994 w 9662615"/>
              <a:gd name="connsiteY96" fmla="*/ 1527678 h 1583140"/>
              <a:gd name="connsiteX97" fmla="*/ 1671119 w 9662615"/>
              <a:gd name="connsiteY97" fmla="*/ 1536701 h 1583140"/>
              <a:gd name="connsiteX98" fmla="*/ 1601337 w 9662615"/>
              <a:gd name="connsiteY98" fmla="*/ 1548552 h 1583140"/>
              <a:gd name="connsiteX99" fmla="*/ 1407755 w 9662615"/>
              <a:gd name="connsiteY99" fmla="*/ 1571444 h 1583140"/>
              <a:gd name="connsiteX100" fmla="*/ 1271994 w 9662615"/>
              <a:gd name="connsiteY100" fmla="*/ 1579471 h 1583140"/>
              <a:gd name="connsiteX101" fmla="*/ 1249226 w 9662615"/>
              <a:gd name="connsiteY101" fmla="*/ 1583140 h 1583140"/>
              <a:gd name="connsiteX102" fmla="*/ 1217719 w 9662615"/>
              <a:gd name="connsiteY102" fmla="*/ 1580863 h 1583140"/>
              <a:gd name="connsiteX103" fmla="*/ 1091432 w 9662615"/>
              <a:gd name="connsiteY103" fmla="*/ 1571003 h 1583140"/>
              <a:gd name="connsiteX104" fmla="*/ 992039 w 9662615"/>
              <a:gd name="connsiteY104" fmla="*/ 1556662 h 1583140"/>
              <a:gd name="connsiteX105" fmla="*/ 868264 w 9662615"/>
              <a:gd name="connsiteY105" fmla="*/ 1566392 h 1583140"/>
              <a:gd name="connsiteX106" fmla="*/ 792765 w 9662615"/>
              <a:gd name="connsiteY106" fmla="*/ 1563102 h 1583140"/>
              <a:gd name="connsiteX107" fmla="*/ 669055 w 9662615"/>
              <a:gd name="connsiteY107" fmla="*/ 1543638 h 1583140"/>
              <a:gd name="connsiteX108" fmla="*/ 506152 w 9662615"/>
              <a:gd name="connsiteY108" fmla="*/ 1549124 h 1583140"/>
              <a:gd name="connsiteX109" fmla="*/ 472797 w 9662615"/>
              <a:gd name="connsiteY109" fmla="*/ 1568904 h 1583140"/>
              <a:gd name="connsiteX110" fmla="*/ 427864 w 9662615"/>
              <a:gd name="connsiteY110" fmla="*/ 1580848 h 1583140"/>
              <a:gd name="connsiteX111" fmla="*/ 408381 w 9662615"/>
              <a:gd name="connsiteY111" fmla="*/ 1552940 h 1583140"/>
              <a:gd name="connsiteX112" fmla="*/ 267163 w 9662615"/>
              <a:gd name="connsiteY112" fmla="*/ 1531913 h 1583140"/>
              <a:gd name="connsiteX113" fmla="*/ 196644 w 9662615"/>
              <a:gd name="connsiteY113" fmla="*/ 1524565 h 1583140"/>
              <a:gd name="connsiteX114" fmla="*/ 86819 w 9662615"/>
              <a:gd name="connsiteY114" fmla="*/ 1519517 h 1583140"/>
              <a:gd name="connsiteX115" fmla="*/ 53369 w 9662615"/>
              <a:gd name="connsiteY115" fmla="*/ 1516853 h 1583140"/>
              <a:gd name="connsiteX116" fmla="*/ 2359 w 9662615"/>
              <a:gd name="connsiteY116" fmla="*/ 1515247 h 1583140"/>
              <a:gd name="connsiteX117" fmla="*/ 0 w 9662615"/>
              <a:gd name="connsiteY117" fmla="*/ 1514932 h 1583140"/>
              <a:gd name="connsiteX118" fmla="*/ 0 w 9662615"/>
              <a:gd name="connsiteY118" fmla="*/ 0 h 1583140"/>
              <a:gd name="connsiteX0" fmla="*/ 0 w 9662615"/>
              <a:gd name="connsiteY0" fmla="*/ 0 h 1583140"/>
              <a:gd name="connsiteX1" fmla="*/ 9662615 w 9662615"/>
              <a:gd name="connsiteY1" fmla="*/ 0 h 1583140"/>
              <a:gd name="connsiteX2" fmla="*/ 9662615 w 9662615"/>
              <a:gd name="connsiteY2" fmla="*/ 1280346 h 1583140"/>
              <a:gd name="connsiteX3" fmla="*/ 9658420 w 9662615"/>
              <a:gd name="connsiteY3" fmla="*/ 1280106 h 1583140"/>
              <a:gd name="connsiteX4" fmla="*/ 9469546 w 9662615"/>
              <a:gd name="connsiteY4" fmla="*/ 1289837 h 1583140"/>
              <a:gd name="connsiteX5" fmla="*/ 9385895 w 9662615"/>
              <a:gd name="connsiteY5" fmla="*/ 1269203 h 1583140"/>
              <a:gd name="connsiteX6" fmla="*/ 9144767 w 9662615"/>
              <a:gd name="connsiteY6" fmla="*/ 1264120 h 1583140"/>
              <a:gd name="connsiteX7" fmla="*/ 8837252 w 9662615"/>
              <a:gd name="connsiteY7" fmla="*/ 1350515 h 1583140"/>
              <a:gd name="connsiteX8" fmla="*/ 8705466 w 9662615"/>
              <a:gd name="connsiteY8" fmla="*/ 1342419 h 1583140"/>
              <a:gd name="connsiteX9" fmla="*/ 8652221 w 9662615"/>
              <a:gd name="connsiteY9" fmla="*/ 1326906 h 1583140"/>
              <a:gd name="connsiteX10" fmla="*/ 8632312 w 9662615"/>
              <a:gd name="connsiteY10" fmla="*/ 1326025 h 1583140"/>
              <a:gd name="connsiteX11" fmla="*/ 8591582 w 9662615"/>
              <a:gd name="connsiteY11" fmla="*/ 1341666 h 1583140"/>
              <a:gd name="connsiteX12" fmla="*/ 8537336 w 9662615"/>
              <a:gd name="connsiteY12" fmla="*/ 1341684 h 1583140"/>
              <a:gd name="connsiteX13" fmla="*/ 8472508 w 9662615"/>
              <a:gd name="connsiteY13" fmla="*/ 1363109 h 1583140"/>
              <a:gd name="connsiteX14" fmla="*/ 8258477 w 9662615"/>
              <a:gd name="connsiteY14" fmla="*/ 1370666 h 1583140"/>
              <a:gd name="connsiteX15" fmla="*/ 8197961 w 9662615"/>
              <a:gd name="connsiteY15" fmla="*/ 1392804 h 1583140"/>
              <a:gd name="connsiteX16" fmla="*/ 8171196 w 9662615"/>
              <a:gd name="connsiteY16" fmla="*/ 1397216 h 1583140"/>
              <a:gd name="connsiteX17" fmla="*/ 8127667 w 9662615"/>
              <a:gd name="connsiteY17" fmla="*/ 1418254 h 1583140"/>
              <a:gd name="connsiteX18" fmla="*/ 7974579 w 9662615"/>
              <a:gd name="connsiteY18" fmla="*/ 1383439 h 1583140"/>
              <a:gd name="connsiteX19" fmla="*/ 7768351 w 9662615"/>
              <a:gd name="connsiteY19" fmla="*/ 1395051 h 1583140"/>
              <a:gd name="connsiteX20" fmla="*/ 7635985 w 9662615"/>
              <a:gd name="connsiteY20" fmla="*/ 1386363 h 1583140"/>
              <a:gd name="connsiteX21" fmla="*/ 7466069 w 9662615"/>
              <a:gd name="connsiteY21" fmla="*/ 1377654 h 1583140"/>
              <a:gd name="connsiteX22" fmla="*/ 7355642 w 9662615"/>
              <a:gd name="connsiteY22" fmla="*/ 1407761 h 1583140"/>
              <a:gd name="connsiteX23" fmla="*/ 7151610 w 9662615"/>
              <a:gd name="connsiteY23" fmla="*/ 1397856 h 1583140"/>
              <a:gd name="connsiteX24" fmla="*/ 7082147 w 9662615"/>
              <a:gd name="connsiteY24" fmla="*/ 1406113 h 1583140"/>
              <a:gd name="connsiteX25" fmla="*/ 7014958 w 9662615"/>
              <a:gd name="connsiteY25" fmla="*/ 1396883 h 1583140"/>
              <a:gd name="connsiteX26" fmla="*/ 6907567 w 9662615"/>
              <a:gd name="connsiteY26" fmla="*/ 1419149 h 1583140"/>
              <a:gd name="connsiteX27" fmla="*/ 6748428 w 9662615"/>
              <a:gd name="connsiteY27" fmla="*/ 1420308 h 1583140"/>
              <a:gd name="connsiteX28" fmla="*/ 6654257 w 9662615"/>
              <a:gd name="connsiteY28" fmla="*/ 1424143 h 1583140"/>
              <a:gd name="connsiteX29" fmla="*/ 6620123 w 9662615"/>
              <a:gd name="connsiteY29" fmla="*/ 1430535 h 1583140"/>
              <a:gd name="connsiteX30" fmla="*/ 6571355 w 9662615"/>
              <a:gd name="connsiteY30" fmla="*/ 1436144 h 1583140"/>
              <a:gd name="connsiteX31" fmla="*/ 6486557 w 9662615"/>
              <a:gd name="connsiteY31" fmla="*/ 1449861 h 1583140"/>
              <a:gd name="connsiteX32" fmla="*/ 6370419 w 9662615"/>
              <a:gd name="connsiteY32" fmla="*/ 1461649 h 1583140"/>
              <a:gd name="connsiteX33" fmla="*/ 6278839 w 9662615"/>
              <a:gd name="connsiteY33" fmla="*/ 1449160 h 1583140"/>
              <a:gd name="connsiteX34" fmla="*/ 6272455 w 9662615"/>
              <a:gd name="connsiteY34" fmla="*/ 1453191 h 1583140"/>
              <a:gd name="connsiteX35" fmla="*/ 6212659 w 9662615"/>
              <a:gd name="connsiteY35" fmla="*/ 1454850 h 1583140"/>
              <a:gd name="connsiteX36" fmla="*/ 6069317 w 9662615"/>
              <a:gd name="connsiteY36" fmla="*/ 1445838 h 1583140"/>
              <a:gd name="connsiteX37" fmla="*/ 5878477 w 9662615"/>
              <a:gd name="connsiteY37" fmla="*/ 1439180 h 1583140"/>
              <a:gd name="connsiteX38" fmla="*/ 5838387 w 9662615"/>
              <a:gd name="connsiteY38" fmla="*/ 1444679 h 1583140"/>
              <a:gd name="connsiteX39" fmla="*/ 5771136 w 9662615"/>
              <a:gd name="connsiteY39" fmla="*/ 1453639 h 1583140"/>
              <a:gd name="connsiteX40" fmla="*/ 5724081 w 9662615"/>
              <a:gd name="connsiteY40" fmla="*/ 1470431 h 1583140"/>
              <a:gd name="connsiteX41" fmla="*/ 5666577 w 9662615"/>
              <a:gd name="connsiteY41" fmla="*/ 1473921 h 1583140"/>
              <a:gd name="connsiteX42" fmla="*/ 5649068 w 9662615"/>
              <a:gd name="connsiteY42" fmla="*/ 1461676 h 1583140"/>
              <a:gd name="connsiteX43" fmla="*/ 5588902 w 9662615"/>
              <a:gd name="connsiteY43" fmla="*/ 1469647 h 1583140"/>
              <a:gd name="connsiteX44" fmla="*/ 5498090 w 9662615"/>
              <a:gd name="connsiteY44" fmla="*/ 1483173 h 1583140"/>
              <a:gd name="connsiteX45" fmla="*/ 5444641 w 9662615"/>
              <a:gd name="connsiteY45" fmla="*/ 1487602 h 1583140"/>
              <a:gd name="connsiteX46" fmla="*/ 5299812 w 9662615"/>
              <a:gd name="connsiteY46" fmla="*/ 1503362 h 1583140"/>
              <a:gd name="connsiteX47" fmla="*/ 5213947 w 9662615"/>
              <a:gd name="connsiteY47" fmla="*/ 1516637 h 1583140"/>
              <a:gd name="connsiteX48" fmla="*/ 5177807 w 9662615"/>
              <a:gd name="connsiteY48" fmla="*/ 1526802 h 1583140"/>
              <a:gd name="connsiteX49" fmla="*/ 5113910 w 9662615"/>
              <a:gd name="connsiteY49" fmla="*/ 1533205 h 1583140"/>
              <a:gd name="connsiteX50" fmla="*/ 5059484 w 9662615"/>
              <a:gd name="connsiteY50" fmla="*/ 1546802 h 1583140"/>
              <a:gd name="connsiteX51" fmla="*/ 5038524 w 9662615"/>
              <a:gd name="connsiteY51" fmla="*/ 1545675 h 1583140"/>
              <a:gd name="connsiteX52" fmla="*/ 5026564 w 9662615"/>
              <a:gd name="connsiteY52" fmla="*/ 1545376 h 1583140"/>
              <a:gd name="connsiteX53" fmla="*/ 4969433 w 9662615"/>
              <a:gd name="connsiteY53" fmla="*/ 1550865 h 1583140"/>
              <a:gd name="connsiteX54" fmla="*/ 4929254 w 9662615"/>
              <a:gd name="connsiteY54" fmla="*/ 1563452 h 1583140"/>
              <a:gd name="connsiteX55" fmla="*/ 4871726 w 9662615"/>
              <a:gd name="connsiteY55" fmla="*/ 1570584 h 1583140"/>
              <a:gd name="connsiteX56" fmla="*/ 4843267 w 9662615"/>
              <a:gd name="connsiteY56" fmla="*/ 1561459 h 1583140"/>
              <a:gd name="connsiteX57" fmla="*/ 4821058 w 9662615"/>
              <a:gd name="connsiteY57" fmla="*/ 1553078 h 1583140"/>
              <a:gd name="connsiteX58" fmla="*/ 4791466 w 9662615"/>
              <a:gd name="connsiteY58" fmla="*/ 1561324 h 1583140"/>
              <a:gd name="connsiteX59" fmla="*/ 4784247 w 9662615"/>
              <a:gd name="connsiteY59" fmla="*/ 1562342 h 1583140"/>
              <a:gd name="connsiteX60" fmla="*/ 4739309 w 9662615"/>
              <a:gd name="connsiteY60" fmla="*/ 1553948 h 1583140"/>
              <a:gd name="connsiteX61" fmla="*/ 4697562 w 9662615"/>
              <a:gd name="connsiteY61" fmla="*/ 1551206 h 1583140"/>
              <a:gd name="connsiteX62" fmla="*/ 4650737 w 9662615"/>
              <a:gd name="connsiteY62" fmla="*/ 1537381 h 1583140"/>
              <a:gd name="connsiteX63" fmla="*/ 4583150 w 9662615"/>
              <a:gd name="connsiteY63" fmla="*/ 1529064 h 1583140"/>
              <a:gd name="connsiteX64" fmla="*/ 4521734 w 9662615"/>
              <a:gd name="connsiteY64" fmla="*/ 1529359 h 1583140"/>
              <a:gd name="connsiteX65" fmla="*/ 4382398 w 9662615"/>
              <a:gd name="connsiteY65" fmla="*/ 1534108 h 1583140"/>
              <a:gd name="connsiteX66" fmla="*/ 4221826 w 9662615"/>
              <a:gd name="connsiteY66" fmla="*/ 1500972 h 1583140"/>
              <a:gd name="connsiteX67" fmla="*/ 4096601 w 9662615"/>
              <a:gd name="connsiteY67" fmla="*/ 1521563 h 1583140"/>
              <a:gd name="connsiteX68" fmla="*/ 4002441 w 9662615"/>
              <a:gd name="connsiteY68" fmla="*/ 1528912 h 1583140"/>
              <a:gd name="connsiteX69" fmla="*/ 3833906 w 9662615"/>
              <a:gd name="connsiteY69" fmla="*/ 1516637 h 1583140"/>
              <a:gd name="connsiteX70" fmla="*/ 3763845 w 9662615"/>
              <a:gd name="connsiteY70" fmla="*/ 1501782 h 1583140"/>
              <a:gd name="connsiteX71" fmla="*/ 3641778 w 9662615"/>
              <a:gd name="connsiteY71" fmla="*/ 1505446 h 1583140"/>
              <a:gd name="connsiteX72" fmla="*/ 3565233 w 9662615"/>
              <a:gd name="connsiteY72" fmla="*/ 1515122 h 1583140"/>
              <a:gd name="connsiteX73" fmla="*/ 3560267 w 9662615"/>
              <a:gd name="connsiteY73" fmla="*/ 1516288 h 1583140"/>
              <a:gd name="connsiteX74" fmla="*/ 3540258 w 9662615"/>
              <a:gd name="connsiteY74" fmla="*/ 1516976 h 1583140"/>
              <a:gd name="connsiteX75" fmla="*/ 3534780 w 9662615"/>
              <a:gd name="connsiteY75" fmla="*/ 1522141 h 1583140"/>
              <a:gd name="connsiteX76" fmla="*/ 3504783 w 9662615"/>
              <a:gd name="connsiteY76" fmla="*/ 1526739 h 1583140"/>
              <a:gd name="connsiteX77" fmla="*/ 3430805 w 9662615"/>
              <a:gd name="connsiteY77" fmla="*/ 1542521 h 1583140"/>
              <a:gd name="connsiteX78" fmla="*/ 3292707 w 9662615"/>
              <a:gd name="connsiteY78" fmla="*/ 1520490 h 1583140"/>
              <a:gd name="connsiteX79" fmla="*/ 3187872 w 9662615"/>
              <a:gd name="connsiteY79" fmla="*/ 1519991 h 1583140"/>
              <a:gd name="connsiteX80" fmla="*/ 3148026 w 9662615"/>
              <a:gd name="connsiteY80" fmla="*/ 1524777 h 1583140"/>
              <a:gd name="connsiteX81" fmla="*/ 3092394 w 9662615"/>
              <a:gd name="connsiteY81" fmla="*/ 1528115 h 1583140"/>
              <a:gd name="connsiteX82" fmla="*/ 2994200 w 9662615"/>
              <a:gd name="connsiteY82" fmla="*/ 1537857 h 1583140"/>
              <a:gd name="connsiteX83" fmla="*/ 2862301 w 9662615"/>
              <a:gd name="connsiteY83" fmla="*/ 1544250 h 1583140"/>
              <a:gd name="connsiteX84" fmla="*/ 2766335 w 9662615"/>
              <a:gd name="connsiteY84" fmla="*/ 1527662 h 1583140"/>
              <a:gd name="connsiteX85" fmla="*/ 2757836 w 9662615"/>
              <a:gd name="connsiteY85" fmla="*/ 1531371 h 1583140"/>
              <a:gd name="connsiteX86" fmla="*/ 2691555 w 9662615"/>
              <a:gd name="connsiteY86" fmla="*/ 1530283 h 1583140"/>
              <a:gd name="connsiteX87" fmla="*/ 2491676 w 9662615"/>
              <a:gd name="connsiteY87" fmla="*/ 1500859 h 1583140"/>
              <a:gd name="connsiteX88" fmla="*/ 2378036 w 9662615"/>
              <a:gd name="connsiteY88" fmla="*/ 1520645 h 1583140"/>
              <a:gd name="connsiteX89" fmla="*/ 2284269 w 9662615"/>
              <a:gd name="connsiteY89" fmla="*/ 1503068 h 1583140"/>
              <a:gd name="connsiteX90" fmla="*/ 2207104 w 9662615"/>
              <a:gd name="connsiteY90" fmla="*/ 1508888 h 1583140"/>
              <a:gd name="connsiteX91" fmla="*/ 2149226 w 9662615"/>
              <a:gd name="connsiteY91" fmla="*/ 1523409 h 1583140"/>
              <a:gd name="connsiteX92" fmla="*/ 2084783 w 9662615"/>
              <a:gd name="connsiteY92" fmla="*/ 1524245 h 1583140"/>
              <a:gd name="connsiteX93" fmla="*/ 2070075 w 9662615"/>
              <a:gd name="connsiteY93" fmla="*/ 1511285 h 1583140"/>
              <a:gd name="connsiteX94" fmla="*/ 2001057 w 9662615"/>
              <a:gd name="connsiteY94" fmla="*/ 1516449 h 1583140"/>
              <a:gd name="connsiteX95" fmla="*/ 1896330 w 9662615"/>
              <a:gd name="connsiteY95" fmla="*/ 1525725 h 1583140"/>
              <a:gd name="connsiteX96" fmla="*/ 1835994 w 9662615"/>
              <a:gd name="connsiteY96" fmla="*/ 1527678 h 1583140"/>
              <a:gd name="connsiteX97" fmla="*/ 1671119 w 9662615"/>
              <a:gd name="connsiteY97" fmla="*/ 1536701 h 1583140"/>
              <a:gd name="connsiteX98" fmla="*/ 1601337 w 9662615"/>
              <a:gd name="connsiteY98" fmla="*/ 1548552 h 1583140"/>
              <a:gd name="connsiteX99" fmla="*/ 1407755 w 9662615"/>
              <a:gd name="connsiteY99" fmla="*/ 1571444 h 1583140"/>
              <a:gd name="connsiteX100" fmla="*/ 1271994 w 9662615"/>
              <a:gd name="connsiteY100" fmla="*/ 1579471 h 1583140"/>
              <a:gd name="connsiteX101" fmla="*/ 1249226 w 9662615"/>
              <a:gd name="connsiteY101" fmla="*/ 1583140 h 1583140"/>
              <a:gd name="connsiteX102" fmla="*/ 1217719 w 9662615"/>
              <a:gd name="connsiteY102" fmla="*/ 1580863 h 1583140"/>
              <a:gd name="connsiteX103" fmla="*/ 1091432 w 9662615"/>
              <a:gd name="connsiteY103" fmla="*/ 1571003 h 1583140"/>
              <a:gd name="connsiteX104" fmla="*/ 992039 w 9662615"/>
              <a:gd name="connsiteY104" fmla="*/ 1556662 h 1583140"/>
              <a:gd name="connsiteX105" fmla="*/ 868264 w 9662615"/>
              <a:gd name="connsiteY105" fmla="*/ 1566392 h 1583140"/>
              <a:gd name="connsiteX106" fmla="*/ 792765 w 9662615"/>
              <a:gd name="connsiteY106" fmla="*/ 1563102 h 1583140"/>
              <a:gd name="connsiteX107" fmla="*/ 669055 w 9662615"/>
              <a:gd name="connsiteY107" fmla="*/ 1543638 h 1583140"/>
              <a:gd name="connsiteX108" fmla="*/ 506152 w 9662615"/>
              <a:gd name="connsiteY108" fmla="*/ 1549124 h 1583140"/>
              <a:gd name="connsiteX109" fmla="*/ 472797 w 9662615"/>
              <a:gd name="connsiteY109" fmla="*/ 1568904 h 1583140"/>
              <a:gd name="connsiteX110" fmla="*/ 427864 w 9662615"/>
              <a:gd name="connsiteY110" fmla="*/ 1580848 h 1583140"/>
              <a:gd name="connsiteX111" fmla="*/ 408381 w 9662615"/>
              <a:gd name="connsiteY111" fmla="*/ 1552940 h 1583140"/>
              <a:gd name="connsiteX112" fmla="*/ 267163 w 9662615"/>
              <a:gd name="connsiteY112" fmla="*/ 1531913 h 1583140"/>
              <a:gd name="connsiteX113" fmla="*/ 196644 w 9662615"/>
              <a:gd name="connsiteY113" fmla="*/ 1524565 h 1583140"/>
              <a:gd name="connsiteX114" fmla="*/ 86819 w 9662615"/>
              <a:gd name="connsiteY114" fmla="*/ 1519517 h 1583140"/>
              <a:gd name="connsiteX115" fmla="*/ 53369 w 9662615"/>
              <a:gd name="connsiteY115" fmla="*/ 1516853 h 1583140"/>
              <a:gd name="connsiteX116" fmla="*/ 2359 w 9662615"/>
              <a:gd name="connsiteY116" fmla="*/ 1515247 h 1583140"/>
              <a:gd name="connsiteX117" fmla="*/ 0 w 9662615"/>
              <a:gd name="connsiteY117" fmla="*/ 1514932 h 1583140"/>
              <a:gd name="connsiteX118" fmla="*/ 0 w 9662615"/>
              <a:gd name="connsiteY118" fmla="*/ 0 h 1583140"/>
              <a:gd name="connsiteX0" fmla="*/ 0 w 9662615"/>
              <a:gd name="connsiteY0" fmla="*/ 0 h 1583140"/>
              <a:gd name="connsiteX1" fmla="*/ 9662615 w 9662615"/>
              <a:gd name="connsiteY1" fmla="*/ 0 h 1583140"/>
              <a:gd name="connsiteX2" fmla="*/ 9662615 w 9662615"/>
              <a:gd name="connsiteY2" fmla="*/ 1280346 h 1583140"/>
              <a:gd name="connsiteX3" fmla="*/ 9658420 w 9662615"/>
              <a:gd name="connsiteY3" fmla="*/ 1280106 h 1583140"/>
              <a:gd name="connsiteX4" fmla="*/ 9469546 w 9662615"/>
              <a:gd name="connsiteY4" fmla="*/ 1289837 h 1583140"/>
              <a:gd name="connsiteX5" fmla="*/ 9385895 w 9662615"/>
              <a:gd name="connsiteY5" fmla="*/ 1269203 h 1583140"/>
              <a:gd name="connsiteX6" fmla="*/ 9144767 w 9662615"/>
              <a:gd name="connsiteY6" fmla="*/ 1264120 h 1583140"/>
              <a:gd name="connsiteX7" fmla="*/ 8837252 w 9662615"/>
              <a:gd name="connsiteY7" fmla="*/ 1350515 h 1583140"/>
              <a:gd name="connsiteX8" fmla="*/ 8705466 w 9662615"/>
              <a:gd name="connsiteY8" fmla="*/ 1342419 h 1583140"/>
              <a:gd name="connsiteX9" fmla="*/ 8652221 w 9662615"/>
              <a:gd name="connsiteY9" fmla="*/ 1326906 h 1583140"/>
              <a:gd name="connsiteX10" fmla="*/ 8632312 w 9662615"/>
              <a:gd name="connsiteY10" fmla="*/ 1326025 h 1583140"/>
              <a:gd name="connsiteX11" fmla="*/ 8591582 w 9662615"/>
              <a:gd name="connsiteY11" fmla="*/ 1341666 h 1583140"/>
              <a:gd name="connsiteX12" fmla="*/ 8537336 w 9662615"/>
              <a:gd name="connsiteY12" fmla="*/ 1341684 h 1583140"/>
              <a:gd name="connsiteX13" fmla="*/ 8472508 w 9662615"/>
              <a:gd name="connsiteY13" fmla="*/ 1363109 h 1583140"/>
              <a:gd name="connsiteX14" fmla="*/ 8258477 w 9662615"/>
              <a:gd name="connsiteY14" fmla="*/ 1370666 h 1583140"/>
              <a:gd name="connsiteX15" fmla="*/ 8197961 w 9662615"/>
              <a:gd name="connsiteY15" fmla="*/ 1392804 h 1583140"/>
              <a:gd name="connsiteX16" fmla="*/ 8171196 w 9662615"/>
              <a:gd name="connsiteY16" fmla="*/ 1397216 h 1583140"/>
              <a:gd name="connsiteX17" fmla="*/ 8127667 w 9662615"/>
              <a:gd name="connsiteY17" fmla="*/ 1418254 h 1583140"/>
              <a:gd name="connsiteX18" fmla="*/ 7974579 w 9662615"/>
              <a:gd name="connsiteY18" fmla="*/ 1383439 h 1583140"/>
              <a:gd name="connsiteX19" fmla="*/ 7768351 w 9662615"/>
              <a:gd name="connsiteY19" fmla="*/ 1395051 h 1583140"/>
              <a:gd name="connsiteX20" fmla="*/ 7635985 w 9662615"/>
              <a:gd name="connsiteY20" fmla="*/ 1386363 h 1583140"/>
              <a:gd name="connsiteX21" fmla="*/ 7466069 w 9662615"/>
              <a:gd name="connsiteY21" fmla="*/ 1377654 h 1583140"/>
              <a:gd name="connsiteX22" fmla="*/ 7355642 w 9662615"/>
              <a:gd name="connsiteY22" fmla="*/ 1407761 h 1583140"/>
              <a:gd name="connsiteX23" fmla="*/ 7151610 w 9662615"/>
              <a:gd name="connsiteY23" fmla="*/ 1397856 h 1583140"/>
              <a:gd name="connsiteX24" fmla="*/ 7082147 w 9662615"/>
              <a:gd name="connsiteY24" fmla="*/ 1406113 h 1583140"/>
              <a:gd name="connsiteX25" fmla="*/ 7014958 w 9662615"/>
              <a:gd name="connsiteY25" fmla="*/ 1396883 h 1583140"/>
              <a:gd name="connsiteX26" fmla="*/ 6907567 w 9662615"/>
              <a:gd name="connsiteY26" fmla="*/ 1419149 h 1583140"/>
              <a:gd name="connsiteX27" fmla="*/ 6748428 w 9662615"/>
              <a:gd name="connsiteY27" fmla="*/ 1420308 h 1583140"/>
              <a:gd name="connsiteX28" fmla="*/ 6654257 w 9662615"/>
              <a:gd name="connsiteY28" fmla="*/ 1424143 h 1583140"/>
              <a:gd name="connsiteX29" fmla="*/ 6620123 w 9662615"/>
              <a:gd name="connsiteY29" fmla="*/ 1430535 h 1583140"/>
              <a:gd name="connsiteX30" fmla="*/ 6571355 w 9662615"/>
              <a:gd name="connsiteY30" fmla="*/ 1436144 h 1583140"/>
              <a:gd name="connsiteX31" fmla="*/ 6486557 w 9662615"/>
              <a:gd name="connsiteY31" fmla="*/ 1449861 h 1583140"/>
              <a:gd name="connsiteX32" fmla="*/ 6370419 w 9662615"/>
              <a:gd name="connsiteY32" fmla="*/ 1461649 h 1583140"/>
              <a:gd name="connsiteX33" fmla="*/ 6278839 w 9662615"/>
              <a:gd name="connsiteY33" fmla="*/ 1449160 h 1583140"/>
              <a:gd name="connsiteX34" fmla="*/ 6272455 w 9662615"/>
              <a:gd name="connsiteY34" fmla="*/ 1453191 h 1583140"/>
              <a:gd name="connsiteX35" fmla="*/ 6212659 w 9662615"/>
              <a:gd name="connsiteY35" fmla="*/ 1454850 h 1583140"/>
              <a:gd name="connsiteX36" fmla="*/ 6069317 w 9662615"/>
              <a:gd name="connsiteY36" fmla="*/ 1445838 h 1583140"/>
              <a:gd name="connsiteX37" fmla="*/ 5878477 w 9662615"/>
              <a:gd name="connsiteY37" fmla="*/ 1439180 h 1583140"/>
              <a:gd name="connsiteX38" fmla="*/ 5838387 w 9662615"/>
              <a:gd name="connsiteY38" fmla="*/ 1444679 h 1583140"/>
              <a:gd name="connsiteX39" fmla="*/ 5771136 w 9662615"/>
              <a:gd name="connsiteY39" fmla="*/ 1453639 h 1583140"/>
              <a:gd name="connsiteX40" fmla="*/ 5724081 w 9662615"/>
              <a:gd name="connsiteY40" fmla="*/ 1470431 h 1583140"/>
              <a:gd name="connsiteX41" fmla="*/ 5666577 w 9662615"/>
              <a:gd name="connsiteY41" fmla="*/ 1473921 h 1583140"/>
              <a:gd name="connsiteX42" fmla="*/ 5649068 w 9662615"/>
              <a:gd name="connsiteY42" fmla="*/ 1461676 h 1583140"/>
              <a:gd name="connsiteX43" fmla="*/ 5588902 w 9662615"/>
              <a:gd name="connsiteY43" fmla="*/ 1469647 h 1583140"/>
              <a:gd name="connsiteX44" fmla="*/ 5498090 w 9662615"/>
              <a:gd name="connsiteY44" fmla="*/ 1483173 h 1583140"/>
              <a:gd name="connsiteX45" fmla="*/ 5444641 w 9662615"/>
              <a:gd name="connsiteY45" fmla="*/ 1487602 h 1583140"/>
              <a:gd name="connsiteX46" fmla="*/ 5299812 w 9662615"/>
              <a:gd name="connsiteY46" fmla="*/ 1503362 h 1583140"/>
              <a:gd name="connsiteX47" fmla="*/ 5245752 w 9662615"/>
              <a:gd name="connsiteY47" fmla="*/ 1520612 h 1583140"/>
              <a:gd name="connsiteX48" fmla="*/ 5177807 w 9662615"/>
              <a:gd name="connsiteY48" fmla="*/ 1526802 h 1583140"/>
              <a:gd name="connsiteX49" fmla="*/ 5113910 w 9662615"/>
              <a:gd name="connsiteY49" fmla="*/ 1533205 h 1583140"/>
              <a:gd name="connsiteX50" fmla="*/ 5059484 w 9662615"/>
              <a:gd name="connsiteY50" fmla="*/ 1546802 h 1583140"/>
              <a:gd name="connsiteX51" fmla="*/ 5038524 w 9662615"/>
              <a:gd name="connsiteY51" fmla="*/ 1545675 h 1583140"/>
              <a:gd name="connsiteX52" fmla="*/ 5026564 w 9662615"/>
              <a:gd name="connsiteY52" fmla="*/ 1545376 h 1583140"/>
              <a:gd name="connsiteX53" fmla="*/ 4969433 w 9662615"/>
              <a:gd name="connsiteY53" fmla="*/ 1550865 h 1583140"/>
              <a:gd name="connsiteX54" fmla="*/ 4929254 w 9662615"/>
              <a:gd name="connsiteY54" fmla="*/ 1563452 h 1583140"/>
              <a:gd name="connsiteX55" fmla="*/ 4871726 w 9662615"/>
              <a:gd name="connsiteY55" fmla="*/ 1570584 h 1583140"/>
              <a:gd name="connsiteX56" fmla="*/ 4843267 w 9662615"/>
              <a:gd name="connsiteY56" fmla="*/ 1561459 h 1583140"/>
              <a:gd name="connsiteX57" fmla="*/ 4821058 w 9662615"/>
              <a:gd name="connsiteY57" fmla="*/ 1553078 h 1583140"/>
              <a:gd name="connsiteX58" fmla="*/ 4791466 w 9662615"/>
              <a:gd name="connsiteY58" fmla="*/ 1561324 h 1583140"/>
              <a:gd name="connsiteX59" fmla="*/ 4784247 w 9662615"/>
              <a:gd name="connsiteY59" fmla="*/ 1562342 h 1583140"/>
              <a:gd name="connsiteX60" fmla="*/ 4739309 w 9662615"/>
              <a:gd name="connsiteY60" fmla="*/ 1553948 h 1583140"/>
              <a:gd name="connsiteX61" fmla="*/ 4697562 w 9662615"/>
              <a:gd name="connsiteY61" fmla="*/ 1551206 h 1583140"/>
              <a:gd name="connsiteX62" fmla="*/ 4650737 w 9662615"/>
              <a:gd name="connsiteY62" fmla="*/ 1537381 h 1583140"/>
              <a:gd name="connsiteX63" fmla="*/ 4583150 w 9662615"/>
              <a:gd name="connsiteY63" fmla="*/ 1529064 h 1583140"/>
              <a:gd name="connsiteX64" fmla="*/ 4521734 w 9662615"/>
              <a:gd name="connsiteY64" fmla="*/ 1529359 h 1583140"/>
              <a:gd name="connsiteX65" fmla="*/ 4382398 w 9662615"/>
              <a:gd name="connsiteY65" fmla="*/ 1534108 h 1583140"/>
              <a:gd name="connsiteX66" fmla="*/ 4221826 w 9662615"/>
              <a:gd name="connsiteY66" fmla="*/ 1500972 h 1583140"/>
              <a:gd name="connsiteX67" fmla="*/ 4096601 w 9662615"/>
              <a:gd name="connsiteY67" fmla="*/ 1521563 h 1583140"/>
              <a:gd name="connsiteX68" fmla="*/ 4002441 w 9662615"/>
              <a:gd name="connsiteY68" fmla="*/ 1528912 h 1583140"/>
              <a:gd name="connsiteX69" fmla="*/ 3833906 w 9662615"/>
              <a:gd name="connsiteY69" fmla="*/ 1516637 h 1583140"/>
              <a:gd name="connsiteX70" fmla="*/ 3763845 w 9662615"/>
              <a:gd name="connsiteY70" fmla="*/ 1501782 h 1583140"/>
              <a:gd name="connsiteX71" fmla="*/ 3641778 w 9662615"/>
              <a:gd name="connsiteY71" fmla="*/ 1505446 h 1583140"/>
              <a:gd name="connsiteX72" fmla="*/ 3565233 w 9662615"/>
              <a:gd name="connsiteY72" fmla="*/ 1515122 h 1583140"/>
              <a:gd name="connsiteX73" fmla="*/ 3560267 w 9662615"/>
              <a:gd name="connsiteY73" fmla="*/ 1516288 h 1583140"/>
              <a:gd name="connsiteX74" fmla="*/ 3540258 w 9662615"/>
              <a:gd name="connsiteY74" fmla="*/ 1516976 h 1583140"/>
              <a:gd name="connsiteX75" fmla="*/ 3534780 w 9662615"/>
              <a:gd name="connsiteY75" fmla="*/ 1522141 h 1583140"/>
              <a:gd name="connsiteX76" fmla="*/ 3504783 w 9662615"/>
              <a:gd name="connsiteY76" fmla="*/ 1526739 h 1583140"/>
              <a:gd name="connsiteX77" fmla="*/ 3430805 w 9662615"/>
              <a:gd name="connsiteY77" fmla="*/ 1542521 h 1583140"/>
              <a:gd name="connsiteX78" fmla="*/ 3292707 w 9662615"/>
              <a:gd name="connsiteY78" fmla="*/ 1520490 h 1583140"/>
              <a:gd name="connsiteX79" fmla="*/ 3187872 w 9662615"/>
              <a:gd name="connsiteY79" fmla="*/ 1519991 h 1583140"/>
              <a:gd name="connsiteX80" fmla="*/ 3148026 w 9662615"/>
              <a:gd name="connsiteY80" fmla="*/ 1524777 h 1583140"/>
              <a:gd name="connsiteX81" fmla="*/ 3092394 w 9662615"/>
              <a:gd name="connsiteY81" fmla="*/ 1528115 h 1583140"/>
              <a:gd name="connsiteX82" fmla="*/ 2994200 w 9662615"/>
              <a:gd name="connsiteY82" fmla="*/ 1537857 h 1583140"/>
              <a:gd name="connsiteX83" fmla="*/ 2862301 w 9662615"/>
              <a:gd name="connsiteY83" fmla="*/ 1544250 h 1583140"/>
              <a:gd name="connsiteX84" fmla="*/ 2766335 w 9662615"/>
              <a:gd name="connsiteY84" fmla="*/ 1527662 h 1583140"/>
              <a:gd name="connsiteX85" fmla="*/ 2757836 w 9662615"/>
              <a:gd name="connsiteY85" fmla="*/ 1531371 h 1583140"/>
              <a:gd name="connsiteX86" fmla="*/ 2691555 w 9662615"/>
              <a:gd name="connsiteY86" fmla="*/ 1530283 h 1583140"/>
              <a:gd name="connsiteX87" fmla="*/ 2491676 w 9662615"/>
              <a:gd name="connsiteY87" fmla="*/ 1500859 h 1583140"/>
              <a:gd name="connsiteX88" fmla="*/ 2378036 w 9662615"/>
              <a:gd name="connsiteY88" fmla="*/ 1520645 h 1583140"/>
              <a:gd name="connsiteX89" fmla="*/ 2284269 w 9662615"/>
              <a:gd name="connsiteY89" fmla="*/ 1503068 h 1583140"/>
              <a:gd name="connsiteX90" fmla="*/ 2207104 w 9662615"/>
              <a:gd name="connsiteY90" fmla="*/ 1508888 h 1583140"/>
              <a:gd name="connsiteX91" fmla="*/ 2149226 w 9662615"/>
              <a:gd name="connsiteY91" fmla="*/ 1523409 h 1583140"/>
              <a:gd name="connsiteX92" fmla="*/ 2084783 w 9662615"/>
              <a:gd name="connsiteY92" fmla="*/ 1524245 h 1583140"/>
              <a:gd name="connsiteX93" fmla="*/ 2070075 w 9662615"/>
              <a:gd name="connsiteY93" fmla="*/ 1511285 h 1583140"/>
              <a:gd name="connsiteX94" fmla="*/ 2001057 w 9662615"/>
              <a:gd name="connsiteY94" fmla="*/ 1516449 h 1583140"/>
              <a:gd name="connsiteX95" fmla="*/ 1896330 w 9662615"/>
              <a:gd name="connsiteY95" fmla="*/ 1525725 h 1583140"/>
              <a:gd name="connsiteX96" fmla="*/ 1835994 w 9662615"/>
              <a:gd name="connsiteY96" fmla="*/ 1527678 h 1583140"/>
              <a:gd name="connsiteX97" fmla="*/ 1671119 w 9662615"/>
              <a:gd name="connsiteY97" fmla="*/ 1536701 h 1583140"/>
              <a:gd name="connsiteX98" fmla="*/ 1601337 w 9662615"/>
              <a:gd name="connsiteY98" fmla="*/ 1548552 h 1583140"/>
              <a:gd name="connsiteX99" fmla="*/ 1407755 w 9662615"/>
              <a:gd name="connsiteY99" fmla="*/ 1571444 h 1583140"/>
              <a:gd name="connsiteX100" fmla="*/ 1271994 w 9662615"/>
              <a:gd name="connsiteY100" fmla="*/ 1579471 h 1583140"/>
              <a:gd name="connsiteX101" fmla="*/ 1249226 w 9662615"/>
              <a:gd name="connsiteY101" fmla="*/ 1583140 h 1583140"/>
              <a:gd name="connsiteX102" fmla="*/ 1217719 w 9662615"/>
              <a:gd name="connsiteY102" fmla="*/ 1580863 h 1583140"/>
              <a:gd name="connsiteX103" fmla="*/ 1091432 w 9662615"/>
              <a:gd name="connsiteY103" fmla="*/ 1571003 h 1583140"/>
              <a:gd name="connsiteX104" fmla="*/ 992039 w 9662615"/>
              <a:gd name="connsiteY104" fmla="*/ 1556662 h 1583140"/>
              <a:gd name="connsiteX105" fmla="*/ 868264 w 9662615"/>
              <a:gd name="connsiteY105" fmla="*/ 1566392 h 1583140"/>
              <a:gd name="connsiteX106" fmla="*/ 792765 w 9662615"/>
              <a:gd name="connsiteY106" fmla="*/ 1563102 h 1583140"/>
              <a:gd name="connsiteX107" fmla="*/ 669055 w 9662615"/>
              <a:gd name="connsiteY107" fmla="*/ 1543638 h 1583140"/>
              <a:gd name="connsiteX108" fmla="*/ 506152 w 9662615"/>
              <a:gd name="connsiteY108" fmla="*/ 1549124 h 1583140"/>
              <a:gd name="connsiteX109" fmla="*/ 472797 w 9662615"/>
              <a:gd name="connsiteY109" fmla="*/ 1568904 h 1583140"/>
              <a:gd name="connsiteX110" fmla="*/ 427864 w 9662615"/>
              <a:gd name="connsiteY110" fmla="*/ 1580848 h 1583140"/>
              <a:gd name="connsiteX111" fmla="*/ 408381 w 9662615"/>
              <a:gd name="connsiteY111" fmla="*/ 1552940 h 1583140"/>
              <a:gd name="connsiteX112" fmla="*/ 267163 w 9662615"/>
              <a:gd name="connsiteY112" fmla="*/ 1531913 h 1583140"/>
              <a:gd name="connsiteX113" fmla="*/ 196644 w 9662615"/>
              <a:gd name="connsiteY113" fmla="*/ 1524565 h 1583140"/>
              <a:gd name="connsiteX114" fmla="*/ 86819 w 9662615"/>
              <a:gd name="connsiteY114" fmla="*/ 1519517 h 1583140"/>
              <a:gd name="connsiteX115" fmla="*/ 53369 w 9662615"/>
              <a:gd name="connsiteY115" fmla="*/ 1516853 h 1583140"/>
              <a:gd name="connsiteX116" fmla="*/ 2359 w 9662615"/>
              <a:gd name="connsiteY116" fmla="*/ 1515247 h 1583140"/>
              <a:gd name="connsiteX117" fmla="*/ 0 w 9662615"/>
              <a:gd name="connsiteY117" fmla="*/ 1514932 h 1583140"/>
              <a:gd name="connsiteX118" fmla="*/ 0 w 9662615"/>
              <a:gd name="connsiteY118" fmla="*/ 0 h 1583140"/>
              <a:gd name="connsiteX0" fmla="*/ 0 w 9662615"/>
              <a:gd name="connsiteY0" fmla="*/ 0 h 1583140"/>
              <a:gd name="connsiteX1" fmla="*/ 9662615 w 9662615"/>
              <a:gd name="connsiteY1" fmla="*/ 0 h 1583140"/>
              <a:gd name="connsiteX2" fmla="*/ 9662615 w 9662615"/>
              <a:gd name="connsiteY2" fmla="*/ 1280346 h 1583140"/>
              <a:gd name="connsiteX3" fmla="*/ 9658420 w 9662615"/>
              <a:gd name="connsiteY3" fmla="*/ 1280106 h 1583140"/>
              <a:gd name="connsiteX4" fmla="*/ 9469546 w 9662615"/>
              <a:gd name="connsiteY4" fmla="*/ 1289837 h 1583140"/>
              <a:gd name="connsiteX5" fmla="*/ 9385895 w 9662615"/>
              <a:gd name="connsiteY5" fmla="*/ 1269203 h 1583140"/>
              <a:gd name="connsiteX6" fmla="*/ 9144767 w 9662615"/>
              <a:gd name="connsiteY6" fmla="*/ 1264120 h 1583140"/>
              <a:gd name="connsiteX7" fmla="*/ 8837252 w 9662615"/>
              <a:gd name="connsiteY7" fmla="*/ 1350515 h 1583140"/>
              <a:gd name="connsiteX8" fmla="*/ 8705466 w 9662615"/>
              <a:gd name="connsiteY8" fmla="*/ 1342419 h 1583140"/>
              <a:gd name="connsiteX9" fmla="*/ 8652221 w 9662615"/>
              <a:gd name="connsiteY9" fmla="*/ 1326906 h 1583140"/>
              <a:gd name="connsiteX10" fmla="*/ 8632312 w 9662615"/>
              <a:gd name="connsiteY10" fmla="*/ 1326025 h 1583140"/>
              <a:gd name="connsiteX11" fmla="*/ 8591582 w 9662615"/>
              <a:gd name="connsiteY11" fmla="*/ 1341666 h 1583140"/>
              <a:gd name="connsiteX12" fmla="*/ 8537336 w 9662615"/>
              <a:gd name="connsiteY12" fmla="*/ 1341684 h 1583140"/>
              <a:gd name="connsiteX13" fmla="*/ 8472508 w 9662615"/>
              <a:gd name="connsiteY13" fmla="*/ 1363109 h 1583140"/>
              <a:gd name="connsiteX14" fmla="*/ 8258477 w 9662615"/>
              <a:gd name="connsiteY14" fmla="*/ 1370666 h 1583140"/>
              <a:gd name="connsiteX15" fmla="*/ 8197961 w 9662615"/>
              <a:gd name="connsiteY15" fmla="*/ 1392804 h 1583140"/>
              <a:gd name="connsiteX16" fmla="*/ 8171196 w 9662615"/>
              <a:gd name="connsiteY16" fmla="*/ 1397216 h 1583140"/>
              <a:gd name="connsiteX17" fmla="*/ 8127667 w 9662615"/>
              <a:gd name="connsiteY17" fmla="*/ 1418254 h 1583140"/>
              <a:gd name="connsiteX18" fmla="*/ 7974579 w 9662615"/>
              <a:gd name="connsiteY18" fmla="*/ 1383439 h 1583140"/>
              <a:gd name="connsiteX19" fmla="*/ 7768351 w 9662615"/>
              <a:gd name="connsiteY19" fmla="*/ 1395051 h 1583140"/>
              <a:gd name="connsiteX20" fmla="*/ 7635985 w 9662615"/>
              <a:gd name="connsiteY20" fmla="*/ 1386363 h 1583140"/>
              <a:gd name="connsiteX21" fmla="*/ 7466069 w 9662615"/>
              <a:gd name="connsiteY21" fmla="*/ 1377654 h 1583140"/>
              <a:gd name="connsiteX22" fmla="*/ 7355642 w 9662615"/>
              <a:gd name="connsiteY22" fmla="*/ 1407761 h 1583140"/>
              <a:gd name="connsiteX23" fmla="*/ 7151610 w 9662615"/>
              <a:gd name="connsiteY23" fmla="*/ 1397856 h 1583140"/>
              <a:gd name="connsiteX24" fmla="*/ 7082147 w 9662615"/>
              <a:gd name="connsiteY24" fmla="*/ 1406113 h 1583140"/>
              <a:gd name="connsiteX25" fmla="*/ 7014958 w 9662615"/>
              <a:gd name="connsiteY25" fmla="*/ 1396883 h 1583140"/>
              <a:gd name="connsiteX26" fmla="*/ 6907567 w 9662615"/>
              <a:gd name="connsiteY26" fmla="*/ 1419149 h 1583140"/>
              <a:gd name="connsiteX27" fmla="*/ 6748428 w 9662615"/>
              <a:gd name="connsiteY27" fmla="*/ 1420308 h 1583140"/>
              <a:gd name="connsiteX28" fmla="*/ 6654257 w 9662615"/>
              <a:gd name="connsiteY28" fmla="*/ 1424143 h 1583140"/>
              <a:gd name="connsiteX29" fmla="*/ 6620123 w 9662615"/>
              <a:gd name="connsiteY29" fmla="*/ 1430535 h 1583140"/>
              <a:gd name="connsiteX30" fmla="*/ 6571355 w 9662615"/>
              <a:gd name="connsiteY30" fmla="*/ 1436144 h 1583140"/>
              <a:gd name="connsiteX31" fmla="*/ 6486557 w 9662615"/>
              <a:gd name="connsiteY31" fmla="*/ 1449861 h 1583140"/>
              <a:gd name="connsiteX32" fmla="*/ 6370419 w 9662615"/>
              <a:gd name="connsiteY32" fmla="*/ 1461649 h 1583140"/>
              <a:gd name="connsiteX33" fmla="*/ 6278839 w 9662615"/>
              <a:gd name="connsiteY33" fmla="*/ 1449160 h 1583140"/>
              <a:gd name="connsiteX34" fmla="*/ 6272455 w 9662615"/>
              <a:gd name="connsiteY34" fmla="*/ 1453191 h 1583140"/>
              <a:gd name="connsiteX35" fmla="*/ 6212659 w 9662615"/>
              <a:gd name="connsiteY35" fmla="*/ 1454850 h 1583140"/>
              <a:gd name="connsiteX36" fmla="*/ 6069317 w 9662615"/>
              <a:gd name="connsiteY36" fmla="*/ 1445838 h 1583140"/>
              <a:gd name="connsiteX37" fmla="*/ 5878477 w 9662615"/>
              <a:gd name="connsiteY37" fmla="*/ 1439180 h 1583140"/>
              <a:gd name="connsiteX38" fmla="*/ 5838387 w 9662615"/>
              <a:gd name="connsiteY38" fmla="*/ 1444679 h 1583140"/>
              <a:gd name="connsiteX39" fmla="*/ 5771136 w 9662615"/>
              <a:gd name="connsiteY39" fmla="*/ 1453639 h 1583140"/>
              <a:gd name="connsiteX40" fmla="*/ 5724081 w 9662615"/>
              <a:gd name="connsiteY40" fmla="*/ 1470431 h 1583140"/>
              <a:gd name="connsiteX41" fmla="*/ 5666577 w 9662615"/>
              <a:gd name="connsiteY41" fmla="*/ 1473921 h 1583140"/>
              <a:gd name="connsiteX42" fmla="*/ 5649068 w 9662615"/>
              <a:gd name="connsiteY42" fmla="*/ 1461676 h 1583140"/>
              <a:gd name="connsiteX43" fmla="*/ 5588902 w 9662615"/>
              <a:gd name="connsiteY43" fmla="*/ 1469647 h 1583140"/>
              <a:gd name="connsiteX44" fmla="*/ 5498090 w 9662615"/>
              <a:gd name="connsiteY44" fmla="*/ 1483173 h 1583140"/>
              <a:gd name="connsiteX45" fmla="*/ 5444641 w 9662615"/>
              <a:gd name="connsiteY45" fmla="*/ 1487602 h 1583140"/>
              <a:gd name="connsiteX46" fmla="*/ 5299812 w 9662615"/>
              <a:gd name="connsiteY46" fmla="*/ 1503362 h 1583140"/>
              <a:gd name="connsiteX47" fmla="*/ 5245752 w 9662615"/>
              <a:gd name="connsiteY47" fmla="*/ 1520612 h 1583140"/>
              <a:gd name="connsiteX48" fmla="*/ 5177807 w 9662615"/>
              <a:gd name="connsiteY48" fmla="*/ 1526802 h 1583140"/>
              <a:gd name="connsiteX49" fmla="*/ 5113910 w 9662615"/>
              <a:gd name="connsiteY49" fmla="*/ 1533205 h 1583140"/>
              <a:gd name="connsiteX50" fmla="*/ 5059484 w 9662615"/>
              <a:gd name="connsiteY50" fmla="*/ 1546802 h 1583140"/>
              <a:gd name="connsiteX51" fmla="*/ 5038524 w 9662615"/>
              <a:gd name="connsiteY51" fmla="*/ 1545675 h 1583140"/>
              <a:gd name="connsiteX52" fmla="*/ 5026564 w 9662615"/>
              <a:gd name="connsiteY52" fmla="*/ 1545376 h 1583140"/>
              <a:gd name="connsiteX53" fmla="*/ 4969433 w 9662615"/>
              <a:gd name="connsiteY53" fmla="*/ 1550865 h 1583140"/>
              <a:gd name="connsiteX54" fmla="*/ 4929254 w 9662615"/>
              <a:gd name="connsiteY54" fmla="*/ 1563452 h 1583140"/>
              <a:gd name="connsiteX55" fmla="*/ 4871726 w 9662615"/>
              <a:gd name="connsiteY55" fmla="*/ 1570584 h 1583140"/>
              <a:gd name="connsiteX56" fmla="*/ 4843267 w 9662615"/>
              <a:gd name="connsiteY56" fmla="*/ 1561459 h 1583140"/>
              <a:gd name="connsiteX57" fmla="*/ 4821058 w 9662615"/>
              <a:gd name="connsiteY57" fmla="*/ 1553078 h 1583140"/>
              <a:gd name="connsiteX58" fmla="*/ 4791466 w 9662615"/>
              <a:gd name="connsiteY58" fmla="*/ 1561324 h 1583140"/>
              <a:gd name="connsiteX59" fmla="*/ 4784247 w 9662615"/>
              <a:gd name="connsiteY59" fmla="*/ 1562342 h 1583140"/>
              <a:gd name="connsiteX60" fmla="*/ 4739309 w 9662615"/>
              <a:gd name="connsiteY60" fmla="*/ 1553948 h 1583140"/>
              <a:gd name="connsiteX61" fmla="*/ 4697562 w 9662615"/>
              <a:gd name="connsiteY61" fmla="*/ 1551206 h 1583140"/>
              <a:gd name="connsiteX62" fmla="*/ 4650737 w 9662615"/>
              <a:gd name="connsiteY62" fmla="*/ 1537381 h 1583140"/>
              <a:gd name="connsiteX63" fmla="*/ 4583150 w 9662615"/>
              <a:gd name="connsiteY63" fmla="*/ 1529064 h 1583140"/>
              <a:gd name="connsiteX64" fmla="*/ 4521734 w 9662615"/>
              <a:gd name="connsiteY64" fmla="*/ 1529359 h 1583140"/>
              <a:gd name="connsiteX65" fmla="*/ 4382398 w 9662615"/>
              <a:gd name="connsiteY65" fmla="*/ 1534108 h 1583140"/>
              <a:gd name="connsiteX66" fmla="*/ 4221826 w 9662615"/>
              <a:gd name="connsiteY66" fmla="*/ 1500972 h 1583140"/>
              <a:gd name="connsiteX67" fmla="*/ 4096601 w 9662615"/>
              <a:gd name="connsiteY67" fmla="*/ 1521563 h 1583140"/>
              <a:gd name="connsiteX68" fmla="*/ 4002441 w 9662615"/>
              <a:gd name="connsiteY68" fmla="*/ 1528912 h 1583140"/>
              <a:gd name="connsiteX69" fmla="*/ 3833906 w 9662615"/>
              <a:gd name="connsiteY69" fmla="*/ 1516637 h 1583140"/>
              <a:gd name="connsiteX70" fmla="*/ 3763845 w 9662615"/>
              <a:gd name="connsiteY70" fmla="*/ 1501782 h 1583140"/>
              <a:gd name="connsiteX71" fmla="*/ 3641778 w 9662615"/>
              <a:gd name="connsiteY71" fmla="*/ 1505446 h 1583140"/>
              <a:gd name="connsiteX72" fmla="*/ 3565233 w 9662615"/>
              <a:gd name="connsiteY72" fmla="*/ 1515122 h 1583140"/>
              <a:gd name="connsiteX73" fmla="*/ 3560267 w 9662615"/>
              <a:gd name="connsiteY73" fmla="*/ 1516288 h 1583140"/>
              <a:gd name="connsiteX74" fmla="*/ 3540258 w 9662615"/>
              <a:gd name="connsiteY74" fmla="*/ 1516976 h 1583140"/>
              <a:gd name="connsiteX75" fmla="*/ 3534780 w 9662615"/>
              <a:gd name="connsiteY75" fmla="*/ 1522141 h 1583140"/>
              <a:gd name="connsiteX76" fmla="*/ 3504783 w 9662615"/>
              <a:gd name="connsiteY76" fmla="*/ 1526739 h 1583140"/>
              <a:gd name="connsiteX77" fmla="*/ 3430805 w 9662615"/>
              <a:gd name="connsiteY77" fmla="*/ 1542521 h 1583140"/>
              <a:gd name="connsiteX78" fmla="*/ 3292707 w 9662615"/>
              <a:gd name="connsiteY78" fmla="*/ 1520490 h 1583140"/>
              <a:gd name="connsiteX79" fmla="*/ 3187872 w 9662615"/>
              <a:gd name="connsiteY79" fmla="*/ 1519991 h 1583140"/>
              <a:gd name="connsiteX80" fmla="*/ 3148026 w 9662615"/>
              <a:gd name="connsiteY80" fmla="*/ 1524777 h 1583140"/>
              <a:gd name="connsiteX81" fmla="*/ 3092394 w 9662615"/>
              <a:gd name="connsiteY81" fmla="*/ 1528115 h 1583140"/>
              <a:gd name="connsiteX82" fmla="*/ 2994200 w 9662615"/>
              <a:gd name="connsiteY82" fmla="*/ 1537857 h 1583140"/>
              <a:gd name="connsiteX83" fmla="*/ 2862301 w 9662615"/>
              <a:gd name="connsiteY83" fmla="*/ 1544250 h 1583140"/>
              <a:gd name="connsiteX84" fmla="*/ 2766335 w 9662615"/>
              <a:gd name="connsiteY84" fmla="*/ 1527662 h 1583140"/>
              <a:gd name="connsiteX85" fmla="*/ 2757836 w 9662615"/>
              <a:gd name="connsiteY85" fmla="*/ 1531371 h 1583140"/>
              <a:gd name="connsiteX86" fmla="*/ 2691555 w 9662615"/>
              <a:gd name="connsiteY86" fmla="*/ 1530283 h 1583140"/>
              <a:gd name="connsiteX87" fmla="*/ 2491676 w 9662615"/>
              <a:gd name="connsiteY87" fmla="*/ 1500859 h 1583140"/>
              <a:gd name="connsiteX88" fmla="*/ 2378036 w 9662615"/>
              <a:gd name="connsiteY88" fmla="*/ 1520645 h 1583140"/>
              <a:gd name="connsiteX89" fmla="*/ 2284269 w 9662615"/>
              <a:gd name="connsiteY89" fmla="*/ 1503068 h 1583140"/>
              <a:gd name="connsiteX90" fmla="*/ 2207104 w 9662615"/>
              <a:gd name="connsiteY90" fmla="*/ 1508888 h 1583140"/>
              <a:gd name="connsiteX91" fmla="*/ 2149226 w 9662615"/>
              <a:gd name="connsiteY91" fmla="*/ 1523409 h 1583140"/>
              <a:gd name="connsiteX92" fmla="*/ 2084783 w 9662615"/>
              <a:gd name="connsiteY92" fmla="*/ 1524245 h 1583140"/>
              <a:gd name="connsiteX93" fmla="*/ 2070075 w 9662615"/>
              <a:gd name="connsiteY93" fmla="*/ 1511285 h 1583140"/>
              <a:gd name="connsiteX94" fmla="*/ 2001057 w 9662615"/>
              <a:gd name="connsiteY94" fmla="*/ 1516449 h 1583140"/>
              <a:gd name="connsiteX95" fmla="*/ 1896330 w 9662615"/>
              <a:gd name="connsiteY95" fmla="*/ 1525725 h 1583140"/>
              <a:gd name="connsiteX96" fmla="*/ 1835994 w 9662615"/>
              <a:gd name="connsiteY96" fmla="*/ 1527678 h 1583140"/>
              <a:gd name="connsiteX97" fmla="*/ 1671119 w 9662615"/>
              <a:gd name="connsiteY97" fmla="*/ 1536701 h 1583140"/>
              <a:gd name="connsiteX98" fmla="*/ 1601337 w 9662615"/>
              <a:gd name="connsiteY98" fmla="*/ 1548552 h 1583140"/>
              <a:gd name="connsiteX99" fmla="*/ 1407755 w 9662615"/>
              <a:gd name="connsiteY99" fmla="*/ 1571444 h 1583140"/>
              <a:gd name="connsiteX100" fmla="*/ 1271994 w 9662615"/>
              <a:gd name="connsiteY100" fmla="*/ 1579471 h 1583140"/>
              <a:gd name="connsiteX101" fmla="*/ 1249226 w 9662615"/>
              <a:gd name="connsiteY101" fmla="*/ 1583140 h 1583140"/>
              <a:gd name="connsiteX102" fmla="*/ 1217719 w 9662615"/>
              <a:gd name="connsiteY102" fmla="*/ 1580863 h 1583140"/>
              <a:gd name="connsiteX103" fmla="*/ 1091432 w 9662615"/>
              <a:gd name="connsiteY103" fmla="*/ 1571003 h 1583140"/>
              <a:gd name="connsiteX104" fmla="*/ 992039 w 9662615"/>
              <a:gd name="connsiteY104" fmla="*/ 1556662 h 1583140"/>
              <a:gd name="connsiteX105" fmla="*/ 868264 w 9662615"/>
              <a:gd name="connsiteY105" fmla="*/ 1566392 h 1583140"/>
              <a:gd name="connsiteX106" fmla="*/ 792765 w 9662615"/>
              <a:gd name="connsiteY106" fmla="*/ 1563102 h 1583140"/>
              <a:gd name="connsiteX107" fmla="*/ 669055 w 9662615"/>
              <a:gd name="connsiteY107" fmla="*/ 1543638 h 1583140"/>
              <a:gd name="connsiteX108" fmla="*/ 506152 w 9662615"/>
              <a:gd name="connsiteY108" fmla="*/ 1549124 h 1583140"/>
              <a:gd name="connsiteX109" fmla="*/ 472797 w 9662615"/>
              <a:gd name="connsiteY109" fmla="*/ 1568904 h 1583140"/>
              <a:gd name="connsiteX110" fmla="*/ 427864 w 9662615"/>
              <a:gd name="connsiteY110" fmla="*/ 1580848 h 1583140"/>
              <a:gd name="connsiteX111" fmla="*/ 408381 w 9662615"/>
              <a:gd name="connsiteY111" fmla="*/ 1552940 h 1583140"/>
              <a:gd name="connsiteX112" fmla="*/ 267163 w 9662615"/>
              <a:gd name="connsiteY112" fmla="*/ 1531913 h 1583140"/>
              <a:gd name="connsiteX113" fmla="*/ 196644 w 9662615"/>
              <a:gd name="connsiteY113" fmla="*/ 1524565 h 1583140"/>
              <a:gd name="connsiteX114" fmla="*/ 86819 w 9662615"/>
              <a:gd name="connsiteY114" fmla="*/ 1519517 h 1583140"/>
              <a:gd name="connsiteX115" fmla="*/ 53369 w 9662615"/>
              <a:gd name="connsiteY115" fmla="*/ 1516853 h 1583140"/>
              <a:gd name="connsiteX116" fmla="*/ 2359 w 9662615"/>
              <a:gd name="connsiteY116" fmla="*/ 1515247 h 1583140"/>
              <a:gd name="connsiteX117" fmla="*/ 0 w 9662615"/>
              <a:gd name="connsiteY117" fmla="*/ 1514932 h 1583140"/>
              <a:gd name="connsiteX118" fmla="*/ 0 w 9662615"/>
              <a:gd name="connsiteY118" fmla="*/ 0 h 1583140"/>
              <a:gd name="connsiteX0" fmla="*/ 0 w 9662615"/>
              <a:gd name="connsiteY0" fmla="*/ 0 h 1583140"/>
              <a:gd name="connsiteX1" fmla="*/ 9662615 w 9662615"/>
              <a:gd name="connsiteY1" fmla="*/ 0 h 1583140"/>
              <a:gd name="connsiteX2" fmla="*/ 9662615 w 9662615"/>
              <a:gd name="connsiteY2" fmla="*/ 1280346 h 1583140"/>
              <a:gd name="connsiteX3" fmla="*/ 9658420 w 9662615"/>
              <a:gd name="connsiteY3" fmla="*/ 1280106 h 1583140"/>
              <a:gd name="connsiteX4" fmla="*/ 9469546 w 9662615"/>
              <a:gd name="connsiteY4" fmla="*/ 1289837 h 1583140"/>
              <a:gd name="connsiteX5" fmla="*/ 9385895 w 9662615"/>
              <a:gd name="connsiteY5" fmla="*/ 1269203 h 1583140"/>
              <a:gd name="connsiteX6" fmla="*/ 9144767 w 9662615"/>
              <a:gd name="connsiteY6" fmla="*/ 1264120 h 1583140"/>
              <a:gd name="connsiteX7" fmla="*/ 8837252 w 9662615"/>
              <a:gd name="connsiteY7" fmla="*/ 1350515 h 1583140"/>
              <a:gd name="connsiteX8" fmla="*/ 8705466 w 9662615"/>
              <a:gd name="connsiteY8" fmla="*/ 1342419 h 1583140"/>
              <a:gd name="connsiteX9" fmla="*/ 8652221 w 9662615"/>
              <a:gd name="connsiteY9" fmla="*/ 1326906 h 1583140"/>
              <a:gd name="connsiteX10" fmla="*/ 8632312 w 9662615"/>
              <a:gd name="connsiteY10" fmla="*/ 1326025 h 1583140"/>
              <a:gd name="connsiteX11" fmla="*/ 8591582 w 9662615"/>
              <a:gd name="connsiteY11" fmla="*/ 1341666 h 1583140"/>
              <a:gd name="connsiteX12" fmla="*/ 8537336 w 9662615"/>
              <a:gd name="connsiteY12" fmla="*/ 1341684 h 1583140"/>
              <a:gd name="connsiteX13" fmla="*/ 8472508 w 9662615"/>
              <a:gd name="connsiteY13" fmla="*/ 1363109 h 1583140"/>
              <a:gd name="connsiteX14" fmla="*/ 8258477 w 9662615"/>
              <a:gd name="connsiteY14" fmla="*/ 1370666 h 1583140"/>
              <a:gd name="connsiteX15" fmla="*/ 8197961 w 9662615"/>
              <a:gd name="connsiteY15" fmla="*/ 1392804 h 1583140"/>
              <a:gd name="connsiteX16" fmla="*/ 8171196 w 9662615"/>
              <a:gd name="connsiteY16" fmla="*/ 1397216 h 1583140"/>
              <a:gd name="connsiteX17" fmla="*/ 8127667 w 9662615"/>
              <a:gd name="connsiteY17" fmla="*/ 1418254 h 1583140"/>
              <a:gd name="connsiteX18" fmla="*/ 7974579 w 9662615"/>
              <a:gd name="connsiteY18" fmla="*/ 1383439 h 1583140"/>
              <a:gd name="connsiteX19" fmla="*/ 7768351 w 9662615"/>
              <a:gd name="connsiteY19" fmla="*/ 1395051 h 1583140"/>
              <a:gd name="connsiteX20" fmla="*/ 7635985 w 9662615"/>
              <a:gd name="connsiteY20" fmla="*/ 1386363 h 1583140"/>
              <a:gd name="connsiteX21" fmla="*/ 7466069 w 9662615"/>
              <a:gd name="connsiteY21" fmla="*/ 1377654 h 1583140"/>
              <a:gd name="connsiteX22" fmla="*/ 7355642 w 9662615"/>
              <a:gd name="connsiteY22" fmla="*/ 1407761 h 1583140"/>
              <a:gd name="connsiteX23" fmla="*/ 7151610 w 9662615"/>
              <a:gd name="connsiteY23" fmla="*/ 1397856 h 1583140"/>
              <a:gd name="connsiteX24" fmla="*/ 7082147 w 9662615"/>
              <a:gd name="connsiteY24" fmla="*/ 1406113 h 1583140"/>
              <a:gd name="connsiteX25" fmla="*/ 7014958 w 9662615"/>
              <a:gd name="connsiteY25" fmla="*/ 1396883 h 1583140"/>
              <a:gd name="connsiteX26" fmla="*/ 6907567 w 9662615"/>
              <a:gd name="connsiteY26" fmla="*/ 1419149 h 1583140"/>
              <a:gd name="connsiteX27" fmla="*/ 6748428 w 9662615"/>
              <a:gd name="connsiteY27" fmla="*/ 1420308 h 1583140"/>
              <a:gd name="connsiteX28" fmla="*/ 6654257 w 9662615"/>
              <a:gd name="connsiteY28" fmla="*/ 1424143 h 1583140"/>
              <a:gd name="connsiteX29" fmla="*/ 6620123 w 9662615"/>
              <a:gd name="connsiteY29" fmla="*/ 1430535 h 1583140"/>
              <a:gd name="connsiteX30" fmla="*/ 6571355 w 9662615"/>
              <a:gd name="connsiteY30" fmla="*/ 1436144 h 1583140"/>
              <a:gd name="connsiteX31" fmla="*/ 6486557 w 9662615"/>
              <a:gd name="connsiteY31" fmla="*/ 1449861 h 1583140"/>
              <a:gd name="connsiteX32" fmla="*/ 6370419 w 9662615"/>
              <a:gd name="connsiteY32" fmla="*/ 1461649 h 1583140"/>
              <a:gd name="connsiteX33" fmla="*/ 6278839 w 9662615"/>
              <a:gd name="connsiteY33" fmla="*/ 1449160 h 1583140"/>
              <a:gd name="connsiteX34" fmla="*/ 6272455 w 9662615"/>
              <a:gd name="connsiteY34" fmla="*/ 1453191 h 1583140"/>
              <a:gd name="connsiteX35" fmla="*/ 6212659 w 9662615"/>
              <a:gd name="connsiteY35" fmla="*/ 1454850 h 1583140"/>
              <a:gd name="connsiteX36" fmla="*/ 6069317 w 9662615"/>
              <a:gd name="connsiteY36" fmla="*/ 1445838 h 1583140"/>
              <a:gd name="connsiteX37" fmla="*/ 5878477 w 9662615"/>
              <a:gd name="connsiteY37" fmla="*/ 1439180 h 1583140"/>
              <a:gd name="connsiteX38" fmla="*/ 5838387 w 9662615"/>
              <a:gd name="connsiteY38" fmla="*/ 1444679 h 1583140"/>
              <a:gd name="connsiteX39" fmla="*/ 5771136 w 9662615"/>
              <a:gd name="connsiteY39" fmla="*/ 1453639 h 1583140"/>
              <a:gd name="connsiteX40" fmla="*/ 5724081 w 9662615"/>
              <a:gd name="connsiteY40" fmla="*/ 1470431 h 1583140"/>
              <a:gd name="connsiteX41" fmla="*/ 5666577 w 9662615"/>
              <a:gd name="connsiteY41" fmla="*/ 1473921 h 1583140"/>
              <a:gd name="connsiteX42" fmla="*/ 5649068 w 9662615"/>
              <a:gd name="connsiteY42" fmla="*/ 1461676 h 1583140"/>
              <a:gd name="connsiteX43" fmla="*/ 5588902 w 9662615"/>
              <a:gd name="connsiteY43" fmla="*/ 1469647 h 1583140"/>
              <a:gd name="connsiteX44" fmla="*/ 5498090 w 9662615"/>
              <a:gd name="connsiteY44" fmla="*/ 1483173 h 1583140"/>
              <a:gd name="connsiteX45" fmla="*/ 5444641 w 9662615"/>
              <a:gd name="connsiteY45" fmla="*/ 1487602 h 1583140"/>
              <a:gd name="connsiteX46" fmla="*/ 5299812 w 9662615"/>
              <a:gd name="connsiteY46" fmla="*/ 1503362 h 1583140"/>
              <a:gd name="connsiteX47" fmla="*/ 5245752 w 9662615"/>
              <a:gd name="connsiteY47" fmla="*/ 1520612 h 1583140"/>
              <a:gd name="connsiteX48" fmla="*/ 5177807 w 9662615"/>
              <a:gd name="connsiteY48" fmla="*/ 1526802 h 1583140"/>
              <a:gd name="connsiteX49" fmla="*/ 5113910 w 9662615"/>
              <a:gd name="connsiteY49" fmla="*/ 1533205 h 1583140"/>
              <a:gd name="connsiteX50" fmla="*/ 5059484 w 9662615"/>
              <a:gd name="connsiteY50" fmla="*/ 1546802 h 1583140"/>
              <a:gd name="connsiteX51" fmla="*/ 5038524 w 9662615"/>
              <a:gd name="connsiteY51" fmla="*/ 1545675 h 1583140"/>
              <a:gd name="connsiteX52" fmla="*/ 5026564 w 9662615"/>
              <a:gd name="connsiteY52" fmla="*/ 1545376 h 1583140"/>
              <a:gd name="connsiteX53" fmla="*/ 4969433 w 9662615"/>
              <a:gd name="connsiteY53" fmla="*/ 1550865 h 1583140"/>
              <a:gd name="connsiteX54" fmla="*/ 4929254 w 9662615"/>
              <a:gd name="connsiteY54" fmla="*/ 1563452 h 1583140"/>
              <a:gd name="connsiteX55" fmla="*/ 4871726 w 9662615"/>
              <a:gd name="connsiteY55" fmla="*/ 1570584 h 1583140"/>
              <a:gd name="connsiteX56" fmla="*/ 4843267 w 9662615"/>
              <a:gd name="connsiteY56" fmla="*/ 1561459 h 1583140"/>
              <a:gd name="connsiteX57" fmla="*/ 4821058 w 9662615"/>
              <a:gd name="connsiteY57" fmla="*/ 1553078 h 1583140"/>
              <a:gd name="connsiteX58" fmla="*/ 4791466 w 9662615"/>
              <a:gd name="connsiteY58" fmla="*/ 1561324 h 1583140"/>
              <a:gd name="connsiteX59" fmla="*/ 4784247 w 9662615"/>
              <a:gd name="connsiteY59" fmla="*/ 1562342 h 1583140"/>
              <a:gd name="connsiteX60" fmla="*/ 4739309 w 9662615"/>
              <a:gd name="connsiteY60" fmla="*/ 1553948 h 1583140"/>
              <a:gd name="connsiteX61" fmla="*/ 4697562 w 9662615"/>
              <a:gd name="connsiteY61" fmla="*/ 1551206 h 1583140"/>
              <a:gd name="connsiteX62" fmla="*/ 4650737 w 9662615"/>
              <a:gd name="connsiteY62" fmla="*/ 1537381 h 1583140"/>
              <a:gd name="connsiteX63" fmla="*/ 4583150 w 9662615"/>
              <a:gd name="connsiteY63" fmla="*/ 1529064 h 1583140"/>
              <a:gd name="connsiteX64" fmla="*/ 4521734 w 9662615"/>
              <a:gd name="connsiteY64" fmla="*/ 1529359 h 1583140"/>
              <a:gd name="connsiteX65" fmla="*/ 4382398 w 9662615"/>
              <a:gd name="connsiteY65" fmla="*/ 1534108 h 1583140"/>
              <a:gd name="connsiteX66" fmla="*/ 4221826 w 9662615"/>
              <a:gd name="connsiteY66" fmla="*/ 1500972 h 1583140"/>
              <a:gd name="connsiteX67" fmla="*/ 4096601 w 9662615"/>
              <a:gd name="connsiteY67" fmla="*/ 1521563 h 1583140"/>
              <a:gd name="connsiteX68" fmla="*/ 4002441 w 9662615"/>
              <a:gd name="connsiteY68" fmla="*/ 1528912 h 1583140"/>
              <a:gd name="connsiteX69" fmla="*/ 3833906 w 9662615"/>
              <a:gd name="connsiteY69" fmla="*/ 1516637 h 1583140"/>
              <a:gd name="connsiteX70" fmla="*/ 3763845 w 9662615"/>
              <a:gd name="connsiteY70" fmla="*/ 1501782 h 1583140"/>
              <a:gd name="connsiteX71" fmla="*/ 3641778 w 9662615"/>
              <a:gd name="connsiteY71" fmla="*/ 1505446 h 1583140"/>
              <a:gd name="connsiteX72" fmla="*/ 3565233 w 9662615"/>
              <a:gd name="connsiteY72" fmla="*/ 1515122 h 1583140"/>
              <a:gd name="connsiteX73" fmla="*/ 3560267 w 9662615"/>
              <a:gd name="connsiteY73" fmla="*/ 1516288 h 1583140"/>
              <a:gd name="connsiteX74" fmla="*/ 3540258 w 9662615"/>
              <a:gd name="connsiteY74" fmla="*/ 1516976 h 1583140"/>
              <a:gd name="connsiteX75" fmla="*/ 3534780 w 9662615"/>
              <a:gd name="connsiteY75" fmla="*/ 1522141 h 1583140"/>
              <a:gd name="connsiteX76" fmla="*/ 3504783 w 9662615"/>
              <a:gd name="connsiteY76" fmla="*/ 1526739 h 1583140"/>
              <a:gd name="connsiteX77" fmla="*/ 3430805 w 9662615"/>
              <a:gd name="connsiteY77" fmla="*/ 1542521 h 1583140"/>
              <a:gd name="connsiteX78" fmla="*/ 3292707 w 9662615"/>
              <a:gd name="connsiteY78" fmla="*/ 1520490 h 1583140"/>
              <a:gd name="connsiteX79" fmla="*/ 3187872 w 9662615"/>
              <a:gd name="connsiteY79" fmla="*/ 1519991 h 1583140"/>
              <a:gd name="connsiteX80" fmla="*/ 3148026 w 9662615"/>
              <a:gd name="connsiteY80" fmla="*/ 1524777 h 1583140"/>
              <a:gd name="connsiteX81" fmla="*/ 3092394 w 9662615"/>
              <a:gd name="connsiteY81" fmla="*/ 1528115 h 1583140"/>
              <a:gd name="connsiteX82" fmla="*/ 2994200 w 9662615"/>
              <a:gd name="connsiteY82" fmla="*/ 1537857 h 1583140"/>
              <a:gd name="connsiteX83" fmla="*/ 2862301 w 9662615"/>
              <a:gd name="connsiteY83" fmla="*/ 1544250 h 1583140"/>
              <a:gd name="connsiteX84" fmla="*/ 2766335 w 9662615"/>
              <a:gd name="connsiteY84" fmla="*/ 1527662 h 1583140"/>
              <a:gd name="connsiteX85" fmla="*/ 2757836 w 9662615"/>
              <a:gd name="connsiteY85" fmla="*/ 1531371 h 1583140"/>
              <a:gd name="connsiteX86" fmla="*/ 2691555 w 9662615"/>
              <a:gd name="connsiteY86" fmla="*/ 1530283 h 1583140"/>
              <a:gd name="connsiteX87" fmla="*/ 2491676 w 9662615"/>
              <a:gd name="connsiteY87" fmla="*/ 1500859 h 1583140"/>
              <a:gd name="connsiteX88" fmla="*/ 2378036 w 9662615"/>
              <a:gd name="connsiteY88" fmla="*/ 1520645 h 1583140"/>
              <a:gd name="connsiteX89" fmla="*/ 2284269 w 9662615"/>
              <a:gd name="connsiteY89" fmla="*/ 1503068 h 1583140"/>
              <a:gd name="connsiteX90" fmla="*/ 2207104 w 9662615"/>
              <a:gd name="connsiteY90" fmla="*/ 1508888 h 1583140"/>
              <a:gd name="connsiteX91" fmla="*/ 2149226 w 9662615"/>
              <a:gd name="connsiteY91" fmla="*/ 1523409 h 1583140"/>
              <a:gd name="connsiteX92" fmla="*/ 2084783 w 9662615"/>
              <a:gd name="connsiteY92" fmla="*/ 1524245 h 1583140"/>
              <a:gd name="connsiteX93" fmla="*/ 2070075 w 9662615"/>
              <a:gd name="connsiteY93" fmla="*/ 1511285 h 1583140"/>
              <a:gd name="connsiteX94" fmla="*/ 2001057 w 9662615"/>
              <a:gd name="connsiteY94" fmla="*/ 1516449 h 1583140"/>
              <a:gd name="connsiteX95" fmla="*/ 1896330 w 9662615"/>
              <a:gd name="connsiteY95" fmla="*/ 1525725 h 1583140"/>
              <a:gd name="connsiteX96" fmla="*/ 1835994 w 9662615"/>
              <a:gd name="connsiteY96" fmla="*/ 1527678 h 1583140"/>
              <a:gd name="connsiteX97" fmla="*/ 1671119 w 9662615"/>
              <a:gd name="connsiteY97" fmla="*/ 1536701 h 1583140"/>
              <a:gd name="connsiteX98" fmla="*/ 1601337 w 9662615"/>
              <a:gd name="connsiteY98" fmla="*/ 1548552 h 1583140"/>
              <a:gd name="connsiteX99" fmla="*/ 1407755 w 9662615"/>
              <a:gd name="connsiteY99" fmla="*/ 1571444 h 1583140"/>
              <a:gd name="connsiteX100" fmla="*/ 1271994 w 9662615"/>
              <a:gd name="connsiteY100" fmla="*/ 1579471 h 1583140"/>
              <a:gd name="connsiteX101" fmla="*/ 1249226 w 9662615"/>
              <a:gd name="connsiteY101" fmla="*/ 1583140 h 1583140"/>
              <a:gd name="connsiteX102" fmla="*/ 1217719 w 9662615"/>
              <a:gd name="connsiteY102" fmla="*/ 1580863 h 1583140"/>
              <a:gd name="connsiteX103" fmla="*/ 1091432 w 9662615"/>
              <a:gd name="connsiteY103" fmla="*/ 1571003 h 1583140"/>
              <a:gd name="connsiteX104" fmla="*/ 992039 w 9662615"/>
              <a:gd name="connsiteY104" fmla="*/ 1556662 h 1583140"/>
              <a:gd name="connsiteX105" fmla="*/ 868264 w 9662615"/>
              <a:gd name="connsiteY105" fmla="*/ 1566392 h 1583140"/>
              <a:gd name="connsiteX106" fmla="*/ 792765 w 9662615"/>
              <a:gd name="connsiteY106" fmla="*/ 1563102 h 1583140"/>
              <a:gd name="connsiteX107" fmla="*/ 669055 w 9662615"/>
              <a:gd name="connsiteY107" fmla="*/ 1543638 h 1583140"/>
              <a:gd name="connsiteX108" fmla="*/ 506152 w 9662615"/>
              <a:gd name="connsiteY108" fmla="*/ 1549124 h 1583140"/>
              <a:gd name="connsiteX109" fmla="*/ 472797 w 9662615"/>
              <a:gd name="connsiteY109" fmla="*/ 1568904 h 1583140"/>
              <a:gd name="connsiteX110" fmla="*/ 427864 w 9662615"/>
              <a:gd name="connsiteY110" fmla="*/ 1580848 h 1583140"/>
              <a:gd name="connsiteX111" fmla="*/ 408381 w 9662615"/>
              <a:gd name="connsiteY111" fmla="*/ 1552940 h 1583140"/>
              <a:gd name="connsiteX112" fmla="*/ 267163 w 9662615"/>
              <a:gd name="connsiteY112" fmla="*/ 1531913 h 1583140"/>
              <a:gd name="connsiteX113" fmla="*/ 196644 w 9662615"/>
              <a:gd name="connsiteY113" fmla="*/ 1524565 h 1583140"/>
              <a:gd name="connsiteX114" fmla="*/ 86819 w 9662615"/>
              <a:gd name="connsiteY114" fmla="*/ 1519517 h 1583140"/>
              <a:gd name="connsiteX115" fmla="*/ 53369 w 9662615"/>
              <a:gd name="connsiteY115" fmla="*/ 1516853 h 1583140"/>
              <a:gd name="connsiteX116" fmla="*/ 2359 w 9662615"/>
              <a:gd name="connsiteY116" fmla="*/ 1515247 h 1583140"/>
              <a:gd name="connsiteX117" fmla="*/ 0 w 9662615"/>
              <a:gd name="connsiteY117" fmla="*/ 1514932 h 1583140"/>
              <a:gd name="connsiteX118" fmla="*/ 0 w 9662615"/>
              <a:gd name="connsiteY118" fmla="*/ 0 h 1583140"/>
              <a:gd name="connsiteX0" fmla="*/ 0 w 9662615"/>
              <a:gd name="connsiteY0" fmla="*/ 0 h 1583140"/>
              <a:gd name="connsiteX1" fmla="*/ 9662615 w 9662615"/>
              <a:gd name="connsiteY1" fmla="*/ 0 h 1583140"/>
              <a:gd name="connsiteX2" fmla="*/ 9662615 w 9662615"/>
              <a:gd name="connsiteY2" fmla="*/ 1280346 h 1583140"/>
              <a:gd name="connsiteX3" fmla="*/ 9658420 w 9662615"/>
              <a:gd name="connsiteY3" fmla="*/ 1280106 h 1583140"/>
              <a:gd name="connsiteX4" fmla="*/ 9469546 w 9662615"/>
              <a:gd name="connsiteY4" fmla="*/ 1289837 h 1583140"/>
              <a:gd name="connsiteX5" fmla="*/ 9385895 w 9662615"/>
              <a:gd name="connsiteY5" fmla="*/ 1269203 h 1583140"/>
              <a:gd name="connsiteX6" fmla="*/ 9144767 w 9662615"/>
              <a:gd name="connsiteY6" fmla="*/ 1264120 h 1583140"/>
              <a:gd name="connsiteX7" fmla="*/ 8837252 w 9662615"/>
              <a:gd name="connsiteY7" fmla="*/ 1350515 h 1583140"/>
              <a:gd name="connsiteX8" fmla="*/ 8705466 w 9662615"/>
              <a:gd name="connsiteY8" fmla="*/ 1342419 h 1583140"/>
              <a:gd name="connsiteX9" fmla="*/ 8652221 w 9662615"/>
              <a:gd name="connsiteY9" fmla="*/ 1326906 h 1583140"/>
              <a:gd name="connsiteX10" fmla="*/ 8632312 w 9662615"/>
              <a:gd name="connsiteY10" fmla="*/ 1326025 h 1583140"/>
              <a:gd name="connsiteX11" fmla="*/ 8591582 w 9662615"/>
              <a:gd name="connsiteY11" fmla="*/ 1341666 h 1583140"/>
              <a:gd name="connsiteX12" fmla="*/ 8537336 w 9662615"/>
              <a:gd name="connsiteY12" fmla="*/ 1341684 h 1583140"/>
              <a:gd name="connsiteX13" fmla="*/ 8472508 w 9662615"/>
              <a:gd name="connsiteY13" fmla="*/ 1363109 h 1583140"/>
              <a:gd name="connsiteX14" fmla="*/ 8258477 w 9662615"/>
              <a:gd name="connsiteY14" fmla="*/ 1370666 h 1583140"/>
              <a:gd name="connsiteX15" fmla="*/ 8197961 w 9662615"/>
              <a:gd name="connsiteY15" fmla="*/ 1392804 h 1583140"/>
              <a:gd name="connsiteX16" fmla="*/ 8171196 w 9662615"/>
              <a:gd name="connsiteY16" fmla="*/ 1397216 h 1583140"/>
              <a:gd name="connsiteX17" fmla="*/ 8127667 w 9662615"/>
              <a:gd name="connsiteY17" fmla="*/ 1418254 h 1583140"/>
              <a:gd name="connsiteX18" fmla="*/ 7974579 w 9662615"/>
              <a:gd name="connsiteY18" fmla="*/ 1383439 h 1583140"/>
              <a:gd name="connsiteX19" fmla="*/ 7768351 w 9662615"/>
              <a:gd name="connsiteY19" fmla="*/ 1395051 h 1583140"/>
              <a:gd name="connsiteX20" fmla="*/ 7635985 w 9662615"/>
              <a:gd name="connsiteY20" fmla="*/ 1386363 h 1583140"/>
              <a:gd name="connsiteX21" fmla="*/ 7466069 w 9662615"/>
              <a:gd name="connsiteY21" fmla="*/ 1377654 h 1583140"/>
              <a:gd name="connsiteX22" fmla="*/ 7355642 w 9662615"/>
              <a:gd name="connsiteY22" fmla="*/ 1407761 h 1583140"/>
              <a:gd name="connsiteX23" fmla="*/ 7215220 w 9662615"/>
              <a:gd name="connsiteY23" fmla="*/ 1397856 h 1583140"/>
              <a:gd name="connsiteX24" fmla="*/ 7082147 w 9662615"/>
              <a:gd name="connsiteY24" fmla="*/ 1406113 h 1583140"/>
              <a:gd name="connsiteX25" fmla="*/ 7014958 w 9662615"/>
              <a:gd name="connsiteY25" fmla="*/ 1396883 h 1583140"/>
              <a:gd name="connsiteX26" fmla="*/ 6907567 w 9662615"/>
              <a:gd name="connsiteY26" fmla="*/ 1419149 h 1583140"/>
              <a:gd name="connsiteX27" fmla="*/ 6748428 w 9662615"/>
              <a:gd name="connsiteY27" fmla="*/ 1420308 h 1583140"/>
              <a:gd name="connsiteX28" fmla="*/ 6654257 w 9662615"/>
              <a:gd name="connsiteY28" fmla="*/ 1424143 h 1583140"/>
              <a:gd name="connsiteX29" fmla="*/ 6620123 w 9662615"/>
              <a:gd name="connsiteY29" fmla="*/ 1430535 h 1583140"/>
              <a:gd name="connsiteX30" fmla="*/ 6571355 w 9662615"/>
              <a:gd name="connsiteY30" fmla="*/ 1436144 h 1583140"/>
              <a:gd name="connsiteX31" fmla="*/ 6486557 w 9662615"/>
              <a:gd name="connsiteY31" fmla="*/ 1449861 h 1583140"/>
              <a:gd name="connsiteX32" fmla="*/ 6370419 w 9662615"/>
              <a:gd name="connsiteY32" fmla="*/ 1461649 h 1583140"/>
              <a:gd name="connsiteX33" fmla="*/ 6278839 w 9662615"/>
              <a:gd name="connsiteY33" fmla="*/ 1449160 h 1583140"/>
              <a:gd name="connsiteX34" fmla="*/ 6272455 w 9662615"/>
              <a:gd name="connsiteY34" fmla="*/ 1453191 h 1583140"/>
              <a:gd name="connsiteX35" fmla="*/ 6212659 w 9662615"/>
              <a:gd name="connsiteY35" fmla="*/ 1454850 h 1583140"/>
              <a:gd name="connsiteX36" fmla="*/ 6069317 w 9662615"/>
              <a:gd name="connsiteY36" fmla="*/ 1445838 h 1583140"/>
              <a:gd name="connsiteX37" fmla="*/ 5878477 w 9662615"/>
              <a:gd name="connsiteY37" fmla="*/ 1439180 h 1583140"/>
              <a:gd name="connsiteX38" fmla="*/ 5838387 w 9662615"/>
              <a:gd name="connsiteY38" fmla="*/ 1444679 h 1583140"/>
              <a:gd name="connsiteX39" fmla="*/ 5771136 w 9662615"/>
              <a:gd name="connsiteY39" fmla="*/ 1453639 h 1583140"/>
              <a:gd name="connsiteX40" fmla="*/ 5724081 w 9662615"/>
              <a:gd name="connsiteY40" fmla="*/ 1470431 h 1583140"/>
              <a:gd name="connsiteX41" fmla="*/ 5666577 w 9662615"/>
              <a:gd name="connsiteY41" fmla="*/ 1473921 h 1583140"/>
              <a:gd name="connsiteX42" fmla="*/ 5649068 w 9662615"/>
              <a:gd name="connsiteY42" fmla="*/ 1461676 h 1583140"/>
              <a:gd name="connsiteX43" fmla="*/ 5588902 w 9662615"/>
              <a:gd name="connsiteY43" fmla="*/ 1469647 h 1583140"/>
              <a:gd name="connsiteX44" fmla="*/ 5498090 w 9662615"/>
              <a:gd name="connsiteY44" fmla="*/ 1483173 h 1583140"/>
              <a:gd name="connsiteX45" fmla="*/ 5444641 w 9662615"/>
              <a:gd name="connsiteY45" fmla="*/ 1487602 h 1583140"/>
              <a:gd name="connsiteX46" fmla="*/ 5299812 w 9662615"/>
              <a:gd name="connsiteY46" fmla="*/ 1503362 h 1583140"/>
              <a:gd name="connsiteX47" fmla="*/ 5245752 w 9662615"/>
              <a:gd name="connsiteY47" fmla="*/ 1520612 h 1583140"/>
              <a:gd name="connsiteX48" fmla="*/ 5177807 w 9662615"/>
              <a:gd name="connsiteY48" fmla="*/ 1526802 h 1583140"/>
              <a:gd name="connsiteX49" fmla="*/ 5113910 w 9662615"/>
              <a:gd name="connsiteY49" fmla="*/ 1533205 h 1583140"/>
              <a:gd name="connsiteX50" fmla="*/ 5059484 w 9662615"/>
              <a:gd name="connsiteY50" fmla="*/ 1546802 h 1583140"/>
              <a:gd name="connsiteX51" fmla="*/ 5038524 w 9662615"/>
              <a:gd name="connsiteY51" fmla="*/ 1545675 h 1583140"/>
              <a:gd name="connsiteX52" fmla="*/ 5026564 w 9662615"/>
              <a:gd name="connsiteY52" fmla="*/ 1545376 h 1583140"/>
              <a:gd name="connsiteX53" fmla="*/ 4969433 w 9662615"/>
              <a:gd name="connsiteY53" fmla="*/ 1550865 h 1583140"/>
              <a:gd name="connsiteX54" fmla="*/ 4929254 w 9662615"/>
              <a:gd name="connsiteY54" fmla="*/ 1563452 h 1583140"/>
              <a:gd name="connsiteX55" fmla="*/ 4871726 w 9662615"/>
              <a:gd name="connsiteY55" fmla="*/ 1570584 h 1583140"/>
              <a:gd name="connsiteX56" fmla="*/ 4843267 w 9662615"/>
              <a:gd name="connsiteY56" fmla="*/ 1561459 h 1583140"/>
              <a:gd name="connsiteX57" fmla="*/ 4821058 w 9662615"/>
              <a:gd name="connsiteY57" fmla="*/ 1553078 h 1583140"/>
              <a:gd name="connsiteX58" fmla="*/ 4791466 w 9662615"/>
              <a:gd name="connsiteY58" fmla="*/ 1561324 h 1583140"/>
              <a:gd name="connsiteX59" fmla="*/ 4784247 w 9662615"/>
              <a:gd name="connsiteY59" fmla="*/ 1562342 h 1583140"/>
              <a:gd name="connsiteX60" fmla="*/ 4739309 w 9662615"/>
              <a:gd name="connsiteY60" fmla="*/ 1553948 h 1583140"/>
              <a:gd name="connsiteX61" fmla="*/ 4697562 w 9662615"/>
              <a:gd name="connsiteY61" fmla="*/ 1551206 h 1583140"/>
              <a:gd name="connsiteX62" fmla="*/ 4650737 w 9662615"/>
              <a:gd name="connsiteY62" fmla="*/ 1537381 h 1583140"/>
              <a:gd name="connsiteX63" fmla="*/ 4583150 w 9662615"/>
              <a:gd name="connsiteY63" fmla="*/ 1529064 h 1583140"/>
              <a:gd name="connsiteX64" fmla="*/ 4521734 w 9662615"/>
              <a:gd name="connsiteY64" fmla="*/ 1529359 h 1583140"/>
              <a:gd name="connsiteX65" fmla="*/ 4382398 w 9662615"/>
              <a:gd name="connsiteY65" fmla="*/ 1534108 h 1583140"/>
              <a:gd name="connsiteX66" fmla="*/ 4221826 w 9662615"/>
              <a:gd name="connsiteY66" fmla="*/ 1500972 h 1583140"/>
              <a:gd name="connsiteX67" fmla="*/ 4096601 w 9662615"/>
              <a:gd name="connsiteY67" fmla="*/ 1521563 h 1583140"/>
              <a:gd name="connsiteX68" fmla="*/ 4002441 w 9662615"/>
              <a:gd name="connsiteY68" fmla="*/ 1528912 h 1583140"/>
              <a:gd name="connsiteX69" fmla="*/ 3833906 w 9662615"/>
              <a:gd name="connsiteY69" fmla="*/ 1516637 h 1583140"/>
              <a:gd name="connsiteX70" fmla="*/ 3763845 w 9662615"/>
              <a:gd name="connsiteY70" fmla="*/ 1501782 h 1583140"/>
              <a:gd name="connsiteX71" fmla="*/ 3641778 w 9662615"/>
              <a:gd name="connsiteY71" fmla="*/ 1505446 h 1583140"/>
              <a:gd name="connsiteX72" fmla="*/ 3565233 w 9662615"/>
              <a:gd name="connsiteY72" fmla="*/ 1515122 h 1583140"/>
              <a:gd name="connsiteX73" fmla="*/ 3560267 w 9662615"/>
              <a:gd name="connsiteY73" fmla="*/ 1516288 h 1583140"/>
              <a:gd name="connsiteX74" fmla="*/ 3540258 w 9662615"/>
              <a:gd name="connsiteY74" fmla="*/ 1516976 h 1583140"/>
              <a:gd name="connsiteX75" fmla="*/ 3534780 w 9662615"/>
              <a:gd name="connsiteY75" fmla="*/ 1522141 h 1583140"/>
              <a:gd name="connsiteX76" fmla="*/ 3504783 w 9662615"/>
              <a:gd name="connsiteY76" fmla="*/ 1526739 h 1583140"/>
              <a:gd name="connsiteX77" fmla="*/ 3430805 w 9662615"/>
              <a:gd name="connsiteY77" fmla="*/ 1542521 h 1583140"/>
              <a:gd name="connsiteX78" fmla="*/ 3292707 w 9662615"/>
              <a:gd name="connsiteY78" fmla="*/ 1520490 h 1583140"/>
              <a:gd name="connsiteX79" fmla="*/ 3187872 w 9662615"/>
              <a:gd name="connsiteY79" fmla="*/ 1519991 h 1583140"/>
              <a:gd name="connsiteX80" fmla="*/ 3148026 w 9662615"/>
              <a:gd name="connsiteY80" fmla="*/ 1524777 h 1583140"/>
              <a:gd name="connsiteX81" fmla="*/ 3092394 w 9662615"/>
              <a:gd name="connsiteY81" fmla="*/ 1528115 h 1583140"/>
              <a:gd name="connsiteX82" fmla="*/ 2994200 w 9662615"/>
              <a:gd name="connsiteY82" fmla="*/ 1537857 h 1583140"/>
              <a:gd name="connsiteX83" fmla="*/ 2862301 w 9662615"/>
              <a:gd name="connsiteY83" fmla="*/ 1544250 h 1583140"/>
              <a:gd name="connsiteX84" fmla="*/ 2766335 w 9662615"/>
              <a:gd name="connsiteY84" fmla="*/ 1527662 h 1583140"/>
              <a:gd name="connsiteX85" fmla="*/ 2757836 w 9662615"/>
              <a:gd name="connsiteY85" fmla="*/ 1531371 h 1583140"/>
              <a:gd name="connsiteX86" fmla="*/ 2691555 w 9662615"/>
              <a:gd name="connsiteY86" fmla="*/ 1530283 h 1583140"/>
              <a:gd name="connsiteX87" fmla="*/ 2491676 w 9662615"/>
              <a:gd name="connsiteY87" fmla="*/ 1500859 h 1583140"/>
              <a:gd name="connsiteX88" fmla="*/ 2378036 w 9662615"/>
              <a:gd name="connsiteY88" fmla="*/ 1520645 h 1583140"/>
              <a:gd name="connsiteX89" fmla="*/ 2284269 w 9662615"/>
              <a:gd name="connsiteY89" fmla="*/ 1503068 h 1583140"/>
              <a:gd name="connsiteX90" fmla="*/ 2207104 w 9662615"/>
              <a:gd name="connsiteY90" fmla="*/ 1508888 h 1583140"/>
              <a:gd name="connsiteX91" fmla="*/ 2149226 w 9662615"/>
              <a:gd name="connsiteY91" fmla="*/ 1523409 h 1583140"/>
              <a:gd name="connsiteX92" fmla="*/ 2084783 w 9662615"/>
              <a:gd name="connsiteY92" fmla="*/ 1524245 h 1583140"/>
              <a:gd name="connsiteX93" fmla="*/ 2070075 w 9662615"/>
              <a:gd name="connsiteY93" fmla="*/ 1511285 h 1583140"/>
              <a:gd name="connsiteX94" fmla="*/ 2001057 w 9662615"/>
              <a:gd name="connsiteY94" fmla="*/ 1516449 h 1583140"/>
              <a:gd name="connsiteX95" fmla="*/ 1896330 w 9662615"/>
              <a:gd name="connsiteY95" fmla="*/ 1525725 h 1583140"/>
              <a:gd name="connsiteX96" fmla="*/ 1835994 w 9662615"/>
              <a:gd name="connsiteY96" fmla="*/ 1527678 h 1583140"/>
              <a:gd name="connsiteX97" fmla="*/ 1671119 w 9662615"/>
              <a:gd name="connsiteY97" fmla="*/ 1536701 h 1583140"/>
              <a:gd name="connsiteX98" fmla="*/ 1601337 w 9662615"/>
              <a:gd name="connsiteY98" fmla="*/ 1548552 h 1583140"/>
              <a:gd name="connsiteX99" fmla="*/ 1407755 w 9662615"/>
              <a:gd name="connsiteY99" fmla="*/ 1571444 h 1583140"/>
              <a:gd name="connsiteX100" fmla="*/ 1271994 w 9662615"/>
              <a:gd name="connsiteY100" fmla="*/ 1579471 h 1583140"/>
              <a:gd name="connsiteX101" fmla="*/ 1249226 w 9662615"/>
              <a:gd name="connsiteY101" fmla="*/ 1583140 h 1583140"/>
              <a:gd name="connsiteX102" fmla="*/ 1217719 w 9662615"/>
              <a:gd name="connsiteY102" fmla="*/ 1580863 h 1583140"/>
              <a:gd name="connsiteX103" fmla="*/ 1091432 w 9662615"/>
              <a:gd name="connsiteY103" fmla="*/ 1571003 h 1583140"/>
              <a:gd name="connsiteX104" fmla="*/ 992039 w 9662615"/>
              <a:gd name="connsiteY104" fmla="*/ 1556662 h 1583140"/>
              <a:gd name="connsiteX105" fmla="*/ 868264 w 9662615"/>
              <a:gd name="connsiteY105" fmla="*/ 1566392 h 1583140"/>
              <a:gd name="connsiteX106" fmla="*/ 792765 w 9662615"/>
              <a:gd name="connsiteY106" fmla="*/ 1563102 h 1583140"/>
              <a:gd name="connsiteX107" fmla="*/ 669055 w 9662615"/>
              <a:gd name="connsiteY107" fmla="*/ 1543638 h 1583140"/>
              <a:gd name="connsiteX108" fmla="*/ 506152 w 9662615"/>
              <a:gd name="connsiteY108" fmla="*/ 1549124 h 1583140"/>
              <a:gd name="connsiteX109" fmla="*/ 472797 w 9662615"/>
              <a:gd name="connsiteY109" fmla="*/ 1568904 h 1583140"/>
              <a:gd name="connsiteX110" fmla="*/ 427864 w 9662615"/>
              <a:gd name="connsiteY110" fmla="*/ 1580848 h 1583140"/>
              <a:gd name="connsiteX111" fmla="*/ 408381 w 9662615"/>
              <a:gd name="connsiteY111" fmla="*/ 1552940 h 1583140"/>
              <a:gd name="connsiteX112" fmla="*/ 267163 w 9662615"/>
              <a:gd name="connsiteY112" fmla="*/ 1531913 h 1583140"/>
              <a:gd name="connsiteX113" fmla="*/ 196644 w 9662615"/>
              <a:gd name="connsiteY113" fmla="*/ 1524565 h 1583140"/>
              <a:gd name="connsiteX114" fmla="*/ 86819 w 9662615"/>
              <a:gd name="connsiteY114" fmla="*/ 1519517 h 1583140"/>
              <a:gd name="connsiteX115" fmla="*/ 53369 w 9662615"/>
              <a:gd name="connsiteY115" fmla="*/ 1516853 h 1583140"/>
              <a:gd name="connsiteX116" fmla="*/ 2359 w 9662615"/>
              <a:gd name="connsiteY116" fmla="*/ 1515247 h 1583140"/>
              <a:gd name="connsiteX117" fmla="*/ 0 w 9662615"/>
              <a:gd name="connsiteY117" fmla="*/ 1514932 h 1583140"/>
              <a:gd name="connsiteX118" fmla="*/ 0 w 9662615"/>
              <a:gd name="connsiteY118" fmla="*/ 0 h 1583140"/>
              <a:gd name="connsiteX0" fmla="*/ 0 w 9662615"/>
              <a:gd name="connsiteY0" fmla="*/ 0 h 1583140"/>
              <a:gd name="connsiteX1" fmla="*/ 9662615 w 9662615"/>
              <a:gd name="connsiteY1" fmla="*/ 0 h 1583140"/>
              <a:gd name="connsiteX2" fmla="*/ 9662615 w 9662615"/>
              <a:gd name="connsiteY2" fmla="*/ 1280346 h 1583140"/>
              <a:gd name="connsiteX3" fmla="*/ 9658420 w 9662615"/>
              <a:gd name="connsiteY3" fmla="*/ 1280106 h 1583140"/>
              <a:gd name="connsiteX4" fmla="*/ 9469546 w 9662615"/>
              <a:gd name="connsiteY4" fmla="*/ 1289837 h 1583140"/>
              <a:gd name="connsiteX5" fmla="*/ 9385895 w 9662615"/>
              <a:gd name="connsiteY5" fmla="*/ 1269203 h 1583140"/>
              <a:gd name="connsiteX6" fmla="*/ 9144767 w 9662615"/>
              <a:gd name="connsiteY6" fmla="*/ 1264120 h 1583140"/>
              <a:gd name="connsiteX7" fmla="*/ 8837252 w 9662615"/>
              <a:gd name="connsiteY7" fmla="*/ 1350515 h 1583140"/>
              <a:gd name="connsiteX8" fmla="*/ 8705466 w 9662615"/>
              <a:gd name="connsiteY8" fmla="*/ 1342419 h 1583140"/>
              <a:gd name="connsiteX9" fmla="*/ 8652221 w 9662615"/>
              <a:gd name="connsiteY9" fmla="*/ 1326906 h 1583140"/>
              <a:gd name="connsiteX10" fmla="*/ 8632312 w 9662615"/>
              <a:gd name="connsiteY10" fmla="*/ 1326025 h 1583140"/>
              <a:gd name="connsiteX11" fmla="*/ 8591582 w 9662615"/>
              <a:gd name="connsiteY11" fmla="*/ 1341666 h 1583140"/>
              <a:gd name="connsiteX12" fmla="*/ 8537336 w 9662615"/>
              <a:gd name="connsiteY12" fmla="*/ 1341684 h 1583140"/>
              <a:gd name="connsiteX13" fmla="*/ 8472508 w 9662615"/>
              <a:gd name="connsiteY13" fmla="*/ 1363109 h 1583140"/>
              <a:gd name="connsiteX14" fmla="*/ 8258477 w 9662615"/>
              <a:gd name="connsiteY14" fmla="*/ 1370666 h 1583140"/>
              <a:gd name="connsiteX15" fmla="*/ 8197961 w 9662615"/>
              <a:gd name="connsiteY15" fmla="*/ 1392804 h 1583140"/>
              <a:gd name="connsiteX16" fmla="*/ 8171196 w 9662615"/>
              <a:gd name="connsiteY16" fmla="*/ 1397216 h 1583140"/>
              <a:gd name="connsiteX17" fmla="*/ 8127667 w 9662615"/>
              <a:gd name="connsiteY17" fmla="*/ 1418254 h 1583140"/>
              <a:gd name="connsiteX18" fmla="*/ 7974579 w 9662615"/>
              <a:gd name="connsiteY18" fmla="*/ 1383439 h 1583140"/>
              <a:gd name="connsiteX19" fmla="*/ 7768351 w 9662615"/>
              <a:gd name="connsiteY19" fmla="*/ 1395051 h 1583140"/>
              <a:gd name="connsiteX20" fmla="*/ 7635985 w 9662615"/>
              <a:gd name="connsiteY20" fmla="*/ 1386363 h 1583140"/>
              <a:gd name="connsiteX21" fmla="*/ 7466069 w 9662615"/>
              <a:gd name="connsiteY21" fmla="*/ 1377654 h 1583140"/>
              <a:gd name="connsiteX22" fmla="*/ 7355642 w 9662615"/>
              <a:gd name="connsiteY22" fmla="*/ 1407761 h 1583140"/>
              <a:gd name="connsiteX23" fmla="*/ 7215220 w 9662615"/>
              <a:gd name="connsiteY23" fmla="*/ 1397856 h 1583140"/>
              <a:gd name="connsiteX24" fmla="*/ 7082147 w 9662615"/>
              <a:gd name="connsiteY24" fmla="*/ 1406113 h 1583140"/>
              <a:gd name="connsiteX25" fmla="*/ 6987129 w 9662615"/>
              <a:gd name="connsiteY25" fmla="*/ 1404834 h 1583140"/>
              <a:gd name="connsiteX26" fmla="*/ 6907567 w 9662615"/>
              <a:gd name="connsiteY26" fmla="*/ 1419149 h 1583140"/>
              <a:gd name="connsiteX27" fmla="*/ 6748428 w 9662615"/>
              <a:gd name="connsiteY27" fmla="*/ 1420308 h 1583140"/>
              <a:gd name="connsiteX28" fmla="*/ 6654257 w 9662615"/>
              <a:gd name="connsiteY28" fmla="*/ 1424143 h 1583140"/>
              <a:gd name="connsiteX29" fmla="*/ 6620123 w 9662615"/>
              <a:gd name="connsiteY29" fmla="*/ 1430535 h 1583140"/>
              <a:gd name="connsiteX30" fmla="*/ 6571355 w 9662615"/>
              <a:gd name="connsiteY30" fmla="*/ 1436144 h 1583140"/>
              <a:gd name="connsiteX31" fmla="*/ 6486557 w 9662615"/>
              <a:gd name="connsiteY31" fmla="*/ 1449861 h 1583140"/>
              <a:gd name="connsiteX32" fmla="*/ 6370419 w 9662615"/>
              <a:gd name="connsiteY32" fmla="*/ 1461649 h 1583140"/>
              <a:gd name="connsiteX33" fmla="*/ 6278839 w 9662615"/>
              <a:gd name="connsiteY33" fmla="*/ 1449160 h 1583140"/>
              <a:gd name="connsiteX34" fmla="*/ 6272455 w 9662615"/>
              <a:gd name="connsiteY34" fmla="*/ 1453191 h 1583140"/>
              <a:gd name="connsiteX35" fmla="*/ 6212659 w 9662615"/>
              <a:gd name="connsiteY35" fmla="*/ 1454850 h 1583140"/>
              <a:gd name="connsiteX36" fmla="*/ 6069317 w 9662615"/>
              <a:gd name="connsiteY36" fmla="*/ 1445838 h 1583140"/>
              <a:gd name="connsiteX37" fmla="*/ 5878477 w 9662615"/>
              <a:gd name="connsiteY37" fmla="*/ 1439180 h 1583140"/>
              <a:gd name="connsiteX38" fmla="*/ 5838387 w 9662615"/>
              <a:gd name="connsiteY38" fmla="*/ 1444679 h 1583140"/>
              <a:gd name="connsiteX39" fmla="*/ 5771136 w 9662615"/>
              <a:gd name="connsiteY39" fmla="*/ 1453639 h 1583140"/>
              <a:gd name="connsiteX40" fmla="*/ 5724081 w 9662615"/>
              <a:gd name="connsiteY40" fmla="*/ 1470431 h 1583140"/>
              <a:gd name="connsiteX41" fmla="*/ 5666577 w 9662615"/>
              <a:gd name="connsiteY41" fmla="*/ 1473921 h 1583140"/>
              <a:gd name="connsiteX42" fmla="*/ 5649068 w 9662615"/>
              <a:gd name="connsiteY42" fmla="*/ 1461676 h 1583140"/>
              <a:gd name="connsiteX43" fmla="*/ 5588902 w 9662615"/>
              <a:gd name="connsiteY43" fmla="*/ 1469647 h 1583140"/>
              <a:gd name="connsiteX44" fmla="*/ 5498090 w 9662615"/>
              <a:gd name="connsiteY44" fmla="*/ 1483173 h 1583140"/>
              <a:gd name="connsiteX45" fmla="*/ 5444641 w 9662615"/>
              <a:gd name="connsiteY45" fmla="*/ 1487602 h 1583140"/>
              <a:gd name="connsiteX46" fmla="*/ 5299812 w 9662615"/>
              <a:gd name="connsiteY46" fmla="*/ 1503362 h 1583140"/>
              <a:gd name="connsiteX47" fmla="*/ 5245752 w 9662615"/>
              <a:gd name="connsiteY47" fmla="*/ 1520612 h 1583140"/>
              <a:gd name="connsiteX48" fmla="*/ 5177807 w 9662615"/>
              <a:gd name="connsiteY48" fmla="*/ 1526802 h 1583140"/>
              <a:gd name="connsiteX49" fmla="*/ 5113910 w 9662615"/>
              <a:gd name="connsiteY49" fmla="*/ 1533205 h 1583140"/>
              <a:gd name="connsiteX50" fmla="*/ 5059484 w 9662615"/>
              <a:gd name="connsiteY50" fmla="*/ 1546802 h 1583140"/>
              <a:gd name="connsiteX51" fmla="*/ 5038524 w 9662615"/>
              <a:gd name="connsiteY51" fmla="*/ 1545675 h 1583140"/>
              <a:gd name="connsiteX52" fmla="*/ 5026564 w 9662615"/>
              <a:gd name="connsiteY52" fmla="*/ 1545376 h 1583140"/>
              <a:gd name="connsiteX53" fmla="*/ 4969433 w 9662615"/>
              <a:gd name="connsiteY53" fmla="*/ 1550865 h 1583140"/>
              <a:gd name="connsiteX54" fmla="*/ 4929254 w 9662615"/>
              <a:gd name="connsiteY54" fmla="*/ 1563452 h 1583140"/>
              <a:gd name="connsiteX55" fmla="*/ 4871726 w 9662615"/>
              <a:gd name="connsiteY55" fmla="*/ 1570584 h 1583140"/>
              <a:gd name="connsiteX56" fmla="*/ 4843267 w 9662615"/>
              <a:gd name="connsiteY56" fmla="*/ 1561459 h 1583140"/>
              <a:gd name="connsiteX57" fmla="*/ 4821058 w 9662615"/>
              <a:gd name="connsiteY57" fmla="*/ 1553078 h 1583140"/>
              <a:gd name="connsiteX58" fmla="*/ 4791466 w 9662615"/>
              <a:gd name="connsiteY58" fmla="*/ 1561324 h 1583140"/>
              <a:gd name="connsiteX59" fmla="*/ 4784247 w 9662615"/>
              <a:gd name="connsiteY59" fmla="*/ 1562342 h 1583140"/>
              <a:gd name="connsiteX60" fmla="*/ 4739309 w 9662615"/>
              <a:gd name="connsiteY60" fmla="*/ 1553948 h 1583140"/>
              <a:gd name="connsiteX61" fmla="*/ 4697562 w 9662615"/>
              <a:gd name="connsiteY61" fmla="*/ 1551206 h 1583140"/>
              <a:gd name="connsiteX62" fmla="*/ 4650737 w 9662615"/>
              <a:gd name="connsiteY62" fmla="*/ 1537381 h 1583140"/>
              <a:gd name="connsiteX63" fmla="*/ 4583150 w 9662615"/>
              <a:gd name="connsiteY63" fmla="*/ 1529064 h 1583140"/>
              <a:gd name="connsiteX64" fmla="*/ 4521734 w 9662615"/>
              <a:gd name="connsiteY64" fmla="*/ 1529359 h 1583140"/>
              <a:gd name="connsiteX65" fmla="*/ 4382398 w 9662615"/>
              <a:gd name="connsiteY65" fmla="*/ 1534108 h 1583140"/>
              <a:gd name="connsiteX66" fmla="*/ 4221826 w 9662615"/>
              <a:gd name="connsiteY66" fmla="*/ 1500972 h 1583140"/>
              <a:gd name="connsiteX67" fmla="*/ 4096601 w 9662615"/>
              <a:gd name="connsiteY67" fmla="*/ 1521563 h 1583140"/>
              <a:gd name="connsiteX68" fmla="*/ 4002441 w 9662615"/>
              <a:gd name="connsiteY68" fmla="*/ 1528912 h 1583140"/>
              <a:gd name="connsiteX69" fmla="*/ 3833906 w 9662615"/>
              <a:gd name="connsiteY69" fmla="*/ 1516637 h 1583140"/>
              <a:gd name="connsiteX70" fmla="*/ 3763845 w 9662615"/>
              <a:gd name="connsiteY70" fmla="*/ 1501782 h 1583140"/>
              <a:gd name="connsiteX71" fmla="*/ 3641778 w 9662615"/>
              <a:gd name="connsiteY71" fmla="*/ 1505446 h 1583140"/>
              <a:gd name="connsiteX72" fmla="*/ 3565233 w 9662615"/>
              <a:gd name="connsiteY72" fmla="*/ 1515122 h 1583140"/>
              <a:gd name="connsiteX73" fmla="*/ 3560267 w 9662615"/>
              <a:gd name="connsiteY73" fmla="*/ 1516288 h 1583140"/>
              <a:gd name="connsiteX74" fmla="*/ 3540258 w 9662615"/>
              <a:gd name="connsiteY74" fmla="*/ 1516976 h 1583140"/>
              <a:gd name="connsiteX75" fmla="*/ 3534780 w 9662615"/>
              <a:gd name="connsiteY75" fmla="*/ 1522141 h 1583140"/>
              <a:gd name="connsiteX76" fmla="*/ 3504783 w 9662615"/>
              <a:gd name="connsiteY76" fmla="*/ 1526739 h 1583140"/>
              <a:gd name="connsiteX77" fmla="*/ 3430805 w 9662615"/>
              <a:gd name="connsiteY77" fmla="*/ 1542521 h 1583140"/>
              <a:gd name="connsiteX78" fmla="*/ 3292707 w 9662615"/>
              <a:gd name="connsiteY78" fmla="*/ 1520490 h 1583140"/>
              <a:gd name="connsiteX79" fmla="*/ 3187872 w 9662615"/>
              <a:gd name="connsiteY79" fmla="*/ 1519991 h 1583140"/>
              <a:gd name="connsiteX80" fmla="*/ 3148026 w 9662615"/>
              <a:gd name="connsiteY80" fmla="*/ 1524777 h 1583140"/>
              <a:gd name="connsiteX81" fmla="*/ 3092394 w 9662615"/>
              <a:gd name="connsiteY81" fmla="*/ 1528115 h 1583140"/>
              <a:gd name="connsiteX82" fmla="*/ 2994200 w 9662615"/>
              <a:gd name="connsiteY82" fmla="*/ 1537857 h 1583140"/>
              <a:gd name="connsiteX83" fmla="*/ 2862301 w 9662615"/>
              <a:gd name="connsiteY83" fmla="*/ 1544250 h 1583140"/>
              <a:gd name="connsiteX84" fmla="*/ 2766335 w 9662615"/>
              <a:gd name="connsiteY84" fmla="*/ 1527662 h 1583140"/>
              <a:gd name="connsiteX85" fmla="*/ 2757836 w 9662615"/>
              <a:gd name="connsiteY85" fmla="*/ 1531371 h 1583140"/>
              <a:gd name="connsiteX86" fmla="*/ 2691555 w 9662615"/>
              <a:gd name="connsiteY86" fmla="*/ 1530283 h 1583140"/>
              <a:gd name="connsiteX87" fmla="*/ 2491676 w 9662615"/>
              <a:gd name="connsiteY87" fmla="*/ 1500859 h 1583140"/>
              <a:gd name="connsiteX88" fmla="*/ 2378036 w 9662615"/>
              <a:gd name="connsiteY88" fmla="*/ 1520645 h 1583140"/>
              <a:gd name="connsiteX89" fmla="*/ 2284269 w 9662615"/>
              <a:gd name="connsiteY89" fmla="*/ 1503068 h 1583140"/>
              <a:gd name="connsiteX90" fmla="*/ 2207104 w 9662615"/>
              <a:gd name="connsiteY90" fmla="*/ 1508888 h 1583140"/>
              <a:gd name="connsiteX91" fmla="*/ 2149226 w 9662615"/>
              <a:gd name="connsiteY91" fmla="*/ 1523409 h 1583140"/>
              <a:gd name="connsiteX92" fmla="*/ 2084783 w 9662615"/>
              <a:gd name="connsiteY92" fmla="*/ 1524245 h 1583140"/>
              <a:gd name="connsiteX93" fmla="*/ 2070075 w 9662615"/>
              <a:gd name="connsiteY93" fmla="*/ 1511285 h 1583140"/>
              <a:gd name="connsiteX94" fmla="*/ 2001057 w 9662615"/>
              <a:gd name="connsiteY94" fmla="*/ 1516449 h 1583140"/>
              <a:gd name="connsiteX95" fmla="*/ 1896330 w 9662615"/>
              <a:gd name="connsiteY95" fmla="*/ 1525725 h 1583140"/>
              <a:gd name="connsiteX96" fmla="*/ 1835994 w 9662615"/>
              <a:gd name="connsiteY96" fmla="*/ 1527678 h 1583140"/>
              <a:gd name="connsiteX97" fmla="*/ 1671119 w 9662615"/>
              <a:gd name="connsiteY97" fmla="*/ 1536701 h 1583140"/>
              <a:gd name="connsiteX98" fmla="*/ 1601337 w 9662615"/>
              <a:gd name="connsiteY98" fmla="*/ 1548552 h 1583140"/>
              <a:gd name="connsiteX99" fmla="*/ 1407755 w 9662615"/>
              <a:gd name="connsiteY99" fmla="*/ 1571444 h 1583140"/>
              <a:gd name="connsiteX100" fmla="*/ 1271994 w 9662615"/>
              <a:gd name="connsiteY100" fmla="*/ 1579471 h 1583140"/>
              <a:gd name="connsiteX101" fmla="*/ 1249226 w 9662615"/>
              <a:gd name="connsiteY101" fmla="*/ 1583140 h 1583140"/>
              <a:gd name="connsiteX102" fmla="*/ 1217719 w 9662615"/>
              <a:gd name="connsiteY102" fmla="*/ 1580863 h 1583140"/>
              <a:gd name="connsiteX103" fmla="*/ 1091432 w 9662615"/>
              <a:gd name="connsiteY103" fmla="*/ 1571003 h 1583140"/>
              <a:gd name="connsiteX104" fmla="*/ 992039 w 9662615"/>
              <a:gd name="connsiteY104" fmla="*/ 1556662 h 1583140"/>
              <a:gd name="connsiteX105" fmla="*/ 868264 w 9662615"/>
              <a:gd name="connsiteY105" fmla="*/ 1566392 h 1583140"/>
              <a:gd name="connsiteX106" fmla="*/ 792765 w 9662615"/>
              <a:gd name="connsiteY106" fmla="*/ 1563102 h 1583140"/>
              <a:gd name="connsiteX107" fmla="*/ 669055 w 9662615"/>
              <a:gd name="connsiteY107" fmla="*/ 1543638 h 1583140"/>
              <a:gd name="connsiteX108" fmla="*/ 506152 w 9662615"/>
              <a:gd name="connsiteY108" fmla="*/ 1549124 h 1583140"/>
              <a:gd name="connsiteX109" fmla="*/ 472797 w 9662615"/>
              <a:gd name="connsiteY109" fmla="*/ 1568904 h 1583140"/>
              <a:gd name="connsiteX110" fmla="*/ 427864 w 9662615"/>
              <a:gd name="connsiteY110" fmla="*/ 1580848 h 1583140"/>
              <a:gd name="connsiteX111" fmla="*/ 408381 w 9662615"/>
              <a:gd name="connsiteY111" fmla="*/ 1552940 h 1583140"/>
              <a:gd name="connsiteX112" fmla="*/ 267163 w 9662615"/>
              <a:gd name="connsiteY112" fmla="*/ 1531913 h 1583140"/>
              <a:gd name="connsiteX113" fmla="*/ 196644 w 9662615"/>
              <a:gd name="connsiteY113" fmla="*/ 1524565 h 1583140"/>
              <a:gd name="connsiteX114" fmla="*/ 86819 w 9662615"/>
              <a:gd name="connsiteY114" fmla="*/ 1519517 h 1583140"/>
              <a:gd name="connsiteX115" fmla="*/ 53369 w 9662615"/>
              <a:gd name="connsiteY115" fmla="*/ 1516853 h 1583140"/>
              <a:gd name="connsiteX116" fmla="*/ 2359 w 9662615"/>
              <a:gd name="connsiteY116" fmla="*/ 1515247 h 1583140"/>
              <a:gd name="connsiteX117" fmla="*/ 0 w 9662615"/>
              <a:gd name="connsiteY117" fmla="*/ 1514932 h 1583140"/>
              <a:gd name="connsiteX118" fmla="*/ 0 w 9662615"/>
              <a:gd name="connsiteY118" fmla="*/ 0 h 1583140"/>
              <a:gd name="connsiteX0" fmla="*/ 0 w 9662615"/>
              <a:gd name="connsiteY0" fmla="*/ 0 h 1583140"/>
              <a:gd name="connsiteX1" fmla="*/ 9662615 w 9662615"/>
              <a:gd name="connsiteY1" fmla="*/ 0 h 1583140"/>
              <a:gd name="connsiteX2" fmla="*/ 9662615 w 9662615"/>
              <a:gd name="connsiteY2" fmla="*/ 1280346 h 1583140"/>
              <a:gd name="connsiteX3" fmla="*/ 9658420 w 9662615"/>
              <a:gd name="connsiteY3" fmla="*/ 1280106 h 1583140"/>
              <a:gd name="connsiteX4" fmla="*/ 9469546 w 9662615"/>
              <a:gd name="connsiteY4" fmla="*/ 1289837 h 1583140"/>
              <a:gd name="connsiteX5" fmla="*/ 9385895 w 9662615"/>
              <a:gd name="connsiteY5" fmla="*/ 1269203 h 1583140"/>
              <a:gd name="connsiteX6" fmla="*/ 9144767 w 9662615"/>
              <a:gd name="connsiteY6" fmla="*/ 1264120 h 1583140"/>
              <a:gd name="connsiteX7" fmla="*/ 8837252 w 9662615"/>
              <a:gd name="connsiteY7" fmla="*/ 1350515 h 1583140"/>
              <a:gd name="connsiteX8" fmla="*/ 8705466 w 9662615"/>
              <a:gd name="connsiteY8" fmla="*/ 1342419 h 1583140"/>
              <a:gd name="connsiteX9" fmla="*/ 8652221 w 9662615"/>
              <a:gd name="connsiteY9" fmla="*/ 1326906 h 1583140"/>
              <a:gd name="connsiteX10" fmla="*/ 8632312 w 9662615"/>
              <a:gd name="connsiteY10" fmla="*/ 1326025 h 1583140"/>
              <a:gd name="connsiteX11" fmla="*/ 8591582 w 9662615"/>
              <a:gd name="connsiteY11" fmla="*/ 1341666 h 1583140"/>
              <a:gd name="connsiteX12" fmla="*/ 8537336 w 9662615"/>
              <a:gd name="connsiteY12" fmla="*/ 1341684 h 1583140"/>
              <a:gd name="connsiteX13" fmla="*/ 8472508 w 9662615"/>
              <a:gd name="connsiteY13" fmla="*/ 1363109 h 1583140"/>
              <a:gd name="connsiteX14" fmla="*/ 8258477 w 9662615"/>
              <a:gd name="connsiteY14" fmla="*/ 1370666 h 1583140"/>
              <a:gd name="connsiteX15" fmla="*/ 8197961 w 9662615"/>
              <a:gd name="connsiteY15" fmla="*/ 1392804 h 1583140"/>
              <a:gd name="connsiteX16" fmla="*/ 8171196 w 9662615"/>
              <a:gd name="connsiteY16" fmla="*/ 1397216 h 1583140"/>
              <a:gd name="connsiteX17" fmla="*/ 8127667 w 9662615"/>
              <a:gd name="connsiteY17" fmla="*/ 1418254 h 1583140"/>
              <a:gd name="connsiteX18" fmla="*/ 7974579 w 9662615"/>
              <a:gd name="connsiteY18" fmla="*/ 1383439 h 1583140"/>
              <a:gd name="connsiteX19" fmla="*/ 7768351 w 9662615"/>
              <a:gd name="connsiteY19" fmla="*/ 1395051 h 1583140"/>
              <a:gd name="connsiteX20" fmla="*/ 7635985 w 9662615"/>
              <a:gd name="connsiteY20" fmla="*/ 1386363 h 1583140"/>
              <a:gd name="connsiteX21" fmla="*/ 7466069 w 9662615"/>
              <a:gd name="connsiteY21" fmla="*/ 1377654 h 1583140"/>
              <a:gd name="connsiteX22" fmla="*/ 7355642 w 9662615"/>
              <a:gd name="connsiteY22" fmla="*/ 1407761 h 1583140"/>
              <a:gd name="connsiteX23" fmla="*/ 7215220 w 9662615"/>
              <a:gd name="connsiteY23" fmla="*/ 1397856 h 1583140"/>
              <a:gd name="connsiteX24" fmla="*/ 7082147 w 9662615"/>
              <a:gd name="connsiteY24" fmla="*/ 1406113 h 1583140"/>
              <a:gd name="connsiteX25" fmla="*/ 6987129 w 9662615"/>
              <a:gd name="connsiteY25" fmla="*/ 1404834 h 1583140"/>
              <a:gd name="connsiteX26" fmla="*/ 6907567 w 9662615"/>
              <a:gd name="connsiteY26" fmla="*/ 1419149 h 1583140"/>
              <a:gd name="connsiteX27" fmla="*/ 6748428 w 9662615"/>
              <a:gd name="connsiteY27" fmla="*/ 1420308 h 1583140"/>
              <a:gd name="connsiteX28" fmla="*/ 6654257 w 9662615"/>
              <a:gd name="connsiteY28" fmla="*/ 1424143 h 1583140"/>
              <a:gd name="connsiteX29" fmla="*/ 6620123 w 9662615"/>
              <a:gd name="connsiteY29" fmla="*/ 1430535 h 1583140"/>
              <a:gd name="connsiteX30" fmla="*/ 6571355 w 9662615"/>
              <a:gd name="connsiteY30" fmla="*/ 1436144 h 1583140"/>
              <a:gd name="connsiteX31" fmla="*/ 6486557 w 9662615"/>
              <a:gd name="connsiteY31" fmla="*/ 1449861 h 1583140"/>
              <a:gd name="connsiteX32" fmla="*/ 6370419 w 9662615"/>
              <a:gd name="connsiteY32" fmla="*/ 1461649 h 1583140"/>
              <a:gd name="connsiteX33" fmla="*/ 6278839 w 9662615"/>
              <a:gd name="connsiteY33" fmla="*/ 1449160 h 1583140"/>
              <a:gd name="connsiteX34" fmla="*/ 6272455 w 9662615"/>
              <a:gd name="connsiteY34" fmla="*/ 1453191 h 1583140"/>
              <a:gd name="connsiteX35" fmla="*/ 6212659 w 9662615"/>
              <a:gd name="connsiteY35" fmla="*/ 1454850 h 1583140"/>
              <a:gd name="connsiteX36" fmla="*/ 6069317 w 9662615"/>
              <a:gd name="connsiteY36" fmla="*/ 1445838 h 1583140"/>
              <a:gd name="connsiteX37" fmla="*/ 5878477 w 9662615"/>
              <a:gd name="connsiteY37" fmla="*/ 1439180 h 1583140"/>
              <a:gd name="connsiteX38" fmla="*/ 5838387 w 9662615"/>
              <a:gd name="connsiteY38" fmla="*/ 1444679 h 1583140"/>
              <a:gd name="connsiteX39" fmla="*/ 5771136 w 9662615"/>
              <a:gd name="connsiteY39" fmla="*/ 1453639 h 1583140"/>
              <a:gd name="connsiteX40" fmla="*/ 5724081 w 9662615"/>
              <a:gd name="connsiteY40" fmla="*/ 1470431 h 1583140"/>
              <a:gd name="connsiteX41" fmla="*/ 5666577 w 9662615"/>
              <a:gd name="connsiteY41" fmla="*/ 1473921 h 1583140"/>
              <a:gd name="connsiteX42" fmla="*/ 5649068 w 9662615"/>
              <a:gd name="connsiteY42" fmla="*/ 1461676 h 1583140"/>
              <a:gd name="connsiteX43" fmla="*/ 5588902 w 9662615"/>
              <a:gd name="connsiteY43" fmla="*/ 1469647 h 1583140"/>
              <a:gd name="connsiteX44" fmla="*/ 5498090 w 9662615"/>
              <a:gd name="connsiteY44" fmla="*/ 1483173 h 1583140"/>
              <a:gd name="connsiteX45" fmla="*/ 5444641 w 9662615"/>
              <a:gd name="connsiteY45" fmla="*/ 1487602 h 1583140"/>
              <a:gd name="connsiteX46" fmla="*/ 5299812 w 9662615"/>
              <a:gd name="connsiteY46" fmla="*/ 1503362 h 1583140"/>
              <a:gd name="connsiteX47" fmla="*/ 5245752 w 9662615"/>
              <a:gd name="connsiteY47" fmla="*/ 1520612 h 1583140"/>
              <a:gd name="connsiteX48" fmla="*/ 5177807 w 9662615"/>
              <a:gd name="connsiteY48" fmla="*/ 1526802 h 1583140"/>
              <a:gd name="connsiteX49" fmla="*/ 5113910 w 9662615"/>
              <a:gd name="connsiteY49" fmla="*/ 1533205 h 1583140"/>
              <a:gd name="connsiteX50" fmla="*/ 5059484 w 9662615"/>
              <a:gd name="connsiteY50" fmla="*/ 1546802 h 1583140"/>
              <a:gd name="connsiteX51" fmla="*/ 5038524 w 9662615"/>
              <a:gd name="connsiteY51" fmla="*/ 1545675 h 1583140"/>
              <a:gd name="connsiteX52" fmla="*/ 5026564 w 9662615"/>
              <a:gd name="connsiteY52" fmla="*/ 1545376 h 1583140"/>
              <a:gd name="connsiteX53" fmla="*/ 4969433 w 9662615"/>
              <a:gd name="connsiteY53" fmla="*/ 1550865 h 1583140"/>
              <a:gd name="connsiteX54" fmla="*/ 4929254 w 9662615"/>
              <a:gd name="connsiteY54" fmla="*/ 1563452 h 1583140"/>
              <a:gd name="connsiteX55" fmla="*/ 4871726 w 9662615"/>
              <a:gd name="connsiteY55" fmla="*/ 1570584 h 1583140"/>
              <a:gd name="connsiteX56" fmla="*/ 4843267 w 9662615"/>
              <a:gd name="connsiteY56" fmla="*/ 1561459 h 1583140"/>
              <a:gd name="connsiteX57" fmla="*/ 4821058 w 9662615"/>
              <a:gd name="connsiteY57" fmla="*/ 1553078 h 1583140"/>
              <a:gd name="connsiteX58" fmla="*/ 4791466 w 9662615"/>
              <a:gd name="connsiteY58" fmla="*/ 1561324 h 1583140"/>
              <a:gd name="connsiteX59" fmla="*/ 4784247 w 9662615"/>
              <a:gd name="connsiteY59" fmla="*/ 1562342 h 1583140"/>
              <a:gd name="connsiteX60" fmla="*/ 4739309 w 9662615"/>
              <a:gd name="connsiteY60" fmla="*/ 1553948 h 1583140"/>
              <a:gd name="connsiteX61" fmla="*/ 4697562 w 9662615"/>
              <a:gd name="connsiteY61" fmla="*/ 1551206 h 1583140"/>
              <a:gd name="connsiteX62" fmla="*/ 4650737 w 9662615"/>
              <a:gd name="connsiteY62" fmla="*/ 1537381 h 1583140"/>
              <a:gd name="connsiteX63" fmla="*/ 4583150 w 9662615"/>
              <a:gd name="connsiteY63" fmla="*/ 1529064 h 1583140"/>
              <a:gd name="connsiteX64" fmla="*/ 4521734 w 9662615"/>
              <a:gd name="connsiteY64" fmla="*/ 1529359 h 1583140"/>
              <a:gd name="connsiteX65" fmla="*/ 4382398 w 9662615"/>
              <a:gd name="connsiteY65" fmla="*/ 1534108 h 1583140"/>
              <a:gd name="connsiteX66" fmla="*/ 4221826 w 9662615"/>
              <a:gd name="connsiteY66" fmla="*/ 1500972 h 1583140"/>
              <a:gd name="connsiteX67" fmla="*/ 4096601 w 9662615"/>
              <a:gd name="connsiteY67" fmla="*/ 1521563 h 1583140"/>
              <a:gd name="connsiteX68" fmla="*/ 4002441 w 9662615"/>
              <a:gd name="connsiteY68" fmla="*/ 1528912 h 1583140"/>
              <a:gd name="connsiteX69" fmla="*/ 3833906 w 9662615"/>
              <a:gd name="connsiteY69" fmla="*/ 1516637 h 1583140"/>
              <a:gd name="connsiteX70" fmla="*/ 3763845 w 9662615"/>
              <a:gd name="connsiteY70" fmla="*/ 1501782 h 1583140"/>
              <a:gd name="connsiteX71" fmla="*/ 3641778 w 9662615"/>
              <a:gd name="connsiteY71" fmla="*/ 1505446 h 1583140"/>
              <a:gd name="connsiteX72" fmla="*/ 3565233 w 9662615"/>
              <a:gd name="connsiteY72" fmla="*/ 1515122 h 1583140"/>
              <a:gd name="connsiteX73" fmla="*/ 3560267 w 9662615"/>
              <a:gd name="connsiteY73" fmla="*/ 1516288 h 1583140"/>
              <a:gd name="connsiteX74" fmla="*/ 3540258 w 9662615"/>
              <a:gd name="connsiteY74" fmla="*/ 1516976 h 1583140"/>
              <a:gd name="connsiteX75" fmla="*/ 3534780 w 9662615"/>
              <a:gd name="connsiteY75" fmla="*/ 1522141 h 1583140"/>
              <a:gd name="connsiteX76" fmla="*/ 3504783 w 9662615"/>
              <a:gd name="connsiteY76" fmla="*/ 1526739 h 1583140"/>
              <a:gd name="connsiteX77" fmla="*/ 3430805 w 9662615"/>
              <a:gd name="connsiteY77" fmla="*/ 1542521 h 1583140"/>
              <a:gd name="connsiteX78" fmla="*/ 3292707 w 9662615"/>
              <a:gd name="connsiteY78" fmla="*/ 1520490 h 1583140"/>
              <a:gd name="connsiteX79" fmla="*/ 3187872 w 9662615"/>
              <a:gd name="connsiteY79" fmla="*/ 1519991 h 1583140"/>
              <a:gd name="connsiteX80" fmla="*/ 3148026 w 9662615"/>
              <a:gd name="connsiteY80" fmla="*/ 1524777 h 1583140"/>
              <a:gd name="connsiteX81" fmla="*/ 3092394 w 9662615"/>
              <a:gd name="connsiteY81" fmla="*/ 1528115 h 1583140"/>
              <a:gd name="connsiteX82" fmla="*/ 2994200 w 9662615"/>
              <a:gd name="connsiteY82" fmla="*/ 1537857 h 1583140"/>
              <a:gd name="connsiteX83" fmla="*/ 2862301 w 9662615"/>
              <a:gd name="connsiteY83" fmla="*/ 1544250 h 1583140"/>
              <a:gd name="connsiteX84" fmla="*/ 2766335 w 9662615"/>
              <a:gd name="connsiteY84" fmla="*/ 1527662 h 1583140"/>
              <a:gd name="connsiteX85" fmla="*/ 2757836 w 9662615"/>
              <a:gd name="connsiteY85" fmla="*/ 1531371 h 1583140"/>
              <a:gd name="connsiteX86" fmla="*/ 2691555 w 9662615"/>
              <a:gd name="connsiteY86" fmla="*/ 1530283 h 1583140"/>
              <a:gd name="connsiteX87" fmla="*/ 2491676 w 9662615"/>
              <a:gd name="connsiteY87" fmla="*/ 1500859 h 1583140"/>
              <a:gd name="connsiteX88" fmla="*/ 2378036 w 9662615"/>
              <a:gd name="connsiteY88" fmla="*/ 1520645 h 1583140"/>
              <a:gd name="connsiteX89" fmla="*/ 2284269 w 9662615"/>
              <a:gd name="connsiteY89" fmla="*/ 1503068 h 1583140"/>
              <a:gd name="connsiteX90" fmla="*/ 2207104 w 9662615"/>
              <a:gd name="connsiteY90" fmla="*/ 1508888 h 1583140"/>
              <a:gd name="connsiteX91" fmla="*/ 2149226 w 9662615"/>
              <a:gd name="connsiteY91" fmla="*/ 1523409 h 1583140"/>
              <a:gd name="connsiteX92" fmla="*/ 2084783 w 9662615"/>
              <a:gd name="connsiteY92" fmla="*/ 1524245 h 1583140"/>
              <a:gd name="connsiteX93" fmla="*/ 2070075 w 9662615"/>
              <a:gd name="connsiteY93" fmla="*/ 1511285 h 1583140"/>
              <a:gd name="connsiteX94" fmla="*/ 2001057 w 9662615"/>
              <a:gd name="connsiteY94" fmla="*/ 1516449 h 1583140"/>
              <a:gd name="connsiteX95" fmla="*/ 1896330 w 9662615"/>
              <a:gd name="connsiteY95" fmla="*/ 1525725 h 1583140"/>
              <a:gd name="connsiteX96" fmla="*/ 1835994 w 9662615"/>
              <a:gd name="connsiteY96" fmla="*/ 1527678 h 1583140"/>
              <a:gd name="connsiteX97" fmla="*/ 1671119 w 9662615"/>
              <a:gd name="connsiteY97" fmla="*/ 1536701 h 1583140"/>
              <a:gd name="connsiteX98" fmla="*/ 1601337 w 9662615"/>
              <a:gd name="connsiteY98" fmla="*/ 1548552 h 1583140"/>
              <a:gd name="connsiteX99" fmla="*/ 1407755 w 9662615"/>
              <a:gd name="connsiteY99" fmla="*/ 1571444 h 1583140"/>
              <a:gd name="connsiteX100" fmla="*/ 1271994 w 9662615"/>
              <a:gd name="connsiteY100" fmla="*/ 1579471 h 1583140"/>
              <a:gd name="connsiteX101" fmla="*/ 1249226 w 9662615"/>
              <a:gd name="connsiteY101" fmla="*/ 1583140 h 1583140"/>
              <a:gd name="connsiteX102" fmla="*/ 1217719 w 9662615"/>
              <a:gd name="connsiteY102" fmla="*/ 1580863 h 1583140"/>
              <a:gd name="connsiteX103" fmla="*/ 1091432 w 9662615"/>
              <a:gd name="connsiteY103" fmla="*/ 1571003 h 1583140"/>
              <a:gd name="connsiteX104" fmla="*/ 992039 w 9662615"/>
              <a:gd name="connsiteY104" fmla="*/ 1556662 h 1583140"/>
              <a:gd name="connsiteX105" fmla="*/ 868264 w 9662615"/>
              <a:gd name="connsiteY105" fmla="*/ 1566392 h 1583140"/>
              <a:gd name="connsiteX106" fmla="*/ 792765 w 9662615"/>
              <a:gd name="connsiteY106" fmla="*/ 1563102 h 1583140"/>
              <a:gd name="connsiteX107" fmla="*/ 669055 w 9662615"/>
              <a:gd name="connsiteY107" fmla="*/ 1543638 h 1583140"/>
              <a:gd name="connsiteX108" fmla="*/ 506152 w 9662615"/>
              <a:gd name="connsiteY108" fmla="*/ 1549124 h 1583140"/>
              <a:gd name="connsiteX109" fmla="*/ 472797 w 9662615"/>
              <a:gd name="connsiteY109" fmla="*/ 1568904 h 1583140"/>
              <a:gd name="connsiteX110" fmla="*/ 427864 w 9662615"/>
              <a:gd name="connsiteY110" fmla="*/ 1580848 h 1583140"/>
              <a:gd name="connsiteX111" fmla="*/ 408381 w 9662615"/>
              <a:gd name="connsiteY111" fmla="*/ 1552940 h 1583140"/>
              <a:gd name="connsiteX112" fmla="*/ 267163 w 9662615"/>
              <a:gd name="connsiteY112" fmla="*/ 1531913 h 1583140"/>
              <a:gd name="connsiteX113" fmla="*/ 196644 w 9662615"/>
              <a:gd name="connsiteY113" fmla="*/ 1524565 h 1583140"/>
              <a:gd name="connsiteX114" fmla="*/ 86819 w 9662615"/>
              <a:gd name="connsiteY114" fmla="*/ 1519517 h 1583140"/>
              <a:gd name="connsiteX115" fmla="*/ 53369 w 9662615"/>
              <a:gd name="connsiteY115" fmla="*/ 1516853 h 1583140"/>
              <a:gd name="connsiteX116" fmla="*/ 2359 w 9662615"/>
              <a:gd name="connsiteY116" fmla="*/ 1515247 h 1583140"/>
              <a:gd name="connsiteX117" fmla="*/ 0 w 9662615"/>
              <a:gd name="connsiteY117" fmla="*/ 1514932 h 1583140"/>
              <a:gd name="connsiteX118" fmla="*/ 0 w 9662615"/>
              <a:gd name="connsiteY118" fmla="*/ 0 h 1583140"/>
              <a:gd name="connsiteX0" fmla="*/ 0 w 9662615"/>
              <a:gd name="connsiteY0" fmla="*/ 0 h 1583140"/>
              <a:gd name="connsiteX1" fmla="*/ 9662615 w 9662615"/>
              <a:gd name="connsiteY1" fmla="*/ 0 h 1583140"/>
              <a:gd name="connsiteX2" fmla="*/ 9662615 w 9662615"/>
              <a:gd name="connsiteY2" fmla="*/ 1280346 h 1583140"/>
              <a:gd name="connsiteX3" fmla="*/ 9658420 w 9662615"/>
              <a:gd name="connsiteY3" fmla="*/ 1280106 h 1583140"/>
              <a:gd name="connsiteX4" fmla="*/ 9469546 w 9662615"/>
              <a:gd name="connsiteY4" fmla="*/ 1289837 h 1583140"/>
              <a:gd name="connsiteX5" fmla="*/ 9385895 w 9662615"/>
              <a:gd name="connsiteY5" fmla="*/ 1269203 h 1583140"/>
              <a:gd name="connsiteX6" fmla="*/ 9144767 w 9662615"/>
              <a:gd name="connsiteY6" fmla="*/ 1264120 h 1583140"/>
              <a:gd name="connsiteX7" fmla="*/ 8837252 w 9662615"/>
              <a:gd name="connsiteY7" fmla="*/ 1350515 h 1583140"/>
              <a:gd name="connsiteX8" fmla="*/ 8705466 w 9662615"/>
              <a:gd name="connsiteY8" fmla="*/ 1342419 h 1583140"/>
              <a:gd name="connsiteX9" fmla="*/ 8652221 w 9662615"/>
              <a:gd name="connsiteY9" fmla="*/ 1326906 h 1583140"/>
              <a:gd name="connsiteX10" fmla="*/ 8632312 w 9662615"/>
              <a:gd name="connsiteY10" fmla="*/ 1326025 h 1583140"/>
              <a:gd name="connsiteX11" fmla="*/ 8591582 w 9662615"/>
              <a:gd name="connsiteY11" fmla="*/ 1341666 h 1583140"/>
              <a:gd name="connsiteX12" fmla="*/ 8537336 w 9662615"/>
              <a:gd name="connsiteY12" fmla="*/ 1341684 h 1583140"/>
              <a:gd name="connsiteX13" fmla="*/ 8472508 w 9662615"/>
              <a:gd name="connsiteY13" fmla="*/ 1363109 h 1583140"/>
              <a:gd name="connsiteX14" fmla="*/ 8258477 w 9662615"/>
              <a:gd name="connsiteY14" fmla="*/ 1370666 h 1583140"/>
              <a:gd name="connsiteX15" fmla="*/ 8197961 w 9662615"/>
              <a:gd name="connsiteY15" fmla="*/ 1392804 h 1583140"/>
              <a:gd name="connsiteX16" fmla="*/ 8171196 w 9662615"/>
              <a:gd name="connsiteY16" fmla="*/ 1397216 h 1583140"/>
              <a:gd name="connsiteX17" fmla="*/ 8127667 w 9662615"/>
              <a:gd name="connsiteY17" fmla="*/ 1418254 h 1583140"/>
              <a:gd name="connsiteX18" fmla="*/ 7974579 w 9662615"/>
              <a:gd name="connsiteY18" fmla="*/ 1383439 h 1583140"/>
              <a:gd name="connsiteX19" fmla="*/ 7768351 w 9662615"/>
              <a:gd name="connsiteY19" fmla="*/ 1395051 h 1583140"/>
              <a:gd name="connsiteX20" fmla="*/ 7635985 w 9662615"/>
              <a:gd name="connsiteY20" fmla="*/ 1386363 h 1583140"/>
              <a:gd name="connsiteX21" fmla="*/ 7466069 w 9662615"/>
              <a:gd name="connsiteY21" fmla="*/ 1377654 h 1583140"/>
              <a:gd name="connsiteX22" fmla="*/ 7355642 w 9662615"/>
              <a:gd name="connsiteY22" fmla="*/ 1407761 h 1583140"/>
              <a:gd name="connsiteX23" fmla="*/ 7215220 w 9662615"/>
              <a:gd name="connsiteY23" fmla="*/ 1397856 h 1583140"/>
              <a:gd name="connsiteX24" fmla="*/ 7082147 w 9662615"/>
              <a:gd name="connsiteY24" fmla="*/ 1406113 h 1583140"/>
              <a:gd name="connsiteX25" fmla="*/ 6987129 w 9662615"/>
              <a:gd name="connsiteY25" fmla="*/ 1404834 h 1583140"/>
              <a:gd name="connsiteX26" fmla="*/ 6907567 w 9662615"/>
              <a:gd name="connsiteY26" fmla="*/ 1419149 h 1583140"/>
              <a:gd name="connsiteX27" fmla="*/ 6748428 w 9662615"/>
              <a:gd name="connsiteY27" fmla="*/ 1420308 h 1583140"/>
              <a:gd name="connsiteX28" fmla="*/ 6654257 w 9662615"/>
              <a:gd name="connsiteY28" fmla="*/ 1424143 h 1583140"/>
              <a:gd name="connsiteX29" fmla="*/ 6620123 w 9662615"/>
              <a:gd name="connsiteY29" fmla="*/ 1430535 h 1583140"/>
              <a:gd name="connsiteX30" fmla="*/ 6571355 w 9662615"/>
              <a:gd name="connsiteY30" fmla="*/ 1436144 h 1583140"/>
              <a:gd name="connsiteX31" fmla="*/ 6486557 w 9662615"/>
              <a:gd name="connsiteY31" fmla="*/ 1449861 h 1583140"/>
              <a:gd name="connsiteX32" fmla="*/ 6370419 w 9662615"/>
              <a:gd name="connsiteY32" fmla="*/ 1461649 h 1583140"/>
              <a:gd name="connsiteX33" fmla="*/ 6278839 w 9662615"/>
              <a:gd name="connsiteY33" fmla="*/ 1449160 h 1583140"/>
              <a:gd name="connsiteX34" fmla="*/ 6272455 w 9662615"/>
              <a:gd name="connsiteY34" fmla="*/ 1453191 h 1583140"/>
              <a:gd name="connsiteX35" fmla="*/ 6212659 w 9662615"/>
              <a:gd name="connsiteY35" fmla="*/ 1454850 h 1583140"/>
              <a:gd name="connsiteX36" fmla="*/ 6069317 w 9662615"/>
              <a:gd name="connsiteY36" fmla="*/ 1445838 h 1583140"/>
              <a:gd name="connsiteX37" fmla="*/ 5878477 w 9662615"/>
              <a:gd name="connsiteY37" fmla="*/ 1439180 h 1583140"/>
              <a:gd name="connsiteX38" fmla="*/ 5838387 w 9662615"/>
              <a:gd name="connsiteY38" fmla="*/ 1444679 h 1583140"/>
              <a:gd name="connsiteX39" fmla="*/ 5771136 w 9662615"/>
              <a:gd name="connsiteY39" fmla="*/ 1453639 h 1583140"/>
              <a:gd name="connsiteX40" fmla="*/ 5724081 w 9662615"/>
              <a:gd name="connsiteY40" fmla="*/ 1470431 h 1583140"/>
              <a:gd name="connsiteX41" fmla="*/ 5666577 w 9662615"/>
              <a:gd name="connsiteY41" fmla="*/ 1473921 h 1583140"/>
              <a:gd name="connsiteX42" fmla="*/ 5649068 w 9662615"/>
              <a:gd name="connsiteY42" fmla="*/ 1461676 h 1583140"/>
              <a:gd name="connsiteX43" fmla="*/ 5588902 w 9662615"/>
              <a:gd name="connsiteY43" fmla="*/ 1469647 h 1583140"/>
              <a:gd name="connsiteX44" fmla="*/ 5498090 w 9662615"/>
              <a:gd name="connsiteY44" fmla="*/ 1483173 h 1583140"/>
              <a:gd name="connsiteX45" fmla="*/ 5444641 w 9662615"/>
              <a:gd name="connsiteY45" fmla="*/ 1487602 h 1583140"/>
              <a:gd name="connsiteX46" fmla="*/ 5299812 w 9662615"/>
              <a:gd name="connsiteY46" fmla="*/ 1503362 h 1583140"/>
              <a:gd name="connsiteX47" fmla="*/ 5245752 w 9662615"/>
              <a:gd name="connsiteY47" fmla="*/ 1520612 h 1583140"/>
              <a:gd name="connsiteX48" fmla="*/ 5177807 w 9662615"/>
              <a:gd name="connsiteY48" fmla="*/ 1526802 h 1583140"/>
              <a:gd name="connsiteX49" fmla="*/ 5113910 w 9662615"/>
              <a:gd name="connsiteY49" fmla="*/ 1533205 h 1583140"/>
              <a:gd name="connsiteX50" fmla="*/ 5059484 w 9662615"/>
              <a:gd name="connsiteY50" fmla="*/ 1546802 h 1583140"/>
              <a:gd name="connsiteX51" fmla="*/ 5038524 w 9662615"/>
              <a:gd name="connsiteY51" fmla="*/ 1545675 h 1583140"/>
              <a:gd name="connsiteX52" fmla="*/ 5026564 w 9662615"/>
              <a:gd name="connsiteY52" fmla="*/ 1545376 h 1583140"/>
              <a:gd name="connsiteX53" fmla="*/ 4969433 w 9662615"/>
              <a:gd name="connsiteY53" fmla="*/ 1550865 h 1583140"/>
              <a:gd name="connsiteX54" fmla="*/ 4929254 w 9662615"/>
              <a:gd name="connsiteY54" fmla="*/ 1563452 h 1583140"/>
              <a:gd name="connsiteX55" fmla="*/ 4871726 w 9662615"/>
              <a:gd name="connsiteY55" fmla="*/ 1570584 h 1583140"/>
              <a:gd name="connsiteX56" fmla="*/ 4843267 w 9662615"/>
              <a:gd name="connsiteY56" fmla="*/ 1561459 h 1583140"/>
              <a:gd name="connsiteX57" fmla="*/ 4821058 w 9662615"/>
              <a:gd name="connsiteY57" fmla="*/ 1553078 h 1583140"/>
              <a:gd name="connsiteX58" fmla="*/ 4791466 w 9662615"/>
              <a:gd name="connsiteY58" fmla="*/ 1561324 h 1583140"/>
              <a:gd name="connsiteX59" fmla="*/ 4784247 w 9662615"/>
              <a:gd name="connsiteY59" fmla="*/ 1562342 h 1583140"/>
              <a:gd name="connsiteX60" fmla="*/ 4739309 w 9662615"/>
              <a:gd name="connsiteY60" fmla="*/ 1553948 h 1583140"/>
              <a:gd name="connsiteX61" fmla="*/ 4697562 w 9662615"/>
              <a:gd name="connsiteY61" fmla="*/ 1551206 h 1583140"/>
              <a:gd name="connsiteX62" fmla="*/ 4650737 w 9662615"/>
              <a:gd name="connsiteY62" fmla="*/ 1537381 h 1583140"/>
              <a:gd name="connsiteX63" fmla="*/ 4583150 w 9662615"/>
              <a:gd name="connsiteY63" fmla="*/ 1529064 h 1583140"/>
              <a:gd name="connsiteX64" fmla="*/ 4521734 w 9662615"/>
              <a:gd name="connsiteY64" fmla="*/ 1529359 h 1583140"/>
              <a:gd name="connsiteX65" fmla="*/ 4382398 w 9662615"/>
              <a:gd name="connsiteY65" fmla="*/ 1534108 h 1583140"/>
              <a:gd name="connsiteX66" fmla="*/ 4221826 w 9662615"/>
              <a:gd name="connsiteY66" fmla="*/ 1500972 h 1583140"/>
              <a:gd name="connsiteX67" fmla="*/ 4096601 w 9662615"/>
              <a:gd name="connsiteY67" fmla="*/ 1521563 h 1583140"/>
              <a:gd name="connsiteX68" fmla="*/ 4002441 w 9662615"/>
              <a:gd name="connsiteY68" fmla="*/ 1528912 h 1583140"/>
              <a:gd name="connsiteX69" fmla="*/ 3833906 w 9662615"/>
              <a:gd name="connsiteY69" fmla="*/ 1516637 h 1583140"/>
              <a:gd name="connsiteX70" fmla="*/ 3763845 w 9662615"/>
              <a:gd name="connsiteY70" fmla="*/ 1501782 h 1583140"/>
              <a:gd name="connsiteX71" fmla="*/ 3641778 w 9662615"/>
              <a:gd name="connsiteY71" fmla="*/ 1505446 h 1583140"/>
              <a:gd name="connsiteX72" fmla="*/ 3565233 w 9662615"/>
              <a:gd name="connsiteY72" fmla="*/ 1515122 h 1583140"/>
              <a:gd name="connsiteX73" fmla="*/ 3560267 w 9662615"/>
              <a:gd name="connsiteY73" fmla="*/ 1516288 h 1583140"/>
              <a:gd name="connsiteX74" fmla="*/ 3540258 w 9662615"/>
              <a:gd name="connsiteY74" fmla="*/ 1516976 h 1583140"/>
              <a:gd name="connsiteX75" fmla="*/ 3534780 w 9662615"/>
              <a:gd name="connsiteY75" fmla="*/ 1522141 h 1583140"/>
              <a:gd name="connsiteX76" fmla="*/ 3504783 w 9662615"/>
              <a:gd name="connsiteY76" fmla="*/ 1526739 h 1583140"/>
              <a:gd name="connsiteX77" fmla="*/ 3430805 w 9662615"/>
              <a:gd name="connsiteY77" fmla="*/ 1542521 h 1583140"/>
              <a:gd name="connsiteX78" fmla="*/ 3292707 w 9662615"/>
              <a:gd name="connsiteY78" fmla="*/ 1520490 h 1583140"/>
              <a:gd name="connsiteX79" fmla="*/ 3187872 w 9662615"/>
              <a:gd name="connsiteY79" fmla="*/ 1519991 h 1583140"/>
              <a:gd name="connsiteX80" fmla="*/ 3148026 w 9662615"/>
              <a:gd name="connsiteY80" fmla="*/ 1524777 h 1583140"/>
              <a:gd name="connsiteX81" fmla="*/ 3092394 w 9662615"/>
              <a:gd name="connsiteY81" fmla="*/ 1528115 h 1583140"/>
              <a:gd name="connsiteX82" fmla="*/ 2994200 w 9662615"/>
              <a:gd name="connsiteY82" fmla="*/ 1537857 h 1583140"/>
              <a:gd name="connsiteX83" fmla="*/ 2862301 w 9662615"/>
              <a:gd name="connsiteY83" fmla="*/ 1544250 h 1583140"/>
              <a:gd name="connsiteX84" fmla="*/ 2766335 w 9662615"/>
              <a:gd name="connsiteY84" fmla="*/ 1527662 h 1583140"/>
              <a:gd name="connsiteX85" fmla="*/ 2757836 w 9662615"/>
              <a:gd name="connsiteY85" fmla="*/ 1531371 h 1583140"/>
              <a:gd name="connsiteX86" fmla="*/ 2691555 w 9662615"/>
              <a:gd name="connsiteY86" fmla="*/ 1530283 h 1583140"/>
              <a:gd name="connsiteX87" fmla="*/ 2491676 w 9662615"/>
              <a:gd name="connsiteY87" fmla="*/ 1500859 h 1583140"/>
              <a:gd name="connsiteX88" fmla="*/ 2378036 w 9662615"/>
              <a:gd name="connsiteY88" fmla="*/ 1520645 h 1583140"/>
              <a:gd name="connsiteX89" fmla="*/ 2284269 w 9662615"/>
              <a:gd name="connsiteY89" fmla="*/ 1503068 h 1583140"/>
              <a:gd name="connsiteX90" fmla="*/ 2207104 w 9662615"/>
              <a:gd name="connsiteY90" fmla="*/ 1508888 h 1583140"/>
              <a:gd name="connsiteX91" fmla="*/ 2149226 w 9662615"/>
              <a:gd name="connsiteY91" fmla="*/ 1523409 h 1583140"/>
              <a:gd name="connsiteX92" fmla="*/ 2084783 w 9662615"/>
              <a:gd name="connsiteY92" fmla="*/ 1524245 h 1583140"/>
              <a:gd name="connsiteX93" fmla="*/ 2070075 w 9662615"/>
              <a:gd name="connsiteY93" fmla="*/ 1511285 h 1583140"/>
              <a:gd name="connsiteX94" fmla="*/ 2001057 w 9662615"/>
              <a:gd name="connsiteY94" fmla="*/ 1516449 h 1583140"/>
              <a:gd name="connsiteX95" fmla="*/ 1896330 w 9662615"/>
              <a:gd name="connsiteY95" fmla="*/ 1525725 h 1583140"/>
              <a:gd name="connsiteX96" fmla="*/ 1835994 w 9662615"/>
              <a:gd name="connsiteY96" fmla="*/ 1527678 h 1583140"/>
              <a:gd name="connsiteX97" fmla="*/ 1671119 w 9662615"/>
              <a:gd name="connsiteY97" fmla="*/ 1536701 h 1583140"/>
              <a:gd name="connsiteX98" fmla="*/ 1601337 w 9662615"/>
              <a:gd name="connsiteY98" fmla="*/ 1548552 h 1583140"/>
              <a:gd name="connsiteX99" fmla="*/ 1407755 w 9662615"/>
              <a:gd name="connsiteY99" fmla="*/ 1571444 h 1583140"/>
              <a:gd name="connsiteX100" fmla="*/ 1271994 w 9662615"/>
              <a:gd name="connsiteY100" fmla="*/ 1579471 h 1583140"/>
              <a:gd name="connsiteX101" fmla="*/ 1249226 w 9662615"/>
              <a:gd name="connsiteY101" fmla="*/ 1583140 h 1583140"/>
              <a:gd name="connsiteX102" fmla="*/ 1217719 w 9662615"/>
              <a:gd name="connsiteY102" fmla="*/ 1580863 h 1583140"/>
              <a:gd name="connsiteX103" fmla="*/ 1091432 w 9662615"/>
              <a:gd name="connsiteY103" fmla="*/ 1571003 h 1583140"/>
              <a:gd name="connsiteX104" fmla="*/ 992039 w 9662615"/>
              <a:gd name="connsiteY104" fmla="*/ 1556662 h 1583140"/>
              <a:gd name="connsiteX105" fmla="*/ 868264 w 9662615"/>
              <a:gd name="connsiteY105" fmla="*/ 1566392 h 1583140"/>
              <a:gd name="connsiteX106" fmla="*/ 792765 w 9662615"/>
              <a:gd name="connsiteY106" fmla="*/ 1563102 h 1583140"/>
              <a:gd name="connsiteX107" fmla="*/ 669055 w 9662615"/>
              <a:gd name="connsiteY107" fmla="*/ 1543638 h 1583140"/>
              <a:gd name="connsiteX108" fmla="*/ 506152 w 9662615"/>
              <a:gd name="connsiteY108" fmla="*/ 1549124 h 1583140"/>
              <a:gd name="connsiteX109" fmla="*/ 472797 w 9662615"/>
              <a:gd name="connsiteY109" fmla="*/ 1568904 h 1583140"/>
              <a:gd name="connsiteX110" fmla="*/ 427864 w 9662615"/>
              <a:gd name="connsiteY110" fmla="*/ 1580848 h 1583140"/>
              <a:gd name="connsiteX111" fmla="*/ 408381 w 9662615"/>
              <a:gd name="connsiteY111" fmla="*/ 1552940 h 1583140"/>
              <a:gd name="connsiteX112" fmla="*/ 267163 w 9662615"/>
              <a:gd name="connsiteY112" fmla="*/ 1531913 h 1583140"/>
              <a:gd name="connsiteX113" fmla="*/ 196644 w 9662615"/>
              <a:gd name="connsiteY113" fmla="*/ 1524565 h 1583140"/>
              <a:gd name="connsiteX114" fmla="*/ 86819 w 9662615"/>
              <a:gd name="connsiteY114" fmla="*/ 1519517 h 1583140"/>
              <a:gd name="connsiteX115" fmla="*/ 53369 w 9662615"/>
              <a:gd name="connsiteY115" fmla="*/ 1516853 h 1583140"/>
              <a:gd name="connsiteX116" fmla="*/ 2359 w 9662615"/>
              <a:gd name="connsiteY116" fmla="*/ 1515247 h 1583140"/>
              <a:gd name="connsiteX117" fmla="*/ 0 w 9662615"/>
              <a:gd name="connsiteY117" fmla="*/ 1514932 h 1583140"/>
              <a:gd name="connsiteX118" fmla="*/ 0 w 9662615"/>
              <a:gd name="connsiteY118" fmla="*/ 0 h 1583140"/>
              <a:gd name="connsiteX0" fmla="*/ 0 w 9662615"/>
              <a:gd name="connsiteY0" fmla="*/ 0 h 1583140"/>
              <a:gd name="connsiteX1" fmla="*/ 9662615 w 9662615"/>
              <a:gd name="connsiteY1" fmla="*/ 0 h 1583140"/>
              <a:gd name="connsiteX2" fmla="*/ 9662615 w 9662615"/>
              <a:gd name="connsiteY2" fmla="*/ 1280346 h 1583140"/>
              <a:gd name="connsiteX3" fmla="*/ 9658420 w 9662615"/>
              <a:gd name="connsiteY3" fmla="*/ 1280106 h 1583140"/>
              <a:gd name="connsiteX4" fmla="*/ 9469546 w 9662615"/>
              <a:gd name="connsiteY4" fmla="*/ 1289837 h 1583140"/>
              <a:gd name="connsiteX5" fmla="*/ 9385895 w 9662615"/>
              <a:gd name="connsiteY5" fmla="*/ 1269203 h 1583140"/>
              <a:gd name="connsiteX6" fmla="*/ 9144767 w 9662615"/>
              <a:gd name="connsiteY6" fmla="*/ 1264120 h 1583140"/>
              <a:gd name="connsiteX7" fmla="*/ 8837252 w 9662615"/>
              <a:gd name="connsiteY7" fmla="*/ 1350515 h 1583140"/>
              <a:gd name="connsiteX8" fmla="*/ 8705466 w 9662615"/>
              <a:gd name="connsiteY8" fmla="*/ 1342419 h 1583140"/>
              <a:gd name="connsiteX9" fmla="*/ 8652221 w 9662615"/>
              <a:gd name="connsiteY9" fmla="*/ 1326906 h 1583140"/>
              <a:gd name="connsiteX10" fmla="*/ 8632312 w 9662615"/>
              <a:gd name="connsiteY10" fmla="*/ 1326025 h 1583140"/>
              <a:gd name="connsiteX11" fmla="*/ 8591582 w 9662615"/>
              <a:gd name="connsiteY11" fmla="*/ 1341666 h 1583140"/>
              <a:gd name="connsiteX12" fmla="*/ 8537336 w 9662615"/>
              <a:gd name="connsiteY12" fmla="*/ 1341684 h 1583140"/>
              <a:gd name="connsiteX13" fmla="*/ 8472508 w 9662615"/>
              <a:gd name="connsiteY13" fmla="*/ 1363109 h 1583140"/>
              <a:gd name="connsiteX14" fmla="*/ 8258477 w 9662615"/>
              <a:gd name="connsiteY14" fmla="*/ 1370666 h 1583140"/>
              <a:gd name="connsiteX15" fmla="*/ 8197961 w 9662615"/>
              <a:gd name="connsiteY15" fmla="*/ 1392804 h 1583140"/>
              <a:gd name="connsiteX16" fmla="*/ 8171196 w 9662615"/>
              <a:gd name="connsiteY16" fmla="*/ 1397216 h 1583140"/>
              <a:gd name="connsiteX17" fmla="*/ 8087910 w 9662615"/>
              <a:gd name="connsiteY17" fmla="*/ 1386449 h 1583140"/>
              <a:gd name="connsiteX18" fmla="*/ 7974579 w 9662615"/>
              <a:gd name="connsiteY18" fmla="*/ 1383439 h 1583140"/>
              <a:gd name="connsiteX19" fmla="*/ 7768351 w 9662615"/>
              <a:gd name="connsiteY19" fmla="*/ 1395051 h 1583140"/>
              <a:gd name="connsiteX20" fmla="*/ 7635985 w 9662615"/>
              <a:gd name="connsiteY20" fmla="*/ 1386363 h 1583140"/>
              <a:gd name="connsiteX21" fmla="*/ 7466069 w 9662615"/>
              <a:gd name="connsiteY21" fmla="*/ 1377654 h 1583140"/>
              <a:gd name="connsiteX22" fmla="*/ 7355642 w 9662615"/>
              <a:gd name="connsiteY22" fmla="*/ 1407761 h 1583140"/>
              <a:gd name="connsiteX23" fmla="*/ 7215220 w 9662615"/>
              <a:gd name="connsiteY23" fmla="*/ 1397856 h 1583140"/>
              <a:gd name="connsiteX24" fmla="*/ 7082147 w 9662615"/>
              <a:gd name="connsiteY24" fmla="*/ 1406113 h 1583140"/>
              <a:gd name="connsiteX25" fmla="*/ 6987129 w 9662615"/>
              <a:gd name="connsiteY25" fmla="*/ 1404834 h 1583140"/>
              <a:gd name="connsiteX26" fmla="*/ 6907567 w 9662615"/>
              <a:gd name="connsiteY26" fmla="*/ 1419149 h 1583140"/>
              <a:gd name="connsiteX27" fmla="*/ 6748428 w 9662615"/>
              <a:gd name="connsiteY27" fmla="*/ 1420308 h 1583140"/>
              <a:gd name="connsiteX28" fmla="*/ 6654257 w 9662615"/>
              <a:gd name="connsiteY28" fmla="*/ 1424143 h 1583140"/>
              <a:gd name="connsiteX29" fmla="*/ 6620123 w 9662615"/>
              <a:gd name="connsiteY29" fmla="*/ 1430535 h 1583140"/>
              <a:gd name="connsiteX30" fmla="*/ 6571355 w 9662615"/>
              <a:gd name="connsiteY30" fmla="*/ 1436144 h 1583140"/>
              <a:gd name="connsiteX31" fmla="*/ 6486557 w 9662615"/>
              <a:gd name="connsiteY31" fmla="*/ 1449861 h 1583140"/>
              <a:gd name="connsiteX32" fmla="*/ 6370419 w 9662615"/>
              <a:gd name="connsiteY32" fmla="*/ 1461649 h 1583140"/>
              <a:gd name="connsiteX33" fmla="*/ 6278839 w 9662615"/>
              <a:gd name="connsiteY33" fmla="*/ 1449160 h 1583140"/>
              <a:gd name="connsiteX34" fmla="*/ 6272455 w 9662615"/>
              <a:gd name="connsiteY34" fmla="*/ 1453191 h 1583140"/>
              <a:gd name="connsiteX35" fmla="*/ 6212659 w 9662615"/>
              <a:gd name="connsiteY35" fmla="*/ 1454850 h 1583140"/>
              <a:gd name="connsiteX36" fmla="*/ 6069317 w 9662615"/>
              <a:gd name="connsiteY36" fmla="*/ 1445838 h 1583140"/>
              <a:gd name="connsiteX37" fmla="*/ 5878477 w 9662615"/>
              <a:gd name="connsiteY37" fmla="*/ 1439180 h 1583140"/>
              <a:gd name="connsiteX38" fmla="*/ 5838387 w 9662615"/>
              <a:gd name="connsiteY38" fmla="*/ 1444679 h 1583140"/>
              <a:gd name="connsiteX39" fmla="*/ 5771136 w 9662615"/>
              <a:gd name="connsiteY39" fmla="*/ 1453639 h 1583140"/>
              <a:gd name="connsiteX40" fmla="*/ 5724081 w 9662615"/>
              <a:gd name="connsiteY40" fmla="*/ 1470431 h 1583140"/>
              <a:gd name="connsiteX41" fmla="*/ 5666577 w 9662615"/>
              <a:gd name="connsiteY41" fmla="*/ 1473921 h 1583140"/>
              <a:gd name="connsiteX42" fmla="*/ 5649068 w 9662615"/>
              <a:gd name="connsiteY42" fmla="*/ 1461676 h 1583140"/>
              <a:gd name="connsiteX43" fmla="*/ 5588902 w 9662615"/>
              <a:gd name="connsiteY43" fmla="*/ 1469647 h 1583140"/>
              <a:gd name="connsiteX44" fmla="*/ 5498090 w 9662615"/>
              <a:gd name="connsiteY44" fmla="*/ 1483173 h 1583140"/>
              <a:gd name="connsiteX45" fmla="*/ 5444641 w 9662615"/>
              <a:gd name="connsiteY45" fmla="*/ 1487602 h 1583140"/>
              <a:gd name="connsiteX46" fmla="*/ 5299812 w 9662615"/>
              <a:gd name="connsiteY46" fmla="*/ 1503362 h 1583140"/>
              <a:gd name="connsiteX47" fmla="*/ 5245752 w 9662615"/>
              <a:gd name="connsiteY47" fmla="*/ 1520612 h 1583140"/>
              <a:gd name="connsiteX48" fmla="*/ 5177807 w 9662615"/>
              <a:gd name="connsiteY48" fmla="*/ 1526802 h 1583140"/>
              <a:gd name="connsiteX49" fmla="*/ 5113910 w 9662615"/>
              <a:gd name="connsiteY49" fmla="*/ 1533205 h 1583140"/>
              <a:gd name="connsiteX50" fmla="*/ 5059484 w 9662615"/>
              <a:gd name="connsiteY50" fmla="*/ 1546802 h 1583140"/>
              <a:gd name="connsiteX51" fmla="*/ 5038524 w 9662615"/>
              <a:gd name="connsiteY51" fmla="*/ 1545675 h 1583140"/>
              <a:gd name="connsiteX52" fmla="*/ 5026564 w 9662615"/>
              <a:gd name="connsiteY52" fmla="*/ 1545376 h 1583140"/>
              <a:gd name="connsiteX53" fmla="*/ 4969433 w 9662615"/>
              <a:gd name="connsiteY53" fmla="*/ 1550865 h 1583140"/>
              <a:gd name="connsiteX54" fmla="*/ 4929254 w 9662615"/>
              <a:gd name="connsiteY54" fmla="*/ 1563452 h 1583140"/>
              <a:gd name="connsiteX55" fmla="*/ 4871726 w 9662615"/>
              <a:gd name="connsiteY55" fmla="*/ 1570584 h 1583140"/>
              <a:gd name="connsiteX56" fmla="*/ 4843267 w 9662615"/>
              <a:gd name="connsiteY56" fmla="*/ 1561459 h 1583140"/>
              <a:gd name="connsiteX57" fmla="*/ 4821058 w 9662615"/>
              <a:gd name="connsiteY57" fmla="*/ 1553078 h 1583140"/>
              <a:gd name="connsiteX58" fmla="*/ 4791466 w 9662615"/>
              <a:gd name="connsiteY58" fmla="*/ 1561324 h 1583140"/>
              <a:gd name="connsiteX59" fmla="*/ 4784247 w 9662615"/>
              <a:gd name="connsiteY59" fmla="*/ 1562342 h 1583140"/>
              <a:gd name="connsiteX60" fmla="*/ 4739309 w 9662615"/>
              <a:gd name="connsiteY60" fmla="*/ 1553948 h 1583140"/>
              <a:gd name="connsiteX61" fmla="*/ 4697562 w 9662615"/>
              <a:gd name="connsiteY61" fmla="*/ 1551206 h 1583140"/>
              <a:gd name="connsiteX62" fmla="*/ 4650737 w 9662615"/>
              <a:gd name="connsiteY62" fmla="*/ 1537381 h 1583140"/>
              <a:gd name="connsiteX63" fmla="*/ 4583150 w 9662615"/>
              <a:gd name="connsiteY63" fmla="*/ 1529064 h 1583140"/>
              <a:gd name="connsiteX64" fmla="*/ 4521734 w 9662615"/>
              <a:gd name="connsiteY64" fmla="*/ 1529359 h 1583140"/>
              <a:gd name="connsiteX65" fmla="*/ 4382398 w 9662615"/>
              <a:gd name="connsiteY65" fmla="*/ 1534108 h 1583140"/>
              <a:gd name="connsiteX66" fmla="*/ 4221826 w 9662615"/>
              <a:gd name="connsiteY66" fmla="*/ 1500972 h 1583140"/>
              <a:gd name="connsiteX67" fmla="*/ 4096601 w 9662615"/>
              <a:gd name="connsiteY67" fmla="*/ 1521563 h 1583140"/>
              <a:gd name="connsiteX68" fmla="*/ 4002441 w 9662615"/>
              <a:gd name="connsiteY68" fmla="*/ 1528912 h 1583140"/>
              <a:gd name="connsiteX69" fmla="*/ 3833906 w 9662615"/>
              <a:gd name="connsiteY69" fmla="*/ 1516637 h 1583140"/>
              <a:gd name="connsiteX70" fmla="*/ 3763845 w 9662615"/>
              <a:gd name="connsiteY70" fmla="*/ 1501782 h 1583140"/>
              <a:gd name="connsiteX71" fmla="*/ 3641778 w 9662615"/>
              <a:gd name="connsiteY71" fmla="*/ 1505446 h 1583140"/>
              <a:gd name="connsiteX72" fmla="*/ 3565233 w 9662615"/>
              <a:gd name="connsiteY72" fmla="*/ 1515122 h 1583140"/>
              <a:gd name="connsiteX73" fmla="*/ 3560267 w 9662615"/>
              <a:gd name="connsiteY73" fmla="*/ 1516288 h 1583140"/>
              <a:gd name="connsiteX74" fmla="*/ 3540258 w 9662615"/>
              <a:gd name="connsiteY74" fmla="*/ 1516976 h 1583140"/>
              <a:gd name="connsiteX75" fmla="*/ 3534780 w 9662615"/>
              <a:gd name="connsiteY75" fmla="*/ 1522141 h 1583140"/>
              <a:gd name="connsiteX76" fmla="*/ 3504783 w 9662615"/>
              <a:gd name="connsiteY76" fmla="*/ 1526739 h 1583140"/>
              <a:gd name="connsiteX77" fmla="*/ 3430805 w 9662615"/>
              <a:gd name="connsiteY77" fmla="*/ 1542521 h 1583140"/>
              <a:gd name="connsiteX78" fmla="*/ 3292707 w 9662615"/>
              <a:gd name="connsiteY78" fmla="*/ 1520490 h 1583140"/>
              <a:gd name="connsiteX79" fmla="*/ 3187872 w 9662615"/>
              <a:gd name="connsiteY79" fmla="*/ 1519991 h 1583140"/>
              <a:gd name="connsiteX80" fmla="*/ 3148026 w 9662615"/>
              <a:gd name="connsiteY80" fmla="*/ 1524777 h 1583140"/>
              <a:gd name="connsiteX81" fmla="*/ 3092394 w 9662615"/>
              <a:gd name="connsiteY81" fmla="*/ 1528115 h 1583140"/>
              <a:gd name="connsiteX82" fmla="*/ 2994200 w 9662615"/>
              <a:gd name="connsiteY82" fmla="*/ 1537857 h 1583140"/>
              <a:gd name="connsiteX83" fmla="*/ 2862301 w 9662615"/>
              <a:gd name="connsiteY83" fmla="*/ 1544250 h 1583140"/>
              <a:gd name="connsiteX84" fmla="*/ 2766335 w 9662615"/>
              <a:gd name="connsiteY84" fmla="*/ 1527662 h 1583140"/>
              <a:gd name="connsiteX85" fmla="*/ 2757836 w 9662615"/>
              <a:gd name="connsiteY85" fmla="*/ 1531371 h 1583140"/>
              <a:gd name="connsiteX86" fmla="*/ 2691555 w 9662615"/>
              <a:gd name="connsiteY86" fmla="*/ 1530283 h 1583140"/>
              <a:gd name="connsiteX87" fmla="*/ 2491676 w 9662615"/>
              <a:gd name="connsiteY87" fmla="*/ 1500859 h 1583140"/>
              <a:gd name="connsiteX88" fmla="*/ 2378036 w 9662615"/>
              <a:gd name="connsiteY88" fmla="*/ 1520645 h 1583140"/>
              <a:gd name="connsiteX89" fmla="*/ 2284269 w 9662615"/>
              <a:gd name="connsiteY89" fmla="*/ 1503068 h 1583140"/>
              <a:gd name="connsiteX90" fmla="*/ 2207104 w 9662615"/>
              <a:gd name="connsiteY90" fmla="*/ 1508888 h 1583140"/>
              <a:gd name="connsiteX91" fmla="*/ 2149226 w 9662615"/>
              <a:gd name="connsiteY91" fmla="*/ 1523409 h 1583140"/>
              <a:gd name="connsiteX92" fmla="*/ 2084783 w 9662615"/>
              <a:gd name="connsiteY92" fmla="*/ 1524245 h 1583140"/>
              <a:gd name="connsiteX93" fmla="*/ 2070075 w 9662615"/>
              <a:gd name="connsiteY93" fmla="*/ 1511285 h 1583140"/>
              <a:gd name="connsiteX94" fmla="*/ 2001057 w 9662615"/>
              <a:gd name="connsiteY94" fmla="*/ 1516449 h 1583140"/>
              <a:gd name="connsiteX95" fmla="*/ 1896330 w 9662615"/>
              <a:gd name="connsiteY95" fmla="*/ 1525725 h 1583140"/>
              <a:gd name="connsiteX96" fmla="*/ 1835994 w 9662615"/>
              <a:gd name="connsiteY96" fmla="*/ 1527678 h 1583140"/>
              <a:gd name="connsiteX97" fmla="*/ 1671119 w 9662615"/>
              <a:gd name="connsiteY97" fmla="*/ 1536701 h 1583140"/>
              <a:gd name="connsiteX98" fmla="*/ 1601337 w 9662615"/>
              <a:gd name="connsiteY98" fmla="*/ 1548552 h 1583140"/>
              <a:gd name="connsiteX99" fmla="*/ 1407755 w 9662615"/>
              <a:gd name="connsiteY99" fmla="*/ 1571444 h 1583140"/>
              <a:gd name="connsiteX100" fmla="*/ 1271994 w 9662615"/>
              <a:gd name="connsiteY100" fmla="*/ 1579471 h 1583140"/>
              <a:gd name="connsiteX101" fmla="*/ 1249226 w 9662615"/>
              <a:gd name="connsiteY101" fmla="*/ 1583140 h 1583140"/>
              <a:gd name="connsiteX102" fmla="*/ 1217719 w 9662615"/>
              <a:gd name="connsiteY102" fmla="*/ 1580863 h 1583140"/>
              <a:gd name="connsiteX103" fmla="*/ 1091432 w 9662615"/>
              <a:gd name="connsiteY103" fmla="*/ 1571003 h 1583140"/>
              <a:gd name="connsiteX104" fmla="*/ 992039 w 9662615"/>
              <a:gd name="connsiteY104" fmla="*/ 1556662 h 1583140"/>
              <a:gd name="connsiteX105" fmla="*/ 868264 w 9662615"/>
              <a:gd name="connsiteY105" fmla="*/ 1566392 h 1583140"/>
              <a:gd name="connsiteX106" fmla="*/ 792765 w 9662615"/>
              <a:gd name="connsiteY106" fmla="*/ 1563102 h 1583140"/>
              <a:gd name="connsiteX107" fmla="*/ 669055 w 9662615"/>
              <a:gd name="connsiteY107" fmla="*/ 1543638 h 1583140"/>
              <a:gd name="connsiteX108" fmla="*/ 506152 w 9662615"/>
              <a:gd name="connsiteY108" fmla="*/ 1549124 h 1583140"/>
              <a:gd name="connsiteX109" fmla="*/ 472797 w 9662615"/>
              <a:gd name="connsiteY109" fmla="*/ 1568904 h 1583140"/>
              <a:gd name="connsiteX110" fmla="*/ 427864 w 9662615"/>
              <a:gd name="connsiteY110" fmla="*/ 1580848 h 1583140"/>
              <a:gd name="connsiteX111" fmla="*/ 408381 w 9662615"/>
              <a:gd name="connsiteY111" fmla="*/ 1552940 h 1583140"/>
              <a:gd name="connsiteX112" fmla="*/ 267163 w 9662615"/>
              <a:gd name="connsiteY112" fmla="*/ 1531913 h 1583140"/>
              <a:gd name="connsiteX113" fmla="*/ 196644 w 9662615"/>
              <a:gd name="connsiteY113" fmla="*/ 1524565 h 1583140"/>
              <a:gd name="connsiteX114" fmla="*/ 86819 w 9662615"/>
              <a:gd name="connsiteY114" fmla="*/ 1519517 h 1583140"/>
              <a:gd name="connsiteX115" fmla="*/ 53369 w 9662615"/>
              <a:gd name="connsiteY115" fmla="*/ 1516853 h 1583140"/>
              <a:gd name="connsiteX116" fmla="*/ 2359 w 9662615"/>
              <a:gd name="connsiteY116" fmla="*/ 1515247 h 1583140"/>
              <a:gd name="connsiteX117" fmla="*/ 0 w 9662615"/>
              <a:gd name="connsiteY117" fmla="*/ 1514932 h 1583140"/>
              <a:gd name="connsiteX118" fmla="*/ 0 w 9662615"/>
              <a:gd name="connsiteY118" fmla="*/ 0 h 1583140"/>
              <a:gd name="connsiteX0" fmla="*/ 0 w 9662615"/>
              <a:gd name="connsiteY0" fmla="*/ 0 h 1583140"/>
              <a:gd name="connsiteX1" fmla="*/ 9662615 w 9662615"/>
              <a:gd name="connsiteY1" fmla="*/ 0 h 1583140"/>
              <a:gd name="connsiteX2" fmla="*/ 9662615 w 9662615"/>
              <a:gd name="connsiteY2" fmla="*/ 1280346 h 1583140"/>
              <a:gd name="connsiteX3" fmla="*/ 9658420 w 9662615"/>
              <a:gd name="connsiteY3" fmla="*/ 1280106 h 1583140"/>
              <a:gd name="connsiteX4" fmla="*/ 9469546 w 9662615"/>
              <a:gd name="connsiteY4" fmla="*/ 1289837 h 1583140"/>
              <a:gd name="connsiteX5" fmla="*/ 9385895 w 9662615"/>
              <a:gd name="connsiteY5" fmla="*/ 1269203 h 1583140"/>
              <a:gd name="connsiteX6" fmla="*/ 9144767 w 9662615"/>
              <a:gd name="connsiteY6" fmla="*/ 1264120 h 1583140"/>
              <a:gd name="connsiteX7" fmla="*/ 8837252 w 9662615"/>
              <a:gd name="connsiteY7" fmla="*/ 1350515 h 1583140"/>
              <a:gd name="connsiteX8" fmla="*/ 8705466 w 9662615"/>
              <a:gd name="connsiteY8" fmla="*/ 1342419 h 1583140"/>
              <a:gd name="connsiteX9" fmla="*/ 8652221 w 9662615"/>
              <a:gd name="connsiteY9" fmla="*/ 1326906 h 1583140"/>
              <a:gd name="connsiteX10" fmla="*/ 8632312 w 9662615"/>
              <a:gd name="connsiteY10" fmla="*/ 1326025 h 1583140"/>
              <a:gd name="connsiteX11" fmla="*/ 8591582 w 9662615"/>
              <a:gd name="connsiteY11" fmla="*/ 1341666 h 1583140"/>
              <a:gd name="connsiteX12" fmla="*/ 8537336 w 9662615"/>
              <a:gd name="connsiteY12" fmla="*/ 1341684 h 1583140"/>
              <a:gd name="connsiteX13" fmla="*/ 8472508 w 9662615"/>
              <a:gd name="connsiteY13" fmla="*/ 1363109 h 1583140"/>
              <a:gd name="connsiteX14" fmla="*/ 8278355 w 9662615"/>
              <a:gd name="connsiteY14" fmla="*/ 1386569 h 1583140"/>
              <a:gd name="connsiteX15" fmla="*/ 8197961 w 9662615"/>
              <a:gd name="connsiteY15" fmla="*/ 1392804 h 1583140"/>
              <a:gd name="connsiteX16" fmla="*/ 8171196 w 9662615"/>
              <a:gd name="connsiteY16" fmla="*/ 1397216 h 1583140"/>
              <a:gd name="connsiteX17" fmla="*/ 8087910 w 9662615"/>
              <a:gd name="connsiteY17" fmla="*/ 1386449 h 1583140"/>
              <a:gd name="connsiteX18" fmla="*/ 7974579 w 9662615"/>
              <a:gd name="connsiteY18" fmla="*/ 1383439 h 1583140"/>
              <a:gd name="connsiteX19" fmla="*/ 7768351 w 9662615"/>
              <a:gd name="connsiteY19" fmla="*/ 1395051 h 1583140"/>
              <a:gd name="connsiteX20" fmla="*/ 7635985 w 9662615"/>
              <a:gd name="connsiteY20" fmla="*/ 1386363 h 1583140"/>
              <a:gd name="connsiteX21" fmla="*/ 7466069 w 9662615"/>
              <a:gd name="connsiteY21" fmla="*/ 1377654 h 1583140"/>
              <a:gd name="connsiteX22" fmla="*/ 7355642 w 9662615"/>
              <a:gd name="connsiteY22" fmla="*/ 1407761 h 1583140"/>
              <a:gd name="connsiteX23" fmla="*/ 7215220 w 9662615"/>
              <a:gd name="connsiteY23" fmla="*/ 1397856 h 1583140"/>
              <a:gd name="connsiteX24" fmla="*/ 7082147 w 9662615"/>
              <a:gd name="connsiteY24" fmla="*/ 1406113 h 1583140"/>
              <a:gd name="connsiteX25" fmla="*/ 6987129 w 9662615"/>
              <a:gd name="connsiteY25" fmla="*/ 1404834 h 1583140"/>
              <a:gd name="connsiteX26" fmla="*/ 6907567 w 9662615"/>
              <a:gd name="connsiteY26" fmla="*/ 1419149 h 1583140"/>
              <a:gd name="connsiteX27" fmla="*/ 6748428 w 9662615"/>
              <a:gd name="connsiteY27" fmla="*/ 1420308 h 1583140"/>
              <a:gd name="connsiteX28" fmla="*/ 6654257 w 9662615"/>
              <a:gd name="connsiteY28" fmla="*/ 1424143 h 1583140"/>
              <a:gd name="connsiteX29" fmla="*/ 6620123 w 9662615"/>
              <a:gd name="connsiteY29" fmla="*/ 1430535 h 1583140"/>
              <a:gd name="connsiteX30" fmla="*/ 6571355 w 9662615"/>
              <a:gd name="connsiteY30" fmla="*/ 1436144 h 1583140"/>
              <a:gd name="connsiteX31" fmla="*/ 6486557 w 9662615"/>
              <a:gd name="connsiteY31" fmla="*/ 1449861 h 1583140"/>
              <a:gd name="connsiteX32" fmla="*/ 6370419 w 9662615"/>
              <a:gd name="connsiteY32" fmla="*/ 1461649 h 1583140"/>
              <a:gd name="connsiteX33" fmla="*/ 6278839 w 9662615"/>
              <a:gd name="connsiteY33" fmla="*/ 1449160 h 1583140"/>
              <a:gd name="connsiteX34" fmla="*/ 6272455 w 9662615"/>
              <a:gd name="connsiteY34" fmla="*/ 1453191 h 1583140"/>
              <a:gd name="connsiteX35" fmla="*/ 6212659 w 9662615"/>
              <a:gd name="connsiteY35" fmla="*/ 1454850 h 1583140"/>
              <a:gd name="connsiteX36" fmla="*/ 6069317 w 9662615"/>
              <a:gd name="connsiteY36" fmla="*/ 1445838 h 1583140"/>
              <a:gd name="connsiteX37" fmla="*/ 5878477 w 9662615"/>
              <a:gd name="connsiteY37" fmla="*/ 1439180 h 1583140"/>
              <a:gd name="connsiteX38" fmla="*/ 5838387 w 9662615"/>
              <a:gd name="connsiteY38" fmla="*/ 1444679 h 1583140"/>
              <a:gd name="connsiteX39" fmla="*/ 5771136 w 9662615"/>
              <a:gd name="connsiteY39" fmla="*/ 1453639 h 1583140"/>
              <a:gd name="connsiteX40" fmla="*/ 5724081 w 9662615"/>
              <a:gd name="connsiteY40" fmla="*/ 1470431 h 1583140"/>
              <a:gd name="connsiteX41" fmla="*/ 5666577 w 9662615"/>
              <a:gd name="connsiteY41" fmla="*/ 1473921 h 1583140"/>
              <a:gd name="connsiteX42" fmla="*/ 5649068 w 9662615"/>
              <a:gd name="connsiteY42" fmla="*/ 1461676 h 1583140"/>
              <a:gd name="connsiteX43" fmla="*/ 5588902 w 9662615"/>
              <a:gd name="connsiteY43" fmla="*/ 1469647 h 1583140"/>
              <a:gd name="connsiteX44" fmla="*/ 5498090 w 9662615"/>
              <a:gd name="connsiteY44" fmla="*/ 1483173 h 1583140"/>
              <a:gd name="connsiteX45" fmla="*/ 5444641 w 9662615"/>
              <a:gd name="connsiteY45" fmla="*/ 1487602 h 1583140"/>
              <a:gd name="connsiteX46" fmla="*/ 5299812 w 9662615"/>
              <a:gd name="connsiteY46" fmla="*/ 1503362 h 1583140"/>
              <a:gd name="connsiteX47" fmla="*/ 5245752 w 9662615"/>
              <a:gd name="connsiteY47" fmla="*/ 1520612 h 1583140"/>
              <a:gd name="connsiteX48" fmla="*/ 5177807 w 9662615"/>
              <a:gd name="connsiteY48" fmla="*/ 1526802 h 1583140"/>
              <a:gd name="connsiteX49" fmla="*/ 5113910 w 9662615"/>
              <a:gd name="connsiteY49" fmla="*/ 1533205 h 1583140"/>
              <a:gd name="connsiteX50" fmla="*/ 5059484 w 9662615"/>
              <a:gd name="connsiteY50" fmla="*/ 1546802 h 1583140"/>
              <a:gd name="connsiteX51" fmla="*/ 5038524 w 9662615"/>
              <a:gd name="connsiteY51" fmla="*/ 1545675 h 1583140"/>
              <a:gd name="connsiteX52" fmla="*/ 5026564 w 9662615"/>
              <a:gd name="connsiteY52" fmla="*/ 1545376 h 1583140"/>
              <a:gd name="connsiteX53" fmla="*/ 4969433 w 9662615"/>
              <a:gd name="connsiteY53" fmla="*/ 1550865 h 1583140"/>
              <a:gd name="connsiteX54" fmla="*/ 4929254 w 9662615"/>
              <a:gd name="connsiteY54" fmla="*/ 1563452 h 1583140"/>
              <a:gd name="connsiteX55" fmla="*/ 4871726 w 9662615"/>
              <a:gd name="connsiteY55" fmla="*/ 1570584 h 1583140"/>
              <a:gd name="connsiteX56" fmla="*/ 4843267 w 9662615"/>
              <a:gd name="connsiteY56" fmla="*/ 1561459 h 1583140"/>
              <a:gd name="connsiteX57" fmla="*/ 4821058 w 9662615"/>
              <a:gd name="connsiteY57" fmla="*/ 1553078 h 1583140"/>
              <a:gd name="connsiteX58" fmla="*/ 4791466 w 9662615"/>
              <a:gd name="connsiteY58" fmla="*/ 1561324 h 1583140"/>
              <a:gd name="connsiteX59" fmla="*/ 4784247 w 9662615"/>
              <a:gd name="connsiteY59" fmla="*/ 1562342 h 1583140"/>
              <a:gd name="connsiteX60" fmla="*/ 4739309 w 9662615"/>
              <a:gd name="connsiteY60" fmla="*/ 1553948 h 1583140"/>
              <a:gd name="connsiteX61" fmla="*/ 4697562 w 9662615"/>
              <a:gd name="connsiteY61" fmla="*/ 1551206 h 1583140"/>
              <a:gd name="connsiteX62" fmla="*/ 4650737 w 9662615"/>
              <a:gd name="connsiteY62" fmla="*/ 1537381 h 1583140"/>
              <a:gd name="connsiteX63" fmla="*/ 4583150 w 9662615"/>
              <a:gd name="connsiteY63" fmla="*/ 1529064 h 1583140"/>
              <a:gd name="connsiteX64" fmla="*/ 4521734 w 9662615"/>
              <a:gd name="connsiteY64" fmla="*/ 1529359 h 1583140"/>
              <a:gd name="connsiteX65" fmla="*/ 4382398 w 9662615"/>
              <a:gd name="connsiteY65" fmla="*/ 1534108 h 1583140"/>
              <a:gd name="connsiteX66" fmla="*/ 4221826 w 9662615"/>
              <a:gd name="connsiteY66" fmla="*/ 1500972 h 1583140"/>
              <a:gd name="connsiteX67" fmla="*/ 4096601 w 9662615"/>
              <a:gd name="connsiteY67" fmla="*/ 1521563 h 1583140"/>
              <a:gd name="connsiteX68" fmla="*/ 4002441 w 9662615"/>
              <a:gd name="connsiteY68" fmla="*/ 1528912 h 1583140"/>
              <a:gd name="connsiteX69" fmla="*/ 3833906 w 9662615"/>
              <a:gd name="connsiteY69" fmla="*/ 1516637 h 1583140"/>
              <a:gd name="connsiteX70" fmla="*/ 3763845 w 9662615"/>
              <a:gd name="connsiteY70" fmla="*/ 1501782 h 1583140"/>
              <a:gd name="connsiteX71" fmla="*/ 3641778 w 9662615"/>
              <a:gd name="connsiteY71" fmla="*/ 1505446 h 1583140"/>
              <a:gd name="connsiteX72" fmla="*/ 3565233 w 9662615"/>
              <a:gd name="connsiteY72" fmla="*/ 1515122 h 1583140"/>
              <a:gd name="connsiteX73" fmla="*/ 3560267 w 9662615"/>
              <a:gd name="connsiteY73" fmla="*/ 1516288 h 1583140"/>
              <a:gd name="connsiteX74" fmla="*/ 3540258 w 9662615"/>
              <a:gd name="connsiteY74" fmla="*/ 1516976 h 1583140"/>
              <a:gd name="connsiteX75" fmla="*/ 3534780 w 9662615"/>
              <a:gd name="connsiteY75" fmla="*/ 1522141 h 1583140"/>
              <a:gd name="connsiteX76" fmla="*/ 3504783 w 9662615"/>
              <a:gd name="connsiteY76" fmla="*/ 1526739 h 1583140"/>
              <a:gd name="connsiteX77" fmla="*/ 3430805 w 9662615"/>
              <a:gd name="connsiteY77" fmla="*/ 1542521 h 1583140"/>
              <a:gd name="connsiteX78" fmla="*/ 3292707 w 9662615"/>
              <a:gd name="connsiteY78" fmla="*/ 1520490 h 1583140"/>
              <a:gd name="connsiteX79" fmla="*/ 3187872 w 9662615"/>
              <a:gd name="connsiteY79" fmla="*/ 1519991 h 1583140"/>
              <a:gd name="connsiteX80" fmla="*/ 3148026 w 9662615"/>
              <a:gd name="connsiteY80" fmla="*/ 1524777 h 1583140"/>
              <a:gd name="connsiteX81" fmla="*/ 3092394 w 9662615"/>
              <a:gd name="connsiteY81" fmla="*/ 1528115 h 1583140"/>
              <a:gd name="connsiteX82" fmla="*/ 2994200 w 9662615"/>
              <a:gd name="connsiteY82" fmla="*/ 1537857 h 1583140"/>
              <a:gd name="connsiteX83" fmla="*/ 2862301 w 9662615"/>
              <a:gd name="connsiteY83" fmla="*/ 1544250 h 1583140"/>
              <a:gd name="connsiteX84" fmla="*/ 2766335 w 9662615"/>
              <a:gd name="connsiteY84" fmla="*/ 1527662 h 1583140"/>
              <a:gd name="connsiteX85" fmla="*/ 2757836 w 9662615"/>
              <a:gd name="connsiteY85" fmla="*/ 1531371 h 1583140"/>
              <a:gd name="connsiteX86" fmla="*/ 2691555 w 9662615"/>
              <a:gd name="connsiteY86" fmla="*/ 1530283 h 1583140"/>
              <a:gd name="connsiteX87" fmla="*/ 2491676 w 9662615"/>
              <a:gd name="connsiteY87" fmla="*/ 1500859 h 1583140"/>
              <a:gd name="connsiteX88" fmla="*/ 2378036 w 9662615"/>
              <a:gd name="connsiteY88" fmla="*/ 1520645 h 1583140"/>
              <a:gd name="connsiteX89" fmla="*/ 2284269 w 9662615"/>
              <a:gd name="connsiteY89" fmla="*/ 1503068 h 1583140"/>
              <a:gd name="connsiteX90" fmla="*/ 2207104 w 9662615"/>
              <a:gd name="connsiteY90" fmla="*/ 1508888 h 1583140"/>
              <a:gd name="connsiteX91" fmla="*/ 2149226 w 9662615"/>
              <a:gd name="connsiteY91" fmla="*/ 1523409 h 1583140"/>
              <a:gd name="connsiteX92" fmla="*/ 2084783 w 9662615"/>
              <a:gd name="connsiteY92" fmla="*/ 1524245 h 1583140"/>
              <a:gd name="connsiteX93" fmla="*/ 2070075 w 9662615"/>
              <a:gd name="connsiteY93" fmla="*/ 1511285 h 1583140"/>
              <a:gd name="connsiteX94" fmla="*/ 2001057 w 9662615"/>
              <a:gd name="connsiteY94" fmla="*/ 1516449 h 1583140"/>
              <a:gd name="connsiteX95" fmla="*/ 1896330 w 9662615"/>
              <a:gd name="connsiteY95" fmla="*/ 1525725 h 1583140"/>
              <a:gd name="connsiteX96" fmla="*/ 1835994 w 9662615"/>
              <a:gd name="connsiteY96" fmla="*/ 1527678 h 1583140"/>
              <a:gd name="connsiteX97" fmla="*/ 1671119 w 9662615"/>
              <a:gd name="connsiteY97" fmla="*/ 1536701 h 1583140"/>
              <a:gd name="connsiteX98" fmla="*/ 1601337 w 9662615"/>
              <a:gd name="connsiteY98" fmla="*/ 1548552 h 1583140"/>
              <a:gd name="connsiteX99" fmla="*/ 1407755 w 9662615"/>
              <a:gd name="connsiteY99" fmla="*/ 1571444 h 1583140"/>
              <a:gd name="connsiteX100" fmla="*/ 1271994 w 9662615"/>
              <a:gd name="connsiteY100" fmla="*/ 1579471 h 1583140"/>
              <a:gd name="connsiteX101" fmla="*/ 1249226 w 9662615"/>
              <a:gd name="connsiteY101" fmla="*/ 1583140 h 1583140"/>
              <a:gd name="connsiteX102" fmla="*/ 1217719 w 9662615"/>
              <a:gd name="connsiteY102" fmla="*/ 1580863 h 1583140"/>
              <a:gd name="connsiteX103" fmla="*/ 1091432 w 9662615"/>
              <a:gd name="connsiteY103" fmla="*/ 1571003 h 1583140"/>
              <a:gd name="connsiteX104" fmla="*/ 992039 w 9662615"/>
              <a:gd name="connsiteY104" fmla="*/ 1556662 h 1583140"/>
              <a:gd name="connsiteX105" fmla="*/ 868264 w 9662615"/>
              <a:gd name="connsiteY105" fmla="*/ 1566392 h 1583140"/>
              <a:gd name="connsiteX106" fmla="*/ 792765 w 9662615"/>
              <a:gd name="connsiteY106" fmla="*/ 1563102 h 1583140"/>
              <a:gd name="connsiteX107" fmla="*/ 669055 w 9662615"/>
              <a:gd name="connsiteY107" fmla="*/ 1543638 h 1583140"/>
              <a:gd name="connsiteX108" fmla="*/ 506152 w 9662615"/>
              <a:gd name="connsiteY108" fmla="*/ 1549124 h 1583140"/>
              <a:gd name="connsiteX109" fmla="*/ 472797 w 9662615"/>
              <a:gd name="connsiteY109" fmla="*/ 1568904 h 1583140"/>
              <a:gd name="connsiteX110" fmla="*/ 427864 w 9662615"/>
              <a:gd name="connsiteY110" fmla="*/ 1580848 h 1583140"/>
              <a:gd name="connsiteX111" fmla="*/ 408381 w 9662615"/>
              <a:gd name="connsiteY111" fmla="*/ 1552940 h 1583140"/>
              <a:gd name="connsiteX112" fmla="*/ 267163 w 9662615"/>
              <a:gd name="connsiteY112" fmla="*/ 1531913 h 1583140"/>
              <a:gd name="connsiteX113" fmla="*/ 196644 w 9662615"/>
              <a:gd name="connsiteY113" fmla="*/ 1524565 h 1583140"/>
              <a:gd name="connsiteX114" fmla="*/ 86819 w 9662615"/>
              <a:gd name="connsiteY114" fmla="*/ 1519517 h 1583140"/>
              <a:gd name="connsiteX115" fmla="*/ 53369 w 9662615"/>
              <a:gd name="connsiteY115" fmla="*/ 1516853 h 1583140"/>
              <a:gd name="connsiteX116" fmla="*/ 2359 w 9662615"/>
              <a:gd name="connsiteY116" fmla="*/ 1515247 h 1583140"/>
              <a:gd name="connsiteX117" fmla="*/ 0 w 9662615"/>
              <a:gd name="connsiteY117" fmla="*/ 1514932 h 1583140"/>
              <a:gd name="connsiteX118" fmla="*/ 0 w 9662615"/>
              <a:gd name="connsiteY118" fmla="*/ 0 h 1583140"/>
              <a:gd name="connsiteX0" fmla="*/ 0 w 9662615"/>
              <a:gd name="connsiteY0" fmla="*/ 0 h 1583140"/>
              <a:gd name="connsiteX1" fmla="*/ 9662615 w 9662615"/>
              <a:gd name="connsiteY1" fmla="*/ 0 h 1583140"/>
              <a:gd name="connsiteX2" fmla="*/ 9662615 w 9662615"/>
              <a:gd name="connsiteY2" fmla="*/ 1280346 h 1583140"/>
              <a:gd name="connsiteX3" fmla="*/ 9658420 w 9662615"/>
              <a:gd name="connsiteY3" fmla="*/ 1280106 h 1583140"/>
              <a:gd name="connsiteX4" fmla="*/ 9469546 w 9662615"/>
              <a:gd name="connsiteY4" fmla="*/ 1289837 h 1583140"/>
              <a:gd name="connsiteX5" fmla="*/ 9385895 w 9662615"/>
              <a:gd name="connsiteY5" fmla="*/ 1269203 h 1583140"/>
              <a:gd name="connsiteX6" fmla="*/ 9144767 w 9662615"/>
              <a:gd name="connsiteY6" fmla="*/ 1264120 h 1583140"/>
              <a:gd name="connsiteX7" fmla="*/ 8837252 w 9662615"/>
              <a:gd name="connsiteY7" fmla="*/ 1350515 h 1583140"/>
              <a:gd name="connsiteX8" fmla="*/ 8705466 w 9662615"/>
              <a:gd name="connsiteY8" fmla="*/ 1342419 h 1583140"/>
              <a:gd name="connsiteX9" fmla="*/ 8652221 w 9662615"/>
              <a:gd name="connsiteY9" fmla="*/ 1326906 h 1583140"/>
              <a:gd name="connsiteX10" fmla="*/ 8632312 w 9662615"/>
              <a:gd name="connsiteY10" fmla="*/ 1326025 h 1583140"/>
              <a:gd name="connsiteX11" fmla="*/ 8591582 w 9662615"/>
              <a:gd name="connsiteY11" fmla="*/ 1341666 h 1583140"/>
              <a:gd name="connsiteX12" fmla="*/ 8537336 w 9662615"/>
              <a:gd name="connsiteY12" fmla="*/ 1341684 h 1583140"/>
              <a:gd name="connsiteX13" fmla="*/ 8472508 w 9662615"/>
              <a:gd name="connsiteY13" fmla="*/ 1363109 h 1583140"/>
              <a:gd name="connsiteX14" fmla="*/ 8278355 w 9662615"/>
              <a:gd name="connsiteY14" fmla="*/ 1386569 h 1583140"/>
              <a:gd name="connsiteX15" fmla="*/ 8197961 w 9662615"/>
              <a:gd name="connsiteY15" fmla="*/ 1392804 h 1583140"/>
              <a:gd name="connsiteX16" fmla="*/ 8171196 w 9662615"/>
              <a:gd name="connsiteY16" fmla="*/ 1397216 h 1583140"/>
              <a:gd name="connsiteX17" fmla="*/ 8087910 w 9662615"/>
              <a:gd name="connsiteY17" fmla="*/ 1386449 h 1583140"/>
              <a:gd name="connsiteX18" fmla="*/ 7974579 w 9662615"/>
              <a:gd name="connsiteY18" fmla="*/ 1383439 h 1583140"/>
              <a:gd name="connsiteX19" fmla="*/ 7768351 w 9662615"/>
              <a:gd name="connsiteY19" fmla="*/ 1395051 h 1583140"/>
              <a:gd name="connsiteX20" fmla="*/ 7635985 w 9662615"/>
              <a:gd name="connsiteY20" fmla="*/ 1386363 h 1583140"/>
              <a:gd name="connsiteX21" fmla="*/ 7466069 w 9662615"/>
              <a:gd name="connsiteY21" fmla="*/ 1377654 h 1583140"/>
              <a:gd name="connsiteX22" fmla="*/ 7355642 w 9662615"/>
              <a:gd name="connsiteY22" fmla="*/ 1407761 h 1583140"/>
              <a:gd name="connsiteX23" fmla="*/ 7215220 w 9662615"/>
              <a:gd name="connsiteY23" fmla="*/ 1397856 h 1583140"/>
              <a:gd name="connsiteX24" fmla="*/ 7082147 w 9662615"/>
              <a:gd name="connsiteY24" fmla="*/ 1406113 h 1583140"/>
              <a:gd name="connsiteX25" fmla="*/ 6987129 w 9662615"/>
              <a:gd name="connsiteY25" fmla="*/ 1404834 h 1583140"/>
              <a:gd name="connsiteX26" fmla="*/ 6907567 w 9662615"/>
              <a:gd name="connsiteY26" fmla="*/ 1419149 h 1583140"/>
              <a:gd name="connsiteX27" fmla="*/ 6748428 w 9662615"/>
              <a:gd name="connsiteY27" fmla="*/ 1420308 h 1583140"/>
              <a:gd name="connsiteX28" fmla="*/ 6654257 w 9662615"/>
              <a:gd name="connsiteY28" fmla="*/ 1424143 h 1583140"/>
              <a:gd name="connsiteX29" fmla="*/ 6620123 w 9662615"/>
              <a:gd name="connsiteY29" fmla="*/ 1430535 h 1583140"/>
              <a:gd name="connsiteX30" fmla="*/ 6571355 w 9662615"/>
              <a:gd name="connsiteY30" fmla="*/ 1436144 h 1583140"/>
              <a:gd name="connsiteX31" fmla="*/ 6486557 w 9662615"/>
              <a:gd name="connsiteY31" fmla="*/ 1449861 h 1583140"/>
              <a:gd name="connsiteX32" fmla="*/ 6370419 w 9662615"/>
              <a:gd name="connsiteY32" fmla="*/ 1461649 h 1583140"/>
              <a:gd name="connsiteX33" fmla="*/ 6278839 w 9662615"/>
              <a:gd name="connsiteY33" fmla="*/ 1449160 h 1583140"/>
              <a:gd name="connsiteX34" fmla="*/ 6272455 w 9662615"/>
              <a:gd name="connsiteY34" fmla="*/ 1453191 h 1583140"/>
              <a:gd name="connsiteX35" fmla="*/ 6212659 w 9662615"/>
              <a:gd name="connsiteY35" fmla="*/ 1454850 h 1583140"/>
              <a:gd name="connsiteX36" fmla="*/ 6069317 w 9662615"/>
              <a:gd name="connsiteY36" fmla="*/ 1445838 h 1583140"/>
              <a:gd name="connsiteX37" fmla="*/ 5878477 w 9662615"/>
              <a:gd name="connsiteY37" fmla="*/ 1439180 h 1583140"/>
              <a:gd name="connsiteX38" fmla="*/ 5838387 w 9662615"/>
              <a:gd name="connsiteY38" fmla="*/ 1444679 h 1583140"/>
              <a:gd name="connsiteX39" fmla="*/ 5771136 w 9662615"/>
              <a:gd name="connsiteY39" fmla="*/ 1453639 h 1583140"/>
              <a:gd name="connsiteX40" fmla="*/ 5724081 w 9662615"/>
              <a:gd name="connsiteY40" fmla="*/ 1470431 h 1583140"/>
              <a:gd name="connsiteX41" fmla="*/ 5666577 w 9662615"/>
              <a:gd name="connsiteY41" fmla="*/ 1473921 h 1583140"/>
              <a:gd name="connsiteX42" fmla="*/ 5649068 w 9662615"/>
              <a:gd name="connsiteY42" fmla="*/ 1461676 h 1583140"/>
              <a:gd name="connsiteX43" fmla="*/ 5588902 w 9662615"/>
              <a:gd name="connsiteY43" fmla="*/ 1469647 h 1583140"/>
              <a:gd name="connsiteX44" fmla="*/ 5498090 w 9662615"/>
              <a:gd name="connsiteY44" fmla="*/ 1483173 h 1583140"/>
              <a:gd name="connsiteX45" fmla="*/ 5444641 w 9662615"/>
              <a:gd name="connsiteY45" fmla="*/ 1487602 h 1583140"/>
              <a:gd name="connsiteX46" fmla="*/ 5299812 w 9662615"/>
              <a:gd name="connsiteY46" fmla="*/ 1503362 h 1583140"/>
              <a:gd name="connsiteX47" fmla="*/ 5245752 w 9662615"/>
              <a:gd name="connsiteY47" fmla="*/ 1520612 h 1583140"/>
              <a:gd name="connsiteX48" fmla="*/ 5177807 w 9662615"/>
              <a:gd name="connsiteY48" fmla="*/ 1526802 h 1583140"/>
              <a:gd name="connsiteX49" fmla="*/ 5113910 w 9662615"/>
              <a:gd name="connsiteY49" fmla="*/ 1533205 h 1583140"/>
              <a:gd name="connsiteX50" fmla="*/ 5059484 w 9662615"/>
              <a:gd name="connsiteY50" fmla="*/ 1546802 h 1583140"/>
              <a:gd name="connsiteX51" fmla="*/ 5038524 w 9662615"/>
              <a:gd name="connsiteY51" fmla="*/ 1545675 h 1583140"/>
              <a:gd name="connsiteX52" fmla="*/ 5026564 w 9662615"/>
              <a:gd name="connsiteY52" fmla="*/ 1545376 h 1583140"/>
              <a:gd name="connsiteX53" fmla="*/ 4969433 w 9662615"/>
              <a:gd name="connsiteY53" fmla="*/ 1550865 h 1583140"/>
              <a:gd name="connsiteX54" fmla="*/ 4929254 w 9662615"/>
              <a:gd name="connsiteY54" fmla="*/ 1563452 h 1583140"/>
              <a:gd name="connsiteX55" fmla="*/ 4871726 w 9662615"/>
              <a:gd name="connsiteY55" fmla="*/ 1570584 h 1583140"/>
              <a:gd name="connsiteX56" fmla="*/ 4843267 w 9662615"/>
              <a:gd name="connsiteY56" fmla="*/ 1561459 h 1583140"/>
              <a:gd name="connsiteX57" fmla="*/ 4821058 w 9662615"/>
              <a:gd name="connsiteY57" fmla="*/ 1553078 h 1583140"/>
              <a:gd name="connsiteX58" fmla="*/ 4791466 w 9662615"/>
              <a:gd name="connsiteY58" fmla="*/ 1561324 h 1583140"/>
              <a:gd name="connsiteX59" fmla="*/ 4784247 w 9662615"/>
              <a:gd name="connsiteY59" fmla="*/ 1562342 h 1583140"/>
              <a:gd name="connsiteX60" fmla="*/ 4739309 w 9662615"/>
              <a:gd name="connsiteY60" fmla="*/ 1553948 h 1583140"/>
              <a:gd name="connsiteX61" fmla="*/ 4697562 w 9662615"/>
              <a:gd name="connsiteY61" fmla="*/ 1551206 h 1583140"/>
              <a:gd name="connsiteX62" fmla="*/ 4650737 w 9662615"/>
              <a:gd name="connsiteY62" fmla="*/ 1537381 h 1583140"/>
              <a:gd name="connsiteX63" fmla="*/ 4583150 w 9662615"/>
              <a:gd name="connsiteY63" fmla="*/ 1529064 h 1583140"/>
              <a:gd name="connsiteX64" fmla="*/ 4521734 w 9662615"/>
              <a:gd name="connsiteY64" fmla="*/ 1529359 h 1583140"/>
              <a:gd name="connsiteX65" fmla="*/ 4382398 w 9662615"/>
              <a:gd name="connsiteY65" fmla="*/ 1534108 h 1583140"/>
              <a:gd name="connsiteX66" fmla="*/ 4221826 w 9662615"/>
              <a:gd name="connsiteY66" fmla="*/ 1500972 h 1583140"/>
              <a:gd name="connsiteX67" fmla="*/ 4096601 w 9662615"/>
              <a:gd name="connsiteY67" fmla="*/ 1521563 h 1583140"/>
              <a:gd name="connsiteX68" fmla="*/ 4002441 w 9662615"/>
              <a:gd name="connsiteY68" fmla="*/ 1528912 h 1583140"/>
              <a:gd name="connsiteX69" fmla="*/ 3833906 w 9662615"/>
              <a:gd name="connsiteY69" fmla="*/ 1516637 h 1583140"/>
              <a:gd name="connsiteX70" fmla="*/ 3763845 w 9662615"/>
              <a:gd name="connsiteY70" fmla="*/ 1501782 h 1583140"/>
              <a:gd name="connsiteX71" fmla="*/ 3641778 w 9662615"/>
              <a:gd name="connsiteY71" fmla="*/ 1505446 h 1583140"/>
              <a:gd name="connsiteX72" fmla="*/ 3565233 w 9662615"/>
              <a:gd name="connsiteY72" fmla="*/ 1515122 h 1583140"/>
              <a:gd name="connsiteX73" fmla="*/ 3560267 w 9662615"/>
              <a:gd name="connsiteY73" fmla="*/ 1516288 h 1583140"/>
              <a:gd name="connsiteX74" fmla="*/ 3540258 w 9662615"/>
              <a:gd name="connsiteY74" fmla="*/ 1516976 h 1583140"/>
              <a:gd name="connsiteX75" fmla="*/ 3534780 w 9662615"/>
              <a:gd name="connsiteY75" fmla="*/ 1522141 h 1583140"/>
              <a:gd name="connsiteX76" fmla="*/ 3504783 w 9662615"/>
              <a:gd name="connsiteY76" fmla="*/ 1526739 h 1583140"/>
              <a:gd name="connsiteX77" fmla="*/ 3430805 w 9662615"/>
              <a:gd name="connsiteY77" fmla="*/ 1542521 h 1583140"/>
              <a:gd name="connsiteX78" fmla="*/ 3292707 w 9662615"/>
              <a:gd name="connsiteY78" fmla="*/ 1520490 h 1583140"/>
              <a:gd name="connsiteX79" fmla="*/ 3187872 w 9662615"/>
              <a:gd name="connsiteY79" fmla="*/ 1519991 h 1583140"/>
              <a:gd name="connsiteX80" fmla="*/ 3148026 w 9662615"/>
              <a:gd name="connsiteY80" fmla="*/ 1524777 h 1583140"/>
              <a:gd name="connsiteX81" fmla="*/ 3092394 w 9662615"/>
              <a:gd name="connsiteY81" fmla="*/ 1528115 h 1583140"/>
              <a:gd name="connsiteX82" fmla="*/ 2994200 w 9662615"/>
              <a:gd name="connsiteY82" fmla="*/ 1537857 h 1583140"/>
              <a:gd name="connsiteX83" fmla="*/ 2862301 w 9662615"/>
              <a:gd name="connsiteY83" fmla="*/ 1544250 h 1583140"/>
              <a:gd name="connsiteX84" fmla="*/ 2766335 w 9662615"/>
              <a:gd name="connsiteY84" fmla="*/ 1527662 h 1583140"/>
              <a:gd name="connsiteX85" fmla="*/ 2757836 w 9662615"/>
              <a:gd name="connsiteY85" fmla="*/ 1531371 h 1583140"/>
              <a:gd name="connsiteX86" fmla="*/ 2691555 w 9662615"/>
              <a:gd name="connsiteY86" fmla="*/ 1530283 h 1583140"/>
              <a:gd name="connsiteX87" fmla="*/ 2491676 w 9662615"/>
              <a:gd name="connsiteY87" fmla="*/ 1500859 h 1583140"/>
              <a:gd name="connsiteX88" fmla="*/ 2378036 w 9662615"/>
              <a:gd name="connsiteY88" fmla="*/ 1520645 h 1583140"/>
              <a:gd name="connsiteX89" fmla="*/ 2284269 w 9662615"/>
              <a:gd name="connsiteY89" fmla="*/ 1503068 h 1583140"/>
              <a:gd name="connsiteX90" fmla="*/ 2207104 w 9662615"/>
              <a:gd name="connsiteY90" fmla="*/ 1508888 h 1583140"/>
              <a:gd name="connsiteX91" fmla="*/ 2149226 w 9662615"/>
              <a:gd name="connsiteY91" fmla="*/ 1523409 h 1583140"/>
              <a:gd name="connsiteX92" fmla="*/ 2084783 w 9662615"/>
              <a:gd name="connsiteY92" fmla="*/ 1524245 h 1583140"/>
              <a:gd name="connsiteX93" fmla="*/ 2070075 w 9662615"/>
              <a:gd name="connsiteY93" fmla="*/ 1511285 h 1583140"/>
              <a:gd name="connsiteX94" fmla="*/ 2001057 w 9662615"/>
              <a:gd name="connsiteY94" fmla="*/ 1516449 h 1583140"/>
              <a:gd name="connsiteX95" fmla="*/ 1896330 w 9662615"/>
              <a:gd name="connsiteY95" fmla="*/ 1525725 h 1583140"/>
              <a:gd name="connsiteX96" fmla="*/ 1835994 w 9662615"/>
              <a:gd name="connsiteY96" fmla="*/ 1527678 h 1583140"/>
              <a:gd name="connsiteX97" fmla="*/ 1671119 w 9662615"/>
              <a:gd name="connsiteY97" fmla="*/ 1536701 h 1583140"/>
              <a:gd name="connsiteX98" fmla="*/ 1601337 w 9662615"/>
              <a:gd name="connsiteY98" fmla="*/ 1548552 h 1583140"/>
              <a:gd name="connsiteX99" fmla="*/ 1407755 w 9662615"/>
              <a:gd name="connsiteY99" fmla="*/ 1571444 h 1583140"/>
              <a:gd name="connsiteX100" fmla="*/ 1271994 w 9662615"/>
              <a:gd name="connsiteY100" fmla="*/ 1579471 h 1583140"/>
              <a:gd name="connsiteX101" fmla="*/ 1249226 w 9662615"/>
              <a:gd name="connsiteY101" fmla="*/ 1583140 h 1583140"/>
              <a:gd name="connsiteX102" fmla="*/ 1217719 w 9662615"/>
              <a:gd name="connsiteY102" fmla="*/ 1580863 h 1583140"/>
              <a:gd name="connsiteX103" fmla="*/ 1091432 w 9662615"/>
              <a:gd name="connsiteY103" fmla="*/ 1571003 h 1583140"/>
              <a:gd name="connsiteX104" fmla="*/ 992039 w 9662615"/>
              <a:gd name="connsiteY104" fmla="*/ 1556662 h 1583140"/>
              <a:gd name="connsiteX105" fmla="*/ 868264 w 9662615"/>
              <a:gd name="connsiteY105" fmla="*/ 1566392 h 1583140"/>
              <a:gd name="connsiteX106" fmla="*/ 792765 w 9662615"/>
              <a:gd name="connsiteY106" fmla="*/ 1563102 h 1583140"/>
              <a:gd name="connsiteX107" fmla="*/ 669055 w 9662615"/>
              <a:gd name="connsiteY107" fmla="*/ 1543638 h 1583140"/>
              <a:gd name="connsiteX108" fmla="*/ 506152 w 9662615"/>
              <a:gd name="connsiteY108" fmla="*/ 1549124 h 1583140"/>
              <a:gd name="connsiteX109" fmla="*/ 472797 w 9662615"/>
              <a:gd name="connsiteY109" fmla="*/ 1568904 h 1583140"/>
              <a:gd name="connsiteX110" fmla="*/ 427864 w 9662615"/>
              <a:gd name="connsiteY110" fmla="*/ 1580848 h 1583140"/>
              <a:gd name="connsiteX111" fmla="*/ 408381 w 9662615"/>
              <a:gd name="connsiteY111" fmla="*/ 1552940 h 1583140"/>
              <a:gd name="connsiteX112" fmla="*/ 267163 w 9662615"/>
              <a:gd name="connsiteY112" fmla="*/ 1531913 h 1583140"/>
              <a:gd name="connsiteX113" fmla="*/ 196644 w 9662615"/>
              <a:gd name="connsiteY113" fmla="*/ 1524565 h 1583140"/>
              <a:gd name="connsiteX114" fmla="*/ 86819 w 9662615"/>
              <a:gd name="connsiteY114" fmla="*/ 1519517 h 1583140"/>
              <a:gd name="connsiteX115" fmla="*/ 53369 w 9662615"/>
              <a:gd name="connsiteY115" fmla="*/ 1516853 h 1583140"/>
              <a:gd name="connsiteX116" fmla="*/ 2359 w 9662615"/>
              <a:gd name="connsiteY116" fmla="*/ 1515247 h 1583140"/>
              <a:gd name="connsiteX117" fmla="*/ 0 w 9662615"/>
              <a:gd name="connsiteY117" fmla="*/ 1514932 h 1583140"/>
              <a:gd name="connsiteX118" fmla="*/ 0 w 9662615"/>
              <a:gd name="connsiteY118" fmla="*/ 0 h 1583140"/>
              <a:gd name="connsiteX0" fmla="*/ 0 w 9662615"/>
              <a:gd name="connsiteY0" fmla="*/ 0 h 1583140"/>
              <a:gd name="connsiteX1" fmla="*/ 9662615 w 9662615"/>
              <a:gd name="connsiteY1" fmla="*/ 0 h 1583140"/>
              <a:gd name="connsiteX2" fmla="*/ 9662615 w 9662615"/>
              <a:gd name="connsiteY2" fmla="*/ 1280346 h 1583140"/>
              <a:gd name="connsiteX3" fmla="*/ 9658420 w 9662615"/>
              <a:gd name="connsiteY3" fmla="*/ 1280106 h 1583140"/>
              <a:gd name="connsiteX4" fmla="*/ 9469546 w 9662615"/>
              <a:gd name="connsiteY4" fmla="*/ 1289837 h 1583140"/>
              <a:gd name="connsiteX5" fmla="*/ 9385895 w 9662615"/>
              <a:gd name="connsiteY5" fmla="*/ 1269203 h 1583140"/>
              <a:gd name="connsiteX6" fmla="*/ 9144767 w 9662615"/>
              <a:gd name="connsiteY6" fmla="*/ 1264120 h 1583140"/>
              <a:gd name="connsiteX7" fmla="*/ 8837252 w 9662615"/>
              <a:gd name="connsiteY7" fmla="*/ 1350515 h 1583140"/>
              <a:gd name="connsiteX8" fmla="*/ 8705466 w 9662615"/>
              <a:gd name="connsiteY8" fmla="*/ 1342419 h 1583140"/>
              <a:gd name="connsiteX9" fmla="*/ 8652221 w 9662615"/>
              <a:gd name="connsiteY9" fmla="*/ 1326906 h 1583140"/>
              <a:gd name="connsiteX10" fmla="*/ 8632312 w 9662615"/>
              <a:gd name="connsiteY10" fmla="*/ 1326025 h 1583140"/>
              <a:gd name="connsiteX11" fmla="*/ 8591582 w 9662615"/>
              <a:gd name="connsiteY11" fmla="*/ 1341666 h 1583140"/>
              <a:gd name="connsiteX12" fmla="*/ 8537336 w 9662615"/>
              <a:gd name="connsiteY12" fmla="*/ 1341684 h 1583140"/>
              <a:gd name="connsiteX13" fmla="*/ 8472508 w 9662615"/>
              <a:gd name="connsiteY13" fmla="*/ 1363109 h 1583140"/>
              <a:gd name="connsiteX14" fmla="*/ 8278355 w 9662615"/>
              <a:gd name="connsiteY14" fmla="*/ 1386569 h 1583140"/>
              <a:gd name="connsiteX15" fmla="*/ 8197961 w 9662615"/>
              <a:gd name="connsiteY15" fmla="*/ 1392804 h 1583140"/>
              <a:gd name="connsiteX16" fmla="*/ 8171196 w 9662615"/>
              <a:gd name="connsiteY16" fmla="*/ 1397216 h 1583140"/>
              <a:gd name="connsiteX17" fmla="*/ 8087910 w 9662615"/>
              <a:gd name="connsiteY17" fmla="*/ 1386449 h 1583140"/>
              <a:gd name="connsiteX18" fmla="*/ 7974579 w 9662615"/>
              <a:gd name="connsiteY18" fmla="*/ 1383439 h 1583140"/>
              <a:gd name="connsiteX19" fmla="*/ 7768351 w 9662615"/>
              <a:gd name="connsiteY19" fmla="*/ 1395051 h 1583140"/>
              <a:gd name="connsiteX20" fmla="*/ 7635985 w 9662615"/>
              <a:gd name="connsiteY20" fmla="*/ 1386363 h 1583140"/>
              <a:gd name="connsiteX21" fmla="*/ 7466069 w 9662615"/>
              <a:gd name="connsiteY21" fmla="*/ 1377654 h 1583140"/>
              <a:gd name="connsiteX22" fmla="*/ 7355642 w 9662615"/>
              <a:gd name="connsiteY22" fmla="*/ 1407761 h 1583140"/>
              <a:gd name="connsiteX23" fmla="*/ 7215220 w 9662615"/>
              <a:gd name="connsiteY23" fmla="*/ 1397856 h 1583140"/>
              <a:gd name="connsiteX24" fmla="*/ 7082147 w 9662615"/>
              <a:gd name="connsiteY24" fmla="*/ 1406113 h 1583140"/>
              <a:gd name="connsiteX25" fmla="*/ 6987129 w 9662615"/>
              <a:gd name="connsiteY25" fmla="*/ 1404834 h 1583140"/>
              <a:gd name="connsiteX26" fmla="*/ 6907567 w 9662615"/>
              <a:gd name="connsiteY26" fmla="*/ 1419149 h 1583140"/>
              <a:gd name="connsiteX27" fmla="*/ 6748428 w 9662615"/>
              <a:gd name="connsiteY27" fmla="*/ 1420308 h 1583140"/>
              <a:gd name="connsiteX28" fmla="*/ 6654257 w 9662615"/>
              <a:gd name="connsiteY28" fmla="*/ 1424143 h 1583140"/>
              <a:gd name="connsiteX29" fmla="*/ 6620123 w 9662615"/>
              <a:gd name="connsiteY29" fmla="*/ 1430535 h 1583140"/>
              <a:gd name="connsiteX30" fmla="*/ 6571355 w 9662615"/>
              <a:gd name="connsiteY30" fmla="*/ 1436144 h 1583140"/>
              <a:gd name="connsiteX31" fmla="*/ 6486557 w 9662615"/>
              <a:gd name="connsiteY31" fmla="*/ 1449861 h 1583140"/>
              <a:gd name="connsiteX32" fmla="*/ 6370419 w 9662615"/>
              <a:gd name="connsiteY32" fmla="*/ 1461649 h 1583140"/>
              <a:gd name="connsiteX33" fmla="*/ 6278839 w 9662615"/>
              <a:gd name="connsiteY33" fmla="*/ 1449160 h 1583140"/>
              <a:gd name="connsiteX34" fmla="*/ 6272455 w 9662615"/>
              <a:gd name="connsiteY34" fmla="*/ 1453191 h 1583140"/>
              <a:gd name="connsiteX35" fmla="*/ 6212659 w 9662615"/>
              <a:gd name="connsiteY35" fmla="*/ 1454850 h 1583140"/>
              <a:gd name="connsiteX36" fmla="*/ 6069317 w 9662615"/>
              <a:gd name="connsiteY36" fmla="*/ 1445838 h 1583140"/>
              <a:gd name="connsiteX37" fmla="*/ 5878477 w 9662615"/>
              <a:gd name="connsiteY37" fmla="*/ 1439180 h 1583140"/>
              <a:gd name="connsiteX38" fmla="*/ 5838387 w 9662615"/>
              <a:gd name="connsiteY38" fmla="*/ 1444679 h 1583140"/>
              <a:gd name="connsiteX39" fmla="*/ 5771136 w 9662615"/>
              <a:gd name="connsiteY39" fmla="*/ 1453639 h 1583140"/>
              <a:gd name="connsiteX40" fmla="*/ 5724081 w 9662615"/>
              <a:gd name="connsiteY40" fmla="*/ 1470431 h 1583140"/>
              <a:gd name="connsiteX41" fmla="*/ 5666577 w 9662615"/>
              <a:gd name="connsiteY41" fmla="*/ 1473921 h 1583140"/>
              <a:gd name="connsiteX42" fmla="*/ 5649068 w 9662615"/>
              <a:gd name="connsiteY42" fmla="*/ 1461676 h 1583140"/>
              <a:gd name="connsiteX43" fmla="*/ 5588902 w 9662615"/>
              <a:gd name="connsiteY43" fmla="*/ 1469647 h 1583140"/>
              <a:gd name="connsiteX44" fmla="*/ 5498090 w 9662615"/>
              <a:gd name="connsiteY44" fmla="*/ 1483173 h 1583140"/>
              <a:gd name="connsiteX45" fmla="*/ 5444641 w 9662615"/>
              <a:gd name="connsiteY45" fmla="*/ 1487602 h 1583140"/>
              <a:gd name="connsiteX46" fmla="*/ 5299812 w 9662615"/>
              <a:gd name="connsiteY46" fmla="*/ 1503362 h 1583140"/>
              <a:gd name="connsiteX47" fmla="*/ 5245752 w 9662615"/>
              <a:gd name="connsiteY47" fmla="*/ 1520612 h 1583140"/>
              <a:gd name="connsiteX48" fmla="*/ 5177807 w 9662615"/>
              <a:gd name="connsiteY48" fmla="*/ 1526802 h 1583140"/>
              <a:gd name="connsiteX49" fmla="*/ 5113910 w 9662615"/>
              <a:gd name="connsiteY49" fmla="*/ 1533205 h 1583140"/>
              <a:gd name="connsiteX50" fmla="*/ 5059484 w 9662615"/>
              <a:gd name="connsiteY50" fmla="*/ 1546802 h 1583140"/>
              <a:gd name="connsiteX51" fmla="*/ 5038524 w 9662615"/>
              <a:gd name="connsiteY51" fmla="*/ 1545675 h 1583140"/>
              <a:gd name="connsiteX52" fmla="*/ 5026564 w 9662615"/>
              <a:gd name="connsiteY52" fmla="*/ 1545376 h 1583140"/>
              <a:gd name="connsiteX53" fmla="*/ 4969433 w 9662615"/>
              <a:gd name="connsiteY53" fmla="*/ 1550865 h 1583140"/>
              <a:gd name="connsiteX54" fmla="*/ 4929254 w 9662615"/>
              <a:gd name="connsiteY54" fmla="*/ 1563452 h 1583140"/>
              <a:gd name="connsiteX55" fmla="*/ 4871726 w 9662615"/>
              <a:gd name="connsiteY55" fmla="*/ 1570584 h 1583140"/>
              <a:gd name="connsiteX56" fmla="*/ 4843267 w 9662615"/>
              <a:gd name="connsiteY56" fmla="*/ 1561459 h 1583140"/>
              <a:gd name="connsiteX57" fmla="*/ 4821058 w 9662615"/>
              <a:gd name="connsiteY57" fmla="*/ 1553078 h 1583140"/>
              <a:gd name="connsiteX58" fmla="*/ 4791466 w 9662615"/>
              <a:gd name="connsiteY58" fmla="*/ 1561324 h 1583140"/>
              <a:gd name="connsiteX59" fmla="*/ 4784247 w 9662615"/>
              <a:gd name="connsiteY59" fmla="*/ 1562342 h 1583140"/>
              <a:gd name="connsiteX60" fmla="*/ 4739309 w 9662615"/>
              <a:gd name="connsiteY60" fmla="*/ 1553948 h 1583140"/>
              <a:gd name="connsiteX61" fmla="*/ 4697562 w 9662615"/>
              <a:gd name="connsiteY61" fmla="*/ 1551206 h 1583140"/>
              <a:gd name="connsiteX62" fmla="*/ 4650737 w 9662615"/>
              <a:gd name="connsiteY62" fmla="*/ 1537381 h 1583140"/>
              <a:gd name="connsiteX63" fmla="*/ 4583150 w 9662615"/>
              <a:gd name="connsiteY63" fmla="*/ 1529064 h 1583140"/>
              <a:gd name="connsiteX64" fmla="*/ 4521734 w 9662615"/>
              <a:gd name="connsiteY64" fmla="*/ 1529359 h 1583140"/>
              <a:gd name="connsiteX65" fmla="*/ 4382398 w 9662615"/>
              <a:gd name="connsiteY65" fmla="*/ 1534108 h 1583140"/>
              <a:gd name="connsiteX66" fmla="*/ 4221826 w 9662615"/>
              <a:gd name="connsiteY66" fmla="*/ 1500972 h 1583140"/>
              <a:gd name="connsiteX67" fmla="*/ 4096601 w 9662615"/>
              <a:gd name="connsiteY67" fmla="*/ 1521563 h 1583140"/>
              <a:gd name="connsiteX68" fmla="*/ 4002441 w 9662615"/>
              <a:gd name="connsiteY68" fmla="*/ 1528912 h 1583140"/>
              <a:gd name="connsiteX69" fmla="*/ 3833906 w 9662615"/>
              <a:gd name="connsiteY69" fmla="*/ 1516637 h 1583140"/>
              <a:gd name="connsiteX70" fmla="*/ 3763845 w 9662615"/>
              <a:gd name="connsiteY70" fmla="*/ 1501782 h 1583140"/>
              <a:gd name="connsiteX71" fmla="*/ 3641778 w 9662615"/>
              <a:gd name="connsiteY71" fmla="*/ 1505446 h 1583140"/>
              <a:gd name="connsiteX72" fmla="*/ 3565233 w 9662615"/>
              <a:gd name="connsiteY72" fmla="*/ 1515122 h 1583140"/>
              <a:gd name="connsiteX73" fmla="*/ 3560267 w 9662615"/>
              <a:gd name="connsiteY73" fmla="*/ 1516288 h 1583140"/>
              <a:gd name="connsiteX74" fmla="*/ 3540258 w 9662615"/>
              <a:gd name="connsiteY74" fmla="*/ 1516976 h 1583140"/>
              <a:gd name="connsiteX75" fmla="*/ 3534780 w 9662615"/>
              <a:gd name="connsiteY75" fmla="*/ 1522141 h 1583140"/>
              <a:gd name="connsiteX76" fmla="*/ 3504783 w 9662615"/>
              <a:gd name="connsiteY76" fmla="*/ 1526739 h 1583140"/>
              <a:gd name="connsiteX77" fmla="*/ 3430805 w 9662615"/>
              <a:gd name="connsiteY77" fmla="*/ 1542521 h 1583140"/>
              <a:gd name="connsiteX78" fmla="*/ 3292707 w 9662615"/>
              <a:gd name="connsiteY78" fmla="*/ 1520490 h 1583140"/>
              <a:gd name="connsiteX79" fmla="*/ 3187872 w 9662615"/>
              <a:gd name="connsiteY79" fmla="*/ 1519991 h 1583140"/>
              <a:gd name="connsiteX80" fmla="*/ 3148026 w 9662615"/>
              <a:gd name="connsiteY80" fmla="*/ 1524777 h 1583140"/>
              <a:gd name="connsiteX81" fmla="*/ 3092394 w 9662615"/>
              <a:gd name="connsiteY81" fmla="*/ 1528115 h 1583140"/>
              <a:gd name="connsiteX82" fmla="*/ 2994200 w 9662615"/>
              <a:gd name="connsiteY82" fmla="*/ 1537857 h 1583140"/>
              <a:gd name="connsiteX83" fmla="*/ 2862301 w 9662615"/>
              <a:gd name="connsiteY83" fmla="*/ 1544250 h 1583140"/>
              <a:gd name="connsiteX84" fmla="*/ 2766335 w 9662615"/>
              <a:gd name="connsiteY84" fmla="*/ 1527662 h 1583140"/>
              <a:gd name="connsiteX85" fmla="*/ 2757836 w 9662615"/>
              <a:gd name="connsiteY85" fmla="*/ 1531371 h 1583140"/>
              <a:gd name="connsiteX86" fmla="*/ 2691555 w 9662615"/>
              <a:gd name="connsiteY86" fmla="*/ 1530283 h 1583140"/>
              <a:gd name="connsiteX87" fmla="*/ 2491676 w 9662615"/>
              <a:gd name="connsiteY87" fmla="*/ 1500859 h 1583140"/>
              <a:gd name="connsiteX88" fmla="*/ 2378036 w 9662615"/>
              <a:gd name="connsiteY88" fmla="*/ 1520645 h 1583140"/>
              <a:gd name="connsiteX89" fmla="*/ 2284269 w 9662615"/>
              <a:gd name="connsiteY89" fmla="*/ 1503068 h 1583140"/>
              <a:gd name="connsiteX90" fmla="*/ 2207104 w 9662615"/>
              <a:gd name="connsiteY90" fmla="*/ 1508888 h 1583140"/>
              <a:gd name="connsiteX91" fmla="*/ 2149226 w 9662615"/>
              <a:gd name="connsiteY91" fmla="*/ 1523409 h 1583140"/>
              <a:gd name="connsiteX92" fmla="*/ 2084783 w 9662615"/>
              <a:gd name="connsiteY92" fmla="*/ 1524245 h 1583140"/>
              <a:gd name="connsiteX93" fmla="*/ 2070075 w 9662615"/>
              <a:gd name="connsiteY93" fmla="*/ 1511285 h 1583140"/>
              <a:gd name="connsiteX94" fmla="*/ 2001057 w 9662615"/>
              <a:gd name="connsiteY94" fmla="*/ 1516449 h 1583140"/>
              <a:gd name="connsiteX95" fmla="*/ 1896330 w 9662615"/>
              <a:gd name="connsiteY95" fmla="*/ 1525725 h 1583140"/>
              <a:gd name="connsiteX96" fmla="*/ 1835994 w 9662615"/>
              <a:gd name="connsiteY96" fmla="*/ 1527678 h 1583140"/>
              <a:gd name="connsiteX97" fmla="*/ 1671119 w 9662615"/>
              <a:gd name="connsiteY97" fmla="*/ 1536701 h 1583140"/>
              <a:gd name="connsiteX98" fmla="*/ 1601337 w 9662615"/>
              <a:gd name="connsiteY98" fmla="*/ 1548552 h 1583140"/>
              <a:gd name="connsiteX99" fmla="*/ 1407755 w 9662615"/>
              <a:gd name="connsiteY99" fmla="*/ 1571444 h 1583140"/>
              <a:gd name="connsiteX100" fmla="*/ 1271994 w 9662615"/>
              <a:gd name="connsiteY100" fmla="*/ 1579471 h 1583140"/>
              <a:gd name="connsiteX101" fmla="*/ 1249226 w 9662615"/>
              <a:gd name="connsiteY101" fmla="*/ 1583140 h 1583140"/>
              <a:gd name="connsiteX102" fmla="*/ 1217719 w 9662615"/>
              <a:gd name="connsiteY102" fmla="*/ 1580863 h 1583140"/>
              <a:gd name="connsiteX103" fmla="*/ 1091432 w 9662615"/>
              <a:gd name="connsiteY103" fmla="*/ 1571003 h 1583140"/>
              <a:gd name="connsiteX104" fmla="*/ 992039 w 9662615"/>
              <a:gd name="connsiteY104" fmla="*/ 1556662 h 1583140"/>
              <a:gd name="connsiteX105" fmla="*/ 868264 w 9662615"/>
              <a:gd name="connsiteY105" fmla="*/ 1566392 h 1583140"/>
              <a:gd name="connsiteX106" fmla="*/ 792765 w 9662615"/>
              <a:gd name="connsiteY106" fmla="*/ 1563102 h 1583140"/>
              <a:gd name="connsiteX107" fmla="*/ 669055 w 9662615"/>
              <a:gd name="connsiteY107" fmla="*/ 1543638 h 1583140"/>
              <a:gd name="connsiteX108" fmla="*/ 506152 w 9662615"/>
              <a:gd name="connsiteY108" fmla="*/ 1549124 h 1583140"/>
              <a:gd name="connsiteX109" fmla="*/ 472797 w 9662615"/>
              <a:gd name="connsiteY109" fmla="*/ 1568904 h 1583140"/>
              <a:gd name="connsiteX110" fmla="*/ 427864 w 9662615"/>
              <a:gd name="connsiteY110" fmla="*/ 1580848 h 1583140"/>
              <a:gd name="connsiteX111" fmla="*/ 408381 w 9662615"/>
              <a:gd name="connsiteY111" fmla="*/ 1552940 h 1583140"/>
              <a:gd name="connsiteX112" fmla="*/ 267163 w 9662615"/>
              <a:gd name="connsiteY112" fmla="*/ 1531913 h 1583140"/>
              <a:gd name="connsiteX113" fmla="*/ 196644 w 9662615"/>
              <a:gd name="connsiteY113" fmla="*/ 1524565 h 1583140"/>
              <a:gd name="connsiteX114" fmla="*/ 86819 w 9662615"/>
              <a:gd name="connsiteY114" fmla="*/ 1519517 h 1583140"/>
              <a:gd name="connsiteX115" fmla="*/ 53369 w 9662615"/>
              <a:gd name="connsiteY115" fmla="*/ 1516853 h 1583140"/>
              <a:gd name="connsiteX116" fmla="*/ 2359 w 9662615"/>
              <a:gd name="connsiteY116" fmla="*/ 1515247 h 1583140"/>
              <a:gd name="connsiteX117" fmla="*/ 0 w 9662615"/>
              <a:gd name="connsiteY117" fmla="*/ 1514932 h 1583140"/>
              <a:gd name="connsiteX118" fmla="*/ 0 w 9662615"/>
              <a:gd name="connsiteY118" fmla="*/ 0 h 1583140"/>
              <a:gd name="connsiteX0" fmla="*/ 0 w 9662615"/>
              <a:gd name="connsiteY0" fmla="*/ 0 h 1583140"/>
              <a:gd name="connsiteX1" fmla="*/ 9662615 w 9662615"/>
              <a:gd name="connsiteY1" fmla="*/ 0 h 1583140"/>
              <a:gd name="connsiteX2" fmla="*/ 9662615 w 9662615"/>
              <a:gd name="connsiteY2" fmla="*/ 1280346 h 1583140"/>
              <a:gd name="connsiteX3" fmla="*/ 9658420 w 9662615"/>
              <a:gd name="connsiteY3" fmla="*/ 1280106 h 1583140"/>
              <a:gd name="connsiteX4" fmla="*/ 9469546 w 9662615"/>
              <a:gd name="connsiteY4" fmla="*/ 1289837 h 1583140"/>
              <a:gd name="connsiteX5" fmla="*/ 9385895 w 9662615"/>
              <a:gd name="connsiteY5" fmla="*/ 1269203 h 1583140"/>
              <a:gd name="connsiteX6" fmla="*/ 9144767 w 9662615"/>
              <a:gd name="connsiteY6" fmla="*/ 1264120 h 1583140"/>
              <a:gd name="connsiteX7" fmla="*/ 8837252 w 9662615"/>
              <a:gd name="connsiteY7" fmla="*/ 1350515 h 1583140"/>
              <a:gd name="connsiteX8" fmla="*/ 8705466 w 9662615"/>
              <a:gd name="connsiteY8" fmla="*/ 1342419 h 1583140"/>
              <a:gd name="connsiteX9" fmla="*/ 8652221 w 9662615"/>
              <a:gd name="connsiteY9" fmla="*/ 1326906 h 1583140"/>
              <a:gd name="connsiteX10" fmla="*/ 8632312 w 9662615"/>
              <a:gd name="connsiteY10" fmla="*/ 1326025 h 1583140"/>
              <a:gd name="connsiteX11" fmla="*/ 8591582 w 9662615"/>
              <a:gd name="connsiteY11" fmla="*/ 1341666 h 1583140"/>
              <a:gd name="connsiteX12" fmla="*/ 8537336 w 9662615"/>
              <a:gd name="connsiteY12" fmla="*/ 1341684 h 1583140"/>
              <a:gd name="connsiteX13" fmla="*/ 8472508 w 9662615"/>
              <a:gd name="connsiteY13" fmla="*/ 1363109 h 1583140"/>
              <a:gd name="connsiteX14" fmla="*/ 8278355 w 9662615"/>
              <a:gd name="connsiteY14" fmla="*/ 1386569 h 1583140"/>
              <a:gd name="connsiteX15" fmla="*/ 8197961 w 9662615"/>
              <a:gd name="connsiteY15" fmla="*/ 1392804 h 1583140"/>
              <a:gd name="connsiteX16" fmla="*/ 8171196 w 9662615"/>
              <a:gd name="connsiteY16" fmla="*/ 1397216 h 1583140"/>
              <a:gd name="connsiteX17" fmla="*/ 8087910 w 9662615"/>
              <a:gd name="connsiteY17" fmla="*/ 1386449 h 1583140"/>
              <a:gd name="connsiteX18" fmla="*/ 7974579 w 9662615"/>
              <a:gd name="connsiteY18" fmla="*/ 1383439 h 1583140"/>
              <a:gd name="connsiteX19" fmla="*/ 7768351 w 9662615"/>
              <a:gd name="connsiteY19" fmla="*/ 1395051 h 1583140"/>
              <a:gd name="connsiteX20" fmla="*/ 7635985 w 9662615"/>
              <a:gd name="connsiteY20" fmla="*/ 1386363 h 1583140"/>
              <a:gd name="connsiteX21" fmla="*/ 7466069 w 9662615"/>
              <a:gd name="connsiteY21" fmla="*/ 1377654 h 1583140"/>
              <a:gd name="connsiteX22" fmla="*/ 7355642 w 9662615"/>
              <a:gd name="connsiteY22" fmla="*/ 1407761 h 1583140"/>
              <a:gd name="connsiteX23" fmla="*/ 7215220 w 9662615"/>
              <a:gd name="connsiteY23" fmla="*/ 1397856 h 1583140"/>
              <a:gd name="connsiteX24" fmla="*/ 7082147 w 9662615"/>
              <a:gd name="connsiteY24" fmla="*/ 1406113 h 1583140"/>
              <a:gd name="connsiteX25" fmla="*/ 6987129 w 9662615"/>
              <a:gd name="connsiteY25" fmla="*/ 1404834 h 1583140"/>
              <a:gd name="connsiteX26" fmla="*/ 6907567 w 9662615"/>
              <a:gd name="connsiteY26" fmla="*/ 1419149 h 1583140"/>
              <a:gd name="connsiteX27" fmla="*/ 6748428 w 9662615"/>
              <a:gd name="connsiteY27" fmla="*/ 1420308 h 1583140"/>
              <a:gd name="connsiteX28" fmla="*/ 6654257 w 9662615"/>
              <a:gd name="connsiteY28" fmla="*/ 1424143 h 1583140"/>
              <a:gd name="connsiteX29" fmla="*/ 6620123 w 9662615"/>
              <a:gd name="connsiteY29" fmla="*/ 1430535 h 1583140"/>
              <a:gd name="connsiteX30" fmla="*/ 6571355 w 9662615"/>
              <a:gd name="connsiteY30" fmla="*/ 1436144 h 1583140"/>
              <a:gd name="connsiteX31" fmla="*/ 6486557 w 9662615"/>
              <a:gd name="connsiteY31" fmla="*/ 1449861 h 1583140"/>
              <a:gd name="connsiteX32" fmla="*/ 6370419 w 9662615"/>
              <a:gd name="connsiteY32" fmla="*/ 1461649 h 1583140"/>
              <a:gd name="connsiteX33" fmla="*/ 6278839 w 9662615"/>
              <a:gd name="connsiteY33" fmla="*/ 1449160 h 1583140"/>
              <a:gd name="connsiteX34" fmla="*/ 6272455 w 9662615"/>
              <a:gd name="connsiteY34" fmla="*/ 1453191 h 1583140"/>
              <a:gd name="connsiteX35" fmla="*/ 6212659 w 9662615"/>
              <a:gd name="connsiteY35" fmla="*/ 1454850 h 1583140"/>
              <a:gd name="connsiteX36" fmla="*/ 6069317 w 9662615"/>
              <a:gd name="connsiteY36" fmla="*/ 1445838 h 1583140"/>
              <a:gd name="connsiteX37" fmla="*/ 5878477 w 9662615"/>
              <a:gd name="connsiteY37" fmla="*/ 1439180 h 1583140"/>
              <a:gd name="connsiteX38" fmla="*/ 5838387 w 9662615"/>
              <a:gd name="connsiteY38" fmla="*/ 1444679 h 1583140"/>
              <a:gd name="connsiteX39" fmla="*/ 5771136 w 9662615"/>
              <a:gd name="connsiteY39" fmla="*/ 1453639 h 1583140"/>
              <a:gd name="connsiteX40" fmla="*/ 5724081 w 9662615"/>
              <a:gd name="connsiteY40" fmla="*/ 1470431 h 1583140"/>
              <a:gd name="connsiteX41" fmla="*/ 5666577 w 9662615"/>
              <a:gd name="connsiteY41" fmla="*/ 1473921 h 1583140"/>
              <a:gd name="connsiteX42" fmla="*/ 5649068 w 9662615"/>
              <a:gd name="connsiteY42" fmla="*/ 1461676 h 1583140"/>
              <a:gd name="connsiteX43" fmla="*/ 5588902 w 9662615"/>
              <a:gd name="connsiteY43" fmla="*/ 1469647 h 1583140"/>
              <a:gd name="connsiteX44" fmla="*/ 5498090 w 9662615"/>
              <a:gd name="connsiteY44" fmla="*/ 1483173 h 1583140"/>
              <a:gd name="connsiteX45" fmla="*/ 5444641 w 9662615"/>
              <a:gd name="connsiteY45" fmla="*/ 1487602 h 1583140"/>
              <a:gd name="connsiteX46" fmla="*/ 5299812 w 9662615"/>
              <a:gd name="connsiteY46" fmla="*/ 1503362 h 1583140"/>
              <a:gd name="connsiteX47" fmla="*/ 5245752 w 9662615"/>
              <a:gd name="connsiteY47" fmla="*/ 1520612 h 1583140"/>
              <a:gd name="connsiteX48" fmla="*/ 5177807 w 9662615"/>
              <a:gd name="connsiteY48" fmla="*/ 1526802 h 1583140"/>
              <a:gd name="connsiteX49" fmla="*/ 5113910 w 9662615"/>
              <a:gd name="connsiteY49" fmla="*/ 1533205 h 1583140"/>
              <a:gd name="connsiteX50" fmla="*/ 5059484 w 9662615"/>
              <a:gd name="connsiteY50" fmla="*/ 1546802 h 1583140"/>
              <a:gd name="connsiteX51" fmla="*/ 5038524 w 9662615"/>
              <a:gd name="connsiteY51" fmla="*/ 1545675 h 1583140"/>
              <a:gd name="connsiteX52" fmla="*/ 5026564 w 9662615"/>
              <a:gd name="connsiteY52" fmla="*/ 1545376 h 1583140"/>
              <a:gd name="connsiteX53" fmla="*/ 4969433 w 9662615"/>
              <a:gd name="connsiteY53" fmla="*/ 1550865 h 1583140"/>
              <a:gd name="connsiteX54" fmla="*/ 4929254 w 9662615"/>
              <a:gd name="connsiteY54" fmla="*/ 1563452 h 1583140"/>
              <a:gd name="connsiteX55" fmla="*/ 4871726 w 9662615"/>
              <a:gd name="connsiteY55" fmla="*/ 1570584 h 1583140"/>
              <a:gd name="connsiteX56" fmla="*/ 4843267 w 9662615"/>
              <a:gd name="connsiteY56" fmla="*/ 1561459 h 1583140"/>
              <a:gd name="connsiteX57" fmla="*/ 4821058 w 9662615"/>
              <a:gd name="connsiteY57" fmla="*/ 1553078 h 1583140"/>
              <a:gd name="connsiteX58" fmla="*/ 4791466 w 9662615"/>
              <a:gd name="connsiteY58" fmla="*/ 1561324 h 1583140"/>
              <a:gd name="connsiteX59" fmla="*/ 4784247 w 9662615"/>
              <a:gd name="connsiteY59" fmla="*/ 1562342 h 1583140"/>
              <a:gd name="connsiteX60" fmla="*/ 4739309 w 9662615"/>
              <a:gd name="connsiteY60" fmla="*/ 1553948 h 1583140"/>
              <a:gd name="connsiteX61" fmla="*/ 4697562 w 9662615"/>
              <a:gd name="connsiteY61" fmla="*/ 1551206 h 1583140"/>
              <a:gd name="connsiteX62" fmla="*/ 4650737 w 9662615"/>
              <a:gd name="connsiteY62" fmla="*/ 1537381 h 1583140"/>
              <a:gd name="connsiteX63" fmla="*/ 4583150 w 9662615"/>
              <a:gd name="connsiteY63" fmla="*/ 1529064 h 1583140"/>
              <a:gd name="connsiteX64" fmla="*/ 4521734 w 9662615"/>
              <a:gd name="connsiteY64" fmla="*/ 1529359 h 1583140"/>
              <a:gd name="connsiteX65" fmla="*/ 4382398 w 9662615"/>
              <a:gd name="connsiteY65" fmla="*/ 1534108 h 1583140"/>
              <a:gd name="connsiteX66" fmla="*/ 4221826 w 9662615"/>
              <a:gd name="connsiteY66" fmla="*/ 1500972 h 1583140"/>
              <a:gd name="connsiteX67" fmla="*/ 4096601 w 9662615"/>
              <a:gd name="connsiteY67" fmla="*/ 1521563 h 1583140"/>
              <a:gd name="connsiteX68" fmla="*/ 4002441 w 9662615"/>
              <a:gd name="connsiteY68" fmla="*/ 1528912 h 1583140"/>
              <a:gd name="connsiteX69" fmla="*/ 3833906 w 9662615"/>
              <a:gd name="connsiteY69" fmla="*/ 1516637 h 1583140"/>
              <a:gd name="connsiteX70" fmla="*/ 3763845 w 9662615"/>
              <a:gd name="connsiteY70" fmla="*/ 1501782 h 1583140"/>
              <a:gd name="connsiteX71" fmla="*/ 3641778 w 9662615"/>
              <a:gd name="connsiteY71" fmla="*/ 1505446 h 1583140"/>
              <a:gd name="connsiteX72" fmla="*/ 3565233 w 9662615"/>
              <a:gd name="connsiteY72" fmla="*/ 1515122 h 1583140"/>
              <a:gd name="connsiteX73" fmla="*/ 3560267 w 9662615"/>
              <a:gd name="connsiteY73" fmla="*/ 1516288 h 1583140"/>
              <a:gd name="connsiteX74" fmla="*/ 3540258 w 9662615"/>
              <a:gd name="connsiteY74" fmla="*/ 1516976 h 1583140"/>
              <a:gd name="connsiteX75" fmla="*/ 3534780 w 9662615"/>
              <a:gd name="connsiteY75" fmla="*/ 1522141 h 1583140"/>
              <a:gd name="connsiteX76" fmla="*/ 3504783 w 9662615"/>
              <a:gd name="connsiteY76" fmla="*/ 1526739 h 1583140"/>
              <a:gd name="connsiteX77" fmla="*/ 3430805 w 9662615"/>
              <a:gd name="connsiteY77" fmla="*/ 1542521 h 1583140"/>
              <a:gd name="connsiteX78" fmla="*/ 3292707 w 9662615"/>
              <a:gd name="connsiteY78" fmla="*/ 1520490 h 1583140"/>
              <a:gd name="connsiteX79" fmla="*/ 3187872 w 9662615"/>
              <a:gd name="connsiteY79" fmla="*/ 1519991 h 1583140"/>
              <a:gd name="connsiteX80" fmla="*/ 3148026 w 9662615"/>
              <a:gd name="connsiteY80" fmla="*/ 1524777 h 1583140"/>
              <a:gd name="connsiteX81" fmla="*/ 3092394 w 9662615"/>
              <a:gd name="connsiteY81" fmla="*/ 1528115 h 1583140"/>
              <a:gd name="connsiteX82" fmla="*/ 2994200 w 9662615"/>
              <a:gd name="connsiteY82" fmla="*/ 1537857 h 1583140"/>
              <a:gd name="connsiteX83" fmla="*/ 2862301 w 9662615"/>
              <a:gd name="connsiteY83" fmla="*/ 1544250 h 1583140"/>
              <a:gd name="connsiteX84" fmla="*/ 2766335 w 9662615"/>
              <a:gd name="connsiteY84" fmla="*/ 1527662 h 1583140"/>
              <a:gd name="connsiteX85" fmla="*/ 2757836 w 9662615"/>
              <a:gd name="connsiteY85" fmla="*/ 1531371 h 1583140"/>
              <a:gd name="connsiteX86" fmla="*/ 2691555 w 9662615"/>
              <a:gd name="connsiteY86" fmla="*/ 1530283 h 1583140"/>
              <a:gd name="connsiteX87" fmla="*/ 2491676 w 9662615"/>
              <a:gd name="connsiteY87" fmla="*/ 1500859 h 1583140"/>
              <a:gd name="connsiteX88" fmla="*/ 2378036 w 9662615"/>
              <a:gd name="connsiteY88" fmla="*/ 1520645 h 1583140"/>
              <a:gd name="connsiteX89" fmla="*/ 2284269 w 9662615"/>
              <a:gd name="connsiteY89" fmla="*/ 1503068 h 1583140"/>
              <a:gd name="connsiteX90" fmla="*/ 2207104 w 9662615"/>
              <a:gd name="connsiteY90" fmla="*/ 1508888 h 1583140"/>
              <a:gd name="connsiteX91" fmla="*/ 2149226 w 9662615"/>
              <a:gd name="connsiteY91" fmla="*/ 1523409 h 1583140"/>
              <a:gd name="connsiteX92" fmla="*/ 2084783 w 9662615"/>
              <a:gd name="connsiteY92" fmla="*/ 1524245 h 1583140"/>
              <a:gd name="connsiteX93" fmla="*/ 2070075 w 9662615"/>
              <a:gd name="connsiteY93" fmla="*/ 1511285 h 1583140"/>
              <a:gd name="connsiteX94" fmla="*/ 2001057 w 9662615"/>
              <a:gd name="connsiteY94" fmla="*/ 1516449 h 1583140"/>
              <a:gd name="connsiteX95" fmla="*/ 1896330 w 9662615"/>
              <a:gd name="connsiteY95" fmla="*/ 1525725 h 1583140"/>
              <a:gd name="connsiteX96" fmla="*/ 1835994 w 9662615"/>
              <a:gd name="connsiteY96" fmla="*/ 1527678 h 1583140"/>
              <a:gd name="connsiteX97" fmla="*/ 1671119 w 9662615"/>
              <a:gd name="connsiteY97" fmla="*/ 1536701 h 1583140"/>
              <a:gd name="connsiteX98" fmla="*/ 1601337 w 9662615"/>
              <a:gd name="connsiteY98" fmla="*/ 1548552 h 1583140"/>
              <a:gd name="connsiteX99" fmla="*/ 1407755 w 9662615"/>
              <a:gd name="connsiteY99" fmla="*/ 1571444 h 1583140"/>
              <a:gd name="connsiteX100" fmla="*/ 1271994 w 9662615"/>
              <a:gd name="connsiteY100" fmla="*/ 1579471 h 1583140"/>
              <a:gd name="connsiteX101" fmla="*/ 1249226 w 9662615"/>
              <a:gd name="connsiteY101" fmla="*/ 1583140 h 1583140"/>
              <a:gd name="connsiteX102" fmla="*/ 1217719 w 9662615"/>
              <a:gd name="connsiteY102" fmla="*/ 1580863 h 1583140"/>
              <a:gd name="connsiteX103" fmla="*/ 1091432 w 9662615"/>
              <a:gd name="connsiteY103" fmla="*/ 1571003 h 1583140"/>
              <a:gd name="connsiteX104" fmla="*/ 992039 w 9662615"/>
              <a:gd name="connsiteY104" fmla="*/ 1556662 h 1583140"/>
              <a:gd name="connsiteX105" fmla="*/ 868264 w 9662615"/>
              <a:gd name="connsiteY105" fmla="*/ 1566392 h 1583140"/>
              <a:gd name="connsiteX106" fmla="*/ 792765 w 9662615"/>
              <a:gd name="connsiteY106" fmla="*/ 1563102 h 1583140"/>
              <a:gd name="connsiteX107" fmla="*/ 669055 w 9662615"/>
              <a:gd name="connsiteY107" fmla="*/ 1543638 h 1583140"/>
              <a:gd name="connsiteX108" fmla="*/ 506152 w 9662615"/>
              <a:gd name="connsiteY108" fmla="*/ 1549124 h 1583140"/>
              <a:gd name="connsiteX109" fmla="*/ 472797 w 9662615"/>
              <a:gd name="connsiteY109" fmla="*/ 1568904 h 1583140"/>
              <a:gd name="connsiteX110" fmla="*/ 427864 w 9662615"/>
              <a:gd name="connsiteY110" fmla="*/ 1580848 h 1583140"/>
              <a:gd name="connsiteX111" fmla="*/ 408381 w 9662615"/>
              <a:gd name="connsiteY111" fmla="*/ 1552940 h 1583140"/>
              <a:gd name="connsiteX112" fmla="*/ 267163 w 9662615"/>
              <a:gd name="connsiteY112" fmla="*/ 1531913 h 1583140"/>
              <a:gd name="connsiteX113" fmla="*/ 196644 w 9662615"/>
              <a:gd name="connsiteY113" fmla="*/ 1524565 h 1583140"/>
              <a:gd name="connsiteX114" fmla="*/ 86819 w 9662615"/>
              <a:gd name="connsiteY114" fmla="*/ 1519517 h 1583140"/>
              <a:gd name="connsiteX115" fmla="*/ 53369 w 9662615"/>
              <a:gd name="connsiteY115" fmla="*/ 1516853 h 1583140"/>
              <a:gd name="connsiteX116" fmla="*/ 2359 w 9662615"/>
              <a:gd name="connsiteY116" fmla="*/ 1515247 h 1583140"/>
              <a:gd name="connsiteX117" fmla="*/ 0 w 9662615"/>
              <a:gd name="connsiteY117" fmla="*/ 1514932 h 1583140"/>
              <a:gd name="connsiteX118" fmla="*/ 0 w 9662615"/>
              <a:gd name="connsiteY118" fmla="*/ 0 h 1583140"/>
              <a:gd name="connsiteX0" fmla="*/ 0 w 9662615"/>
              <a:gd name="connsiteY0" fmla="*/ 0 h 1583140"/>
              <a:gd name="connsiteX1" fmla="*/ 9662615 w 9662615"/>
              <a:gd name="connsiteY1" fmla="*/ 0 h 1583140"/>
              <a:gd name="connsiteX2" fmla="*/ 9662615 w 9662615"/>
              <a:gd name="connsiteY2" fmla="*/ 1280346 h 1583140"/>
              <a:gd name="connsiteX3" fmla="*/ 9658420 w 9662615"/>
              <a:gd name="connsiteY3" fmla="*/ 1280106 h 1583140"/>
              <a:gd name="connsiteX4" fmla="*/ 9469546 w 9662615"/>
              <a:gd name="connsiteY4" fmla="*/ 1289837 h 1583140"/>
              <a:gd name="connsiteX5" fmla="*/ 9385895 w 9662615"/>
              <a:gd name="connsiteY5" fmla="*/ 1269203 h 1583140"/>
              <a:gd name="connsiteX6" fmla="*/ 9144767 w 9662615"/>
              <a:gd name="connsiteY6" fmla="*/ 1264120 h 1583140"/>
              <a:gd name="connsiteX7" fmla="*/ 8976400 w 9662615"/>
              <a:gd name="connsiteY7" fmla="*/ 1326661 h 1583140"/>
              <a:gd name="connsiteX8" fmla="*/ 8705466 w 9662615"/>
              <a:gd name="connsiteY8" fmla="*/ 1342419 h 1583140"/>
              <a:gd name="connsiteX9" fmla="*/ 8652221 w 9662615"/>
              <a:gd name="connsiteY9" fmla="*/ 1326906 h 1583140"/>
              <a:gd name="connsiteX10" fmla="*/ 8632312 w 9662615"/>
              <a:gd name="connsiteY10" fmla="*/ 1326025 h 1583140"/>
              <a:gd name="connsiteX11" fmla="*/ 8591582 w 9662615"/>
              <a:gd name="connsiteY11" fmla="*/ 1341666 h 1583140"/>
              <a:gd name="connsiteX12" fmla="*/ 8537336 w 9662615"/>
              <a:gd name="connsiteY12" fmla="*/ 1341684 h 1583140"/>
              <a:gd name="connsiteX13" fmla="*/ 8472508 w 9662615"/>
              <a:gd name="connsiteY13" fmla="*/ 1363109 h 1583140"/>
              <a:gd name="connsiteX14" fmla="*/ 8278355 w 9662615"/>
              <a:gd name="connsiteY14" fmla="*/ 1386569 h 1583140"/>
              <a:gd name="connsiteX15" fmla="*/ 8197961 w 9662615"/>
              <a:gd name="connsiteY15" fmla="*/ 1392804 h 1583140"/>
              <a:gd name="connsiteX16" fmla="*/ 8171196 w 9662615"/>
              <a:gd name="connsiteY16" fmla="*/ 1397216 h 1583140"/>
              <a:gd name="connsiteX17" fmla="*/ 8087910 w 9662615"/>
              <a:gd name="connsiteY17" fmla="*/ 1386449 h 1583140"/>
              <a:gd name="connsiteX18" fmla="*/ 7974579 w 9662615"/>
              <a:gd name="connsiteY18" fmla="*/ 1383439 h 1583140"/>
              <a:gd name="connsiteX19" fmla="*/ 7768351 w 9662615"/>
              <a:gd name="connsiteY19" fmla="*/ 1395051 h 1583140"/>
              <a:gd name="connsiteX20" fmla="*/ 7635985 w 9662615"/>
              <a:gd name="connsiteY20" fmla="*/ 1386363 h 1583140"/>
              <a:gd name="connsiteX21" fmla="*/ 7466069 w 9662615"/>
              <a:gd name="connsiteY21" fmla="*/ 1377654 h 1583140"/>
              <a:gd name="connsiteX22" fmla="*/ 7355642 w 9662615"/>
              <a:gd name="connsiteY22" fmla="*/ 1407761 h 1583140"/>
              <a:gd name="connsiteX23" fmla="*/ 7215220 w 9662615"/>
              <a:gd name="connsiteY23" fmla="*/ 1397856 h 1583140"/>
              <a:gd name="connsiteX24" fmla="*/ 7082147 w 9662615"/>
              <a:gd name="connsiteY24" fmla="*/ 1406113 h 1583140"/>
              <a:gd name="connsiteX25" fmla="*/ 6987129 w 9662615"/>
              <a:gd name="connsiteY25" fmla="*/ 1404834 h 1583140"/>
              <a:gd name="connsiteX26" fmla="*/ 6907567 w 9662615"/>
              <a:gd name="connsiteY26" fmla="*/ 1419149 h 1583140"/>
              <a:gd name="connsiteX27" fmla="*/ 6748428 w 9662615"/>
              <a:gd name="connsiteY27" fmla="*/ 1420308 h 1583140"/>
              <a:gd name="connsiteX28" fmla="*/ 6654257 w 9662615"/>
              <a:gd name="connsiteY28" fmla="*/ 1424143 h 1583140"/>
              <a:gd name="connsiteX29" fmla="*/ 6620123 w 9662615"/>
              <a:gd name="connsiteY29" fmla="*/ 1430535 h 1583140"/>
              <a:gd name="connsiteX30" fmla="*/ 6571355 w 9662615"/>
              <a:gd name="connsiteY30" fmla="*/ 1436144 h 1583140"/>
              <a:gd name="connsiteX31" fmla="*/ 6486557 w 9662615"/>
              <a:gd name="connsiteY31" fmla="*/ 1449861 h 1583140"/>
              <a:gd name="connsiteX32" fmla="*/ 6370419 w 9662615"/>
              <a:gd name="connsiteY32" fmla="*/ 1461649 h 1583140"/>
              <a:gd name="connsiteX33" fmla="*/ 6278839 w 9662615"/>
              <a:gd name="connsiteY33" fmla="*/ 1449160 h 1583140"/>
              <a:gd name="connsiteX34" fmla="*/ 6272455 w 9662615"/>
              <a:gd name="connsiteY34" fmla="*/ 1453191 h 1583140"/>
              <a:gd name="connsiteX35" fmla="*/ 6212659 w 9662615"/>
              <a:gd name="connsiteY35" fmla="*/ 1454850 h 1583140"/>
              <a:gd name="connsiteX36" fmla="*/ 6069317 w 9662615"/>
              <a:gd name="connsiteY36" fmla="*/ 1445838 h 1583140"/>
              <a:gd name="connsiteX37" fmla="*/ 5878477 w 9662615"/>
              <a:gd name="connsiteY37" fmla="*/ 1439180 h 1583140"/>
              <a:gd name="connsiteX38" fmla="*/ 5838387 w 9662615"/>
              <a:gd name="connsiteY38" fmla="*/ 1444679 h 1583140"/>
              <a:gd name="connsiteX39" fmla="*/ 5771136 w 9662615"/>
              <a:gd name="connsiteY39" fmla="*/ 1453639 h 1583140"/>
              <a:gd name="connsiteX40" fmla="*/ 5724081 w 9662615"/>
              <a:gd name="connsiteY40" fmla="*/ 1470431 h 1583140"/>
              <a:gd name="connsiteX41" fmla="*/ 5666577 w 9662615"/>
              <a:gd name="connsiteY41" fmla="*/ 1473921 h 1583140"/>
              <a:gd name="connsiteX42" fmla="*/ 5649068 w 9662615"/>
              <a:gd name="connsiteY42" fmla="*/ 1461676 h 1583140"/>
              <a:gd name="connsiteX43" fmla="*/ 5588902 w 9662615"/>
              <a:gd name="connsiteY43" fmla="*/ 1469647 h 1583140"/>
              <a:gd name="connsiteX44" fmla="*/ 5498090 w 9662615"/>
              <a:gd name="connsiteY44" fmla="*/ 1483173 h 1583140"/>
              <a:gd name="connsiteX45" fmla="*/ 5444641 w 9662615"/>
              <a:gd name="connsiteY45" fmla="*/ 1487602 h 1583140"/>
              <a:gd name="connsiteX46" fmla="*/ 5299812 w 9662615"/>
              <a:gd name="connsiteY46" fmla="*/ 1503362 h 1583140"/>
              <a:gd name="connsiteX47" fmla="*/ 5245752 w 9662615"/>
              <a:gd name="connsiteY47" fmla="*/ 1520612 h 1583140"/>
              <a:gd name="connsiteX48" fmla="*/ 5177807 w 9662615"/>
              <a:gd name="connsiteY48" fmla="*/ 1526802 h 1583140"/>
              <a:gd name="connsiteX49" fmla="*/ 5113910 w 9662615"/>
              <a:gd name="connsiteY49" fmla="*/ 1533205 h 1583140"/>
              <a:gd name="connsiteX50" fmla="*/ 5059484 w 9662615"/>
              <a:gd name="connsiteY50" fmla="*/ 1546802 h 1583140"/>
              <a:gd name="connsiteX51" fmla="*/ 5038524 w 9662615"/>
              <a:gd name="connsiteY51" fmla="*/ 1545675 h 1583140"/>
              <a:gd name="connsiteX52" fmla="*/ 5026564 w 9662615"/>
              <a:gd name="connsiteY52" fmla="*/ 1545376 h 1583140"/>
              <a:gd name="connsiteX53" fmla="*/ 4969433 w 9662615"/>
              <a:gd name="connsiteY53" fmla="*/ 1550865 h 1583140"/>
              <a:gd name="connsiteX54" fmla="*/ 4929254 w 9662615"/>
              <a:gd name="connsiteY54" fmla="*/ 1563452 h 1583140"/>
              <a:gd name="connsiteX55" fmla="*/ 4871726 w 9662615"/>
              <a:gd name="connsiteY55" fmla="*/ 1570584 h 1583140"/>
              <a:gd name="connsiteX56" fmla="*/ 4843267 w 9662615"/>
              <a:gd name="connsiteY56" fmla="*/ 1561459 h 1583140"/>
              <a:gd name="connsiteX57" fmla="*/ 4821058 w 9662615"/>
              <a:gd name="connsiteY57" fmla="*/ 1553078 h 1583140"/>
              <a:gd name="connsiteX58" fmla="*/ 4791466 w 9662615"/>
              <a:gd name="connsiteY58" fmla="*/ 1561324 h 1583140"/>
              <a:gd name="connsiteX59" fmla="*/ 4784247 w 9662615"/>
              <a:gd name="connsiteY59" fmla="*/ 1562342 h 1583140"/>
              <a:gd name="connsiteX60" fmla="*/ 4739309 w 9662615"/>
              <a:gd name="connsiteY60" fmla="*/ 1553948 h 1583140"/>
              <a:gd name="connsiteX61" fmla="*/ 4697562 w 9662615"/>
              <a:gd name="connsiteY61" fmla="*/ 1551206 h 1583140"/>
              <a:gd name="connsiteX62" fmla="*/ 4650737 w 9662615"/>
              <a:gd name="connsiteY62" fmla="*/ 1537381 h 1583140"/>
              <a:gd name="connsiteX63" fmla="*/ 4583150 w 9662615"/>
              <a:gd name="connsiteY63" fmla="*/ 1529064 h 1583140"/>
              <a:gd name="connsiteX64" fmla="*/ 4521734 w 9662615"/>
              <a:gd name="connsiteY64" fmla="*/ 1529359 h 1583140"/>
              <a:gd name="connsiteX65" fmla="*/ 4382398 w 9662615"/>
              <a:gd name="connsiteY65" fmla="*/ 1534108 h 1583140"/>
              <a:gd name="connsiteX66" fmla="*/ 4221826 w 9662615"/>
              <a:gd name="connsiteY66" fmla="*/ 1500972 h 1583140"/>
              <a:gd name="connsiteX67" fmla="*/ 4096601 w 9662615"/>
              <a:gd name="connsiteY67" fmla="*/ 1521563 h 1583140"/>
              <a:gd name="connsiteX68" fmla="*/ 4002441 w 9662615"/>
              <a:gd name="connsiteY68" fmla="*/ 1528912 h 1583140"/>
              <a:gd name="connsiteX69" fmla="*/ 3833906 w 9662615"/>
              <a:gd name="connsiteY69" fmla="*/ 1516637 h 1583140"/>
              <a:gd name="connsiteX70" fmla="*/ 3763845 w 9662615"/>
              <a:gd name="connsiteY70" fmla="*/ 1501782 h 1583140"/>
              <a:gd name="connsiteX71" fmla="*/ 3641778 w 9662615"/>
              <a:gd name="connsiteY71" fmla="*/ 1505446 h 1583140"/>
              <a:gd name="connsiteX72" fmla="*/ 3565233 w 9662615"/>
              <a:gd name="connsiteY72" fmla="*/ 1515122 h 1583140"/>
              <a:gd name="connsiteX73" fmla="*/ 3560267 w 9662615"/>
              <a:gd name="connsiteY73" fmla="*/ 1516288 h 1583140"/>
              <a:gd name="connsiteX74" fmla="*/ 3540258 w 9662615"/>
              <a:gd name="connsiteY74" fmla="*/ 1516976 h 1583140"/>
              <a:gd name="connsiteX75" fmla="*/ 3534780 w 9662615"/>
              <a:gd name="connsiteY75" fmla="*/ 1522141 h 1583140"/>
              <a:gd name="connsiteX76" fmla="*/ 3504783 w 9662615"/>
              <a:gd name="connsiteY76" fmla="*/ 1526739 h 1583140"/>
              <a:gd name="connsiteX77" fmla="*/ 3430805 w 9662615"/>
              <a:gd name="connsiteY77" fmla="*/ 1542521 h 1583140"/>
              <a:gd name="connsiteX78" fmla="*/ 3292707 w 9662615"/>
              <a:gd name="connsiteY78" fmla="*/ 1520490 h 1583140"/>
              <a:gd name="connsiteX79" fmla="*/ 3187872 w 9662615"/>
              <a:gd name="connsiteY79" fmla="*/ 1519991 h 1583140"/>
              <a:gd name="connsiteX80" fmla="*/ 3148026 w 9662615"/>
              <a:gd name="connsiteY80" fmla="*/ 1524777 h 1583140"/>
              <a:gd name="connsiteX81" fmla="*/ 3092394 w 9662615"/>
              <a:gd name="connsiteY81" fmla="*/ 1528115 h 1583140"/>
              <a:gd name="connsiteX82" fmla="*/ 2994200 w 9662615"/>
              <a:gd name="connsiteY82" fmla="*/ 1537857 h 1583140"/>
              <a:gd name="connsiteX83" fmla="*/ 2862301 w 9662615"/>
              <a:gd name="connsiteY83" fmla="*/ 1544250 h 1583140"/>
              <a:gd name="connsiteX84" fmla="*/ 2766335 w 9662615"/>
              <a:gd name="connsiteY84" fmla="*/ 1527662 h 1583140"/>
              <a:gd name="connsiteX85" fmla="*/ 2757836 w 9662615"/>
              <a:gd name="connsiteY85" fmla="*/ 1531371 h 1583140"/>
              <a:gd name="connsiteX86" fmla="*/ 2691555 w 9662615"/>
              <a:gd name="connsiteY86" fmla="*/ 1530283 h 1583140"/>
              <a:gd name="connsiteX87" fmla="*/ 2491676 w 9662615"/>
              <a:gd name="connsiteY87" fmla="*/ 1500859 h 1583140"/>
              <a:gd name="connsiteX88" fmla="*/ 2378036 w 9662615"/>
              <a:gd name="connsiteY88" fmla="*/ 1520645 h 1583140"/>
              <a:gd name="connsiteX89" fmla="*/ 2284269 w 9662615"/>
              <a:gd name="connsiteY89" fmla="*/ 1503068 h 1583140"/>
              <a:gd name="connsiteX90" fmla="*/ 2207104 w 9662615"/>
              <a:gd name="connsiteY90" fmla="*/ 1508888 h 1583140"/>
              <a:gd name="connsiteX91" fmla="*/ 2149226 w 9662615"/>
              <a:gd name="connsiteY91" fmla="*/ 1523409 h 1583140"/>
              <a:gd name="connsiteX92" fmla="*/ 2084783 w 9662615"/>
              <a:gd name="connsiteY92" fmla="*/ 1524245 h 1583140"/>
              <a:gd name="connsiteX93" fmla="*/ 2070075 w 9662615"/>
              <a:gd name="connsiteY93" fmla="*/ 1511285 h 1583140"/>
              <a:gd name="connsiteX94" fmla="*/ 2001057 w 9662615"/>
              <a:gd name="connsiteY94" fmla="*/ 1516449 h 1583140"/>
              <a:gd name="connsiteX95" fmla="*/ 1896330 w 9662615"/>
              <a:gd name="connsiteY95" fmla="*/ 1525725 h 1583140"/>
              <a:gd name="connsiteX96" fmla="*/ 1835994 w 9662615"/>
              <a:gd name="connsiteY96" fmla="*/ 1527678 h 1583140"/>
              <a:gd name="connsiteX97" fmla="*/ 1671119 w 9662615"/>
              <a:gd name="connsiteY97" fmla="*/ 1536701 h 1583140"/>
              <a:gd name="connsiteX98" fmla="*/ 1601337 w 9662615"/>
              <a:gd name="connsiteY98" fmla="*/ 1548552 h 1583140"/>
              <a:gd name="connsiteX99" fmla="*/ 1407755 w 9662615"/>
              <a:gd name="connsiteY99" fmla="*/ 1571444 h 1583140"/>
              <a:gd name="connsiteX100" fmla="*/ 1271994 w 9662615"/>
              <a:gd name="connsiteY100" fmla="*/ 1579471 h 1583140"/>
              <a:gd name="connsiteX101" fmla="*/ 1249226 w 9662615"/>
              <a:gd name="connsiteY101" fmla="*/ 1583140 h 1583140"/>
              <a:gd name="connsiteX102" fmla="*/ 1217719 w 9662615"/>
              <a:gd name="connsiteY102" fmla="*/ 1580863 h 1583140"/>
              <a:gd name="connsiteX103" fmla="*/ 1091432 w 9662615"/>
              <a:gd name="connsiteY103" fmla="*/ 1571003 h 1583140"/>
              <a:gd name="connsiteX104" fmla="*/ 992039 w 9662615"/>
              <a:gd name="connsiteY104" fmla="*/ 1556662 h 1583140"/>
              <a:gd name="connsiteX105" fmla="*/ 868264 w 9662615"/>
              <a:gd name="connsiteY105" fmla="*/ 1566392 h 1583140"/>
              <a:gd name="connsiteX106" fmla="*/ 792765 w 9662615"/>
              <a:gd name="connsiteY106" fmla="*/ 1563102 h 1583140"/>
              <a:gd name="connsiteX107" fmla="*/ 669055 w 9662615"/>
              <a:gd name="connsiteY107" fmla="*/ 1543638 h 1583140"/>
              <a:gd name="connsiteX108" fmla="*/ 506152 w 9662615"/>
              <a:gd name="connsiteY108" fmla="*/ 1549124 h 1583140"/>
              <a:gd name="connsiteX109" fmla="*/ 472797 w 9662615"/>
              <a:gd name="connsiteY109" fmla="*/ 1568904 h 1583140"/>
              <a:gd name="connsiteX110" fmla="*/ 427864 w 9662615"/>
              <a:gd name="connsiteY110" fmla="*/ 1580848 h 1583140"/>
              <a:gd name="connsiteX111" fmla="*/ 408381 w 9662615"/>
              <a:gd name="connsiteY111" fmla="*/ 1552940 h 1583140"/>
              <a:gd name="connsiteX112" fmla="*/ 267163 w 9662615"/>
              <a:gd name="connsiteY112" fmla="*/ 1531913 h 1583140"/>
              <a:gd name="connsiteX113" fmla="*/ 196644 w 9662615"/>
              <a:gd name="connsiteY113" fmla="*/ 1524565 h 1583140"/>
              <a:gd name="connsiteX114" fmla="*/ 86819 w 9662615"/>
              <a:gd name="connsiteY114" fmla="*/ 1519517 h 1583140"/>
              <a:gd name="connsiteX115" fmla="*/ 53369 w 9662615"/>
              <a:gd name="connsiteY115" fmla="*/ 1516853 h 1583140"/>
              <a:gd name="connsiteX116" fmla="*/ 2359 w 9662615"/>
              <a:gd name="connsiteY116" fmla="*/ 1515247 h 1583140"/>
              <a:gd name="connsiteX117" fmla="*/ 0 w 9662615"/>
              <a:gd name="connsiteY117" fmla="*/ 1514932 h 1583140"/>
              <a:gd name="connsiteX118" fmla="*/ 0 w 9662615"/>
              <a:gd name="connsiteY118" fmla="*/ 0 h 1583140"/>
              <a:gd name="connsiteX0" fmla="*/ 0 w 9662615"/>
              <a:gd name="connsiteY0" fmla="*/ 0 h 1583140"/>
              <a:gd name="connsiteX1" fmla="*/ 9662615 w 9662615"/>
              <a:gd name="connsiteY1" fmla="*/ 0 h 1583140"/>
              <a:gd name="connsiteX2" fmla="*/ 9662615 w 9662615"/>
              <a:gd name="connsiteY2" fmla="*/ 1280346 h 1583140"/>
              <a:gd name="connsiteX3" fmla="*/ 9658420 w 9662615"/>
              <a:gd name="connsiteY3" fmla="*/ 1280106 h 1583140"/>
              <a:gd name="connsiteX4" fmla="*/ 9469546 w 9662615"/>
              <a:gd name="connsiteY4" fmla="*/ 1289837 h 1583140"/>
              <a:gd name="connsiteX5" fmla="*/ 9385895 w 9662615"/>
              <a:gd name="connsiteY5" fmla="*/ 1269203 h 1583140"/>
              <a:gd name="connsiteX6" fmla="*/ 9144767 w 9662615"/>
              <a:gd name="connsiteY6" fmla="*/ 1264120 h 1583140"/>
              <a:gd name="connsiteX7" fmla="*/ 8976400 w 9662615"/>
              <a:gd name="connsiteY7" fmla="*/ 1326661 h 1583140"/>
              <a:gd name="connsiteX8" fmla="*/ 8784979 w 9662615"/>
              <a:gd name="connsiteY8" fmla="*/ 1342419 h 1583140"/>
              <a:gd name="connsiteX9" fmla="*/ 8652221 w 9662615"/>
              <a:gd name="connsiteY9" fmla="*/ 1326906 h 1583140"/>
              <a:gd name="connsiteX10" fmla="*/ 8632312 w 9662615"/>
              <a:gd name="connsiteY10" fmla="*/ 1326025 h 1583140"/>
              <a:gd name="connsiteX11" fmla="*/ 8591582 w 9662615"/>
              <a:gd name="connsiteY11" fmla="*/ 1341666 h 1583140"/>
              <a:gd name="connsiteX12" fmla="*/ 8537336 w 9662615"/>
              <a:gd name="connsiteY12" fmla="*/ 1341684 h 1583140"/>
              <a:gd name="connsiteX13" fmla="*/ 8472508 w 9662615"/>
              <a:gd name="connsiteY13" fmla="*/ 1363109 h 1583140"/>
              <a:gd name="connsiteX14" fmla="*/ 8278355 w 9662615"/>
              <a:gd name="connsiteY14" fmla="*/ 1386569 h 1583140"/>
              <a:gd name="connsiteX15" fmla="*/ 8197961 w 9662615"/>
              <a:gd name="connsiteY15" fmla="*/ 1392804 h 1583140"/>
              <a:gd name="connsiteX16" fmla="*/ 8171196 w 9662615"/>
              <a:gd name="connsiteY16" fmla="*/ 1397216 h 1583140"/>
              <a:gd name="connsiteX17" fmla="*/ 8087910 w 9662615"/>
              <a:gd name="connsiteY17" fmla="*/ 1386449 h 1583140"/>
              <a:gd name="connsiteX18" fmla="*/ 7974579 w 9662615"/>
              <a:gd name="connsiteY18" fmla="*/ 1383439 h 1583140"/>
              <a:gd name="connsiteX19" fmla="*/ 7768351 w 9662615"/>
              <a:gd name="connsiteY19" fmla="*/ 1395051 h 1583140"/>
              <a:gd name="connsiteX20" fmla="*/ 7635985 w 9662615"/>
              <a:gd name="connsiteY20" fmla="*/ 1386363 h 1583140"/>
              <a:gd name="connsiteX21" fmla="*/ 7466069 w 9662615"/>
              <a:gd name="connsiteY21" fmla="*/ 1377654 h 1583140"/>
              <a:gd name="connsiteX22" fmla="*/ 7355642 w 9662615"/>
              <a:gd name="connsiteY22" fmla="*/ 1407761 h 1583140"/>
              <a:gd name="connsiteX23" fmla="*/ 7215220 w 9662615"/>
              <a:gd name="connsiteY23" fmla="*/ 1397856 h 1583140"/>
              <a:gd name="connsiteX24" fmla="*/ 7082147 w 9662615"/>
              <a:gd name="connsiteY24" fmla="*/ 1406113 h 1583140"/>
              <a:gd name="connsiteX25" fmla="*/ 6987129 w 9662615"/>
              <a:gd name="connsiteY25" fmla="*/ 1404834 h 1583140"/>
              <a:gd name="connsiteX26" fmla="*/ 6907567 w 9662615"/>
              <a:gd name="connsiteY26" fmla="*/ 1419149 h 1583140"/>
              <a:gd name="connsiteX27" fmla="*/ 6748428 w 9662615"/>
              <a:gd name="connsiteY27" fmla="*/ 1420308 h 1583140"/>
              <a:gd name="connsiteX28" fmla="*/ 6654257 w 9662615"/>
              <a:gd name="connsiteY28" fmla="*/ 1424143 h 1583140"/>
              <a:gd name="connsiteX29" fmla="*/ 6620123 w 9662615"/>
              <a:gd name="connsiteY29" fmla="*/ 1430535 h 1583140"/>
              <a:gd name="connsiteX30" fmla="*/ 6571355 w 9662615"/>
              <a:gd name="connsiteY30" fmla="*/ 1436144 h 1583140"/>
              <a:gd name="connsiteX31" fmla="*/ 6486557 w 9662615"/>
              <a:gd name="connsiteY31" fmla="*/ 1449861 h 1583140"/>
              <a:gd name="connsiteX32" fmla="*/ 6370419 w 9662615"/>
              <a:gd name="connsiteY32" fmla="*/ 1461649 h 1583140"/>
              <a:gd name="connsiteX33" fmla="*/ 6278839 w 9662615"/>
              <a:gd name="connsiteY33" fmla="*/ 1449160 h 1583140"/>
              <a:gd name="connsiteX34" fmla="*/ 6272455 w 9662615"/>
              <a:gd name="connsiteY34" fmla="*/ 1453191 h 1583140"/>
              <a:gd name="connsiteX35" fmla="*/ 6212659 w 9662615"/>
              <a:gd name="connsiteY35" fmla="*/ 1454850 h 1583140"/>
              <a:gd name="connsiteX36" fmla="*/ 6069317 w 9662615"/>
              <a:gd name="connsiteY36" fmla="*/ 1445838 h 1583140"/>
              <a:gd name="connsiteX37" fmla="*/ 5878477 w 9662615"/>
              <a:gd name="connsiteY37" fmla="*/ 1439180 h 1583140"/>
              <a:gd name="connsiteX38" fmla="*/ 5838387 w 9662615"/>
              <a:gd name="connsiteY38" fmla="*/ 1444679 h 1583140"/>
              <a:gd name="connsiteX39" fmla="*/ 5771136 w 9662615"/>
              <a:gd name="connsiteY39" fmla="*/ 1453639 h 1583140"/>
              <a:gd name="connsiteX40" fmla="*/ 5724081 w 9662615"/>
              <a:gd name="connsiteY40" fmla="*/ 1470431 h 1583140"/>
              <a:gd name="connsiteX41" fmla="*/ 5666577 w 9662615"/>
              <a:gd name="connsiteY41" fmla="*/ 1473921 h 1583140"/>
              <a:gd name="connsiteX42" fmla="*/ 5649068 w 9662615"/>
              <a:gd name="connsiteY42" fmla="*/ 1461676 h 1583140"/>
              <a:gd name="connsiteX43" fmla="*/ 5588902 w 9662615"/>
              <a:gd name="connsiteY43" fmla="*/ 1469647 h 1583140"/>
              <a:gd name="connsiteX44" fmla="*/ 5498090 w 9662615"/>
              <a:gd name="connsiteY44" fmla="*/ 1483173 h 1583140"/>
              <a:gd name="connsiteX45" fmla="*/ 5444641 w 9662615"/>
              <a:gd name="connsiteY45" fmla="*/ 1487602 h 1583140"/>
              <a:gd name="connsiteX46" fmla="*/ 5299812 w 9662615"/>
              <a:gd name="connsiteY46" fmla="*/ 1503362 h 1583140"/>
              <a:gd name="connsiteX47" fmla="*/ 5245752 w 9662615"/>
              <a:gd name="connsiteY47" fmla="*/ 1520612 h 1583140"/>
              <a:gd name="connsiteX48" fmla="*/ 5177807 w 9662615"/>
              <a:gd name="connsiteY48" fmla="*/ 1526802 h 1583140"/>
              <a:gd name="connsiteX49" fmla="*/ 5113910 w 9662615"/>
              <a:gd name="connsiteY49" fmla="*/ 1533205 h 1583140"/>
              <a:gd name="connsiteX50" fmla="*/ 5059484 w 9662615"/>
              <a:gd name="connsiteY50" fmla="*/ 1546802 h 1583140"/>
              <a:gd name="connsiteX51" fmla="*/ 5038524 w 9662615"/>
              <a:gd name="connsiteY51" fmla="*/ 1545675 h 1583140"/>
              <a:gd name="connsiteX52" fmla="*/ 5026564 w 9662615"/>
              <a:gd name="connsiteY52" fmla="*/ 1545376 h 1583140"/>
              <a:gd name="connsiteX53" fmla="*/ 4969433 w 9662615"/>
              <a:gd name="connsiteY53" fmla="*/ 1550865 h 1583140"/>
              <a:gd name="connsiteX54" fmla="*/ 4929254 w 9662615"/>
              <a:gd name="connsiteY54" fmla="*/ 1563452 h 1583140"/>
              <a:gd name="connsiteX55" fmla="*/ 4871726 w 9662615"/>
              <a:gd name="connsiteY55" fmla="*/ 1570584 h 1583140"/>
              <a:gd name="connsiteX56" fmla="*/ 4843267 w 9662615"/>
              <a:gd name="connsiteY56" fmla="*/ 1561459 h 1583140"/>
              <a:gd name="connsiteX57" fmla="*/ 4821058 w 9662615"/>
              <a:gd name="connsiteY57" fmla="*/ 1553078 h 1583140"/>
              <a:gd name="connsiteX58" fmla="*/ 4791466 w 9662615"/>
              <a:gd name="connsiteY58" fmla="*/ 1561324 h 1583140"/>
              <a:gd name="connsiteX59" fmla="*/ 4784247 w 9662615"/>
              <a:gd name="connsiteY59" fmla="*/ 1562342 h 1583140"/>
              <a:gd name="connsiteX60" fmla="*/ 4739309 w 9662615"/>
              <a:gd name="connsiteY60" fmla="*/ 1553948 h 1583140"/>
              <a:gd name="connsiteX61" fmla="*/ 4697562 w 9662615"/>
              <a:gd name="connsiteY61" fmla="*/ 1551206 h 1583140"/>
              <a:gd name="connsiteX62" fmla="*/ 4650737 w 9662615"/>
              <a:gd name="connsiteY62" fmla="*/ 1537381 h 1583140"/>
              <a:gd name="connsiteX63" fmla="*/ 4583150 w 9662615"/>
              <a:gd name="connsiteY63" fmla="*/ 1529064 h 1583140"/>
              <a:gd name="connsiteX64" fmla="*/ 4521734 w 9662615"/>
              <a:gd name="connsiteY64" fmla="*/ 1529359 h 1583140"/>
              <a:gd name="connsiteX65" fmla="*/ 4382398 w 9662615"/>
              <a:gd name="connsiteY65" fmla="*/ 1534108 h 1583140"/>
              <a:gd name="connsiteX66" fmla="*/ 4221826 w 9662615"/>
              <a:gd name="connsiteY66" fmla="*/ 1500972 h 1583140"/>
              <a:gd name="connsiteX67" fmla="*/ 4096601 w 9662615"/>
              <a:gd name="connsiteY67" fmla="*/ 1521563 h 1583140"/>
              <a:gd name="connsiteX68" fmla="*/ 4002441 w 9662615"/>
              <a:gd name="connsiteY68" fmla="*/ 1528912 h 1583140"/>
              <a:gd name="connsiteX69" fmla="*/ 3833906 w 9662615"/>
              <a:gd name="connsiteY69" fmla="*/ 1516637 h 1583140"/>
              <a:gd name="connsiteX70" fmla="*/ 3763845 w 9662615"/>
              <a:gd name="connsiteY70" fmla="*/ 1501782 h 1583140"/>
              <a:gd name="connsiteX71" fmla="*/ 3641778 w 9662615"/>
              <a:gd name="connsiteY71" fmla="*/ 1505446 h 1583140"/>
              <a:gd name="connsiteX72" fmla="*/ 3565233 w 9662615"/>
              <a:gd name="connsiteY72" fmla="*/ 1515122 h 1583140"/>
              <a:gd name="connsiteX73" fmla="*/ 3560267 w 9662615"/>
              <a:gd name="connsiteY73" fmla="*/ 1516288 h 1583140"/>
              <a:gd name="connsiteX74" fmla="*/ 3540258 w 9662615"/>
              <a:gd name="connsiteY74" fmla="*/ 1516976 h 1583140"/>
              <a:gd name="connsiteX75" fmla="*/ 3534780 w 9662615"/>
              <a:gd name="connsiteY75" fmla="*/ 1522141 h 1583140"/>
              <a:gd name="connsiteX76" fmla="*/ 3504783 w 9662615"/>
              <a:gd name="connsiteY76" fmla="*/ 1526739 h 1583140"/>
              <a:gd name="connsiteX77" fmla="*/ 3430805 w 9662615"/>
              <a:gd name="connsiteY77" fmla="*/ 1542521 h 1583140"/>
              <a:gd name="connsiteX78" fmla="*/ 3292707 w 9662615"/>
              <a:gd name="connsiteY78" fmla="*/ 1520490 h 1583140"/>
              <a:gd name="connsiteX79" fmla="*/ 3187872 w 9662615"/>
              <a:gd name="connsiteY79" fmla="*/ 1519991 h 1583140"/>
              <a:gd name="connsiteX80" fmla="*/ 3148026 w 9662615"/>
              <a:gd name="connsiteY80" fmla="*/ 1524777 h 1583140"/>
              <a:gd name="connsiteX81" fmla="*/ 3092394 w 9662615"/>
              <a:gd name="connsiteY81" fmla="*/ 1528115 h 1583140"/>
              <a:gd name="connsiteX82" fmla="*/ 2994200 w 9662615"/>
              <a:gd name="connsiteY82" fmla="*/ 1537857 h 1583140"/>
              <a:gd name="connsiteX83" fmla="*/ 2862301 w 9662615"/>
              <a:gd name="connsiteY83" fmla="*/ 1544250 h 1583140"/>
              <a:gd name="connsiteX84" fmla="*/ 2766335 w 9662615"/>
              <a:gd name="connsiteY84" fmla="*/ 1527662 h 1583140"/>
              <a:gd name="connsiteX85" fmla="*/ 2757836 w 9662615"/>
              <a:gd name="connsiteY85" fmla="*/ 1531371 h 1583140"/>
              <a:gd name="connsiteX86" fmla="*/ 2691555 w 9662615"/>
              <a:gd name="connsiteY86" fmla="*/ 1530283 h 1583140"/>
              <a:gd name="connsiteX87" fmla="*/ 2491676 w 9662615"/>
              <a:gd name="connsiteY87" fmla="*/ 1500859 h 1583140"/>
              <a:gd name="connsiteX88" fmla="*/ 2378036 w 9662615"/>
              <a:gd name="connsiteY88" fmla="*/ 1520645 h 1583140"/>
              <a:gd name="connsiteX89" fmla="*/ 2284269 w 9662615"/>
              <a:gd name="connsiteY89" fmla="*/ 1503068 h 1583140"/>
              <a:gd name="connsiteX90" fmla="*/ 2207104 w 9662615"/>
              <a:gd name="connsiteY90" fmla="*/ 1508888 h 1583140"/>
              <a:gd name="connsiteX91" fmla="*/ 2149226 w 9662615"/>
              <a:gd name="connsiteY91" fmla="*/ 1523409 h 1583140"/>
              <a:gd name="connsiteX92" fmla="*/ 2084783 w 9662615"/>
              <a:gd name="connsiteY92" fmla="*/ 1524245 h 1583140"/>
              <a:gd name="connsiteX93" fmla="*/ 2070075 w 9662615"/>
              <a:gd name="connsiteY93" fmla="*/ 1511285 h 1583140"/>
              <a:gd name="connsiteX94" fmla="*/ 2001057 w 9662615"/>
              <a:gd name="connsiteY94" fmla="*/ 1516449 h 1583140"/>
              <a:gd name="connsiteX95" fmla="*/ 1896330 w 9662615"/>
              <a:gd name="connsiteY95" fmla="*/ 1525725 h 1583140"/>
              <a:gd name="connsiteX96" fmla="*/ 1835994 w 9662615"/>
              <a:gd name="connsiteY96" fmla="*/ 1527678 h 1583140"/>
              <a:gd name="connsiteX97" fmla="*/ 1671119 w 9662615"/>
              <a:gd name="connsiteY97" fmla="*/ 1536701 h 1583140"/>
              <a:gd name="connsiteX98" fmla="*/ 1601337 w 9662615"/>
              <a:gd name="connsiteY98" fmla="*/ 1548552 h 1583140"/>
              <a:gd name="connsiteX99" fmla="*/ 1407755 w 9662615"/>
              <a:gd name="connsiteY99" fmla="*/ 1571444 h 1583140"/>
              <a:gd name="connsiteX100" fmla="*/ 1271994 w 9662615"/>
              <a:gd name="connsiteY100" fmla="*/ 1579471 h 1583140"/>
              <a:gd name="connsiteX101" fmla="*/ 1249226 w 9662615"/>
              <a:gd name="connsiteY101" fmla="*/ 1583140 h 1583140"/>
              <a:gd name="connsiteX102" fmla="*/ 1217719 w 9662615"/>
              <a:gd name="connsiteY102" fmla="*/ 1580863 h 1583140"/>
              <a:gd name="connsiteX103" fmla="*/ 1091432 w 9662615"/>
              <a:gd name="connsiteY103" fmla="*/ 1571003 h 1583140"/>
              <a:gd name="connsiteX104" fmla="*/ 992039 w 9662615"/>
              <a:gd name="connsiteY104" fmla="*/ 1556662 h 1583140"/>
              <a:gd name="connsiteX105" fmla="*/ 868264 w 9662615"/>
              <a:gd name="connsiteY105" fmla="*/ 1566392 h 1583140"/>
              <a:gd name="connsiteX106" fmla="*/ 792765 w 9662615"/>
              <a:gd name="connsiteY106" fmla="*/ 1563102 h 1583140"/>
              <a:gd name="connsiteX107" fmla="*/ 669055 w 9662615"/>
              <a:gd name="connsiteY107" fmla="*/ 1543638 h 1583140"/>
              <a:gd name="connsiteX108" fmla="*/ 506152 w 9662615"/>
              <a:gd name="connsiteY108" fmla="*/ 1549124 h 1583140"/>
              <a:gd name="connsiteX109" fmla="*/ 472797 w 9662615"/>
              <a:gd name="connsiteY109" fmla="*/ 1568904 h 1583140"/>
              <a:gd name="connsiteX110" fmla="*/ 427864 w 9662615"/>
              <a:gd name="connsiteY110" fmla="*/ 1580848 h 1583140"/>
              <a:gd name="connsiteX111" fmla="*/ 408381 w 9662615"/>
              <a:gd name="connsiteY111" fmla="*/ 1552940 h 1583140"/>
              <a:gd name="connsiteX112" fmla="*/ 267163 w 9662615"/>
              <a:gd name="connsiteY112" fmla="*/ 1531913 h 1583140"/>
              <a:gd name="connsiteX113" fmla="*/ 196644 w 9662615"/>
              <a:gd name="connsiteY113" fmla="*/ 1524565 h 1583140"/>
              <a:gd name="connsiteX114" fmla="*/ 86819 w 9662615"/>
              <a:gd name="connsiteY114" fmla="*/ 1519517 h 1583140"/>
              <a:gd name="connsiteX115" fmla="*/ 53369 w 9662615"/>
              <a:gd name="connsiteY115" fmla="*/ 1516853 h 1583140"/>
              <a:gd name="connsiteX116" fmla="*/ 2359 w 9662615"/>
              <a:gd name="connsiteY116" fmla="*/ 1515247 h 1583140"/>
              <a:gd name="connsiteX117" fmla="*/ 0 w 9662615"/>
              <a:gd name="connsiteY117" fmla="*/ 1514932 h 1583140"/>
              <a:gd name="connsiteX118" fmla="*/ 0 w 9662615"/>
              <a:gd name="connsiteY118" fmla="*/ 0 h 1583140"/>
              <a:gd name="connsiteX0" fmla="*/ 0 w 9662615"/>
              <a:gd name="connsiteY0" fmla="*/ 0 h 1583140"/>
              <a:gd name="connsiteX1" fmla="*/ 9662615 w 9662615"/>
              <a:gd name="connsiteY1" fmla="*/ 0 h 1583140"/>
              <a:gd name="connsiteX2" fmla="*/ 9662615 w 9662615"/>
              <a:gd name="connsiteY2" fmla="*/ 1280346 h 1583140"/>
              <a:gd name="connsiteX3" fmla="*/ 9658420 w 9662615"/>
              <a:gd name="connsiteY3" fmla="*/ 1280106 h 1583140"/>
              <a:gd name="connsiteX4" fmla="*/ 9469546 w 9662615"/>
              <a:gd name="connsiteY4" fmla="*/ 1289837 h 1583140"/>
              <a:gd name="connsiteX5" fmla="*/ 9385895 w 9662615"/>
              <a:gd name="connsiteY5" fmla="*/ 1269203 h 1583140"/>
              <a:gd name="connsiteX6" fmla="*/ 9144767 w 9662615"/>
              <a:gd name="connsiteY6" fmla="*/ 1264120 h 1583140"/>
              <a:gd name="connsiteX7" fmla="*/ 8976400 w 9662615"/>
              <a:gd name="connsiteY7" fmla="*/ 1326661 h 1583140"/>
              <a:gd name="connsiteX8" fmla="*/ 8784979 w 9662615"/>
              <a:gd name="connsiteY8" fmla="*/ 1342419 h 1583140"/>
              <a:gd name="connsiteX9" fmla="*/ 8695953 w 9662615"/>
              <a:gd name="connsiteY9" fmla="*/ 1346784 h 1583140"/>
              <a:gd name="connsiteX10" fmla="*/ 8632312 w 9662615"/>
              <a:gd name="connsiteY10" fmla="*/ 1326025 h 1583140"/>
              <a:gd name="connsiteX11" fmla="*/ 8591582 w 9662615"/>
              <a:gd name="connsiteY11" fmla="*/ 1341666 h 1583140"/>
              <a:gd name="connsiteX12" fmla="*/ 8537336 w 9662615"/>
              <a:gd name="connsiteY12" fmla="*/ 1341684 h 1583140"/>
              <a:gd name="connsiteX13" fmla="*/ 8472508 w 9662615"/>
              <a:gd name="connsiteY13" fmla="*/ 1363109 h 1583140"/>
              <a:gd name="connsiteX14" fmla="*/ 8278355 w 9662615"/>
              <a:gd name="connsiteY14" fmla="*/ 1386569 h 1583140"/>
              <a:gd name="connsiteX15" fmla="*/ 8197961 w 9662615"/>
              <a:gd name="connsiteY15" fmla="*/ 1392804 h 1583140"/>
              <a:gd name="connsiteX16" fmla="*/ 8171196 w 9662615"/>
              <a:gd name="connsiteY16" fmla="*/ 1397216 h 1583140"/>
              <a:gd name="connsiteX17" fmla="*/ 8087910 w 9662615"/>
              <a:gd name="connsiteY17" fmla="*/ 1386449 h 1583140"/>
              <a:gd name="connsiteX18" fmla="*/ 7974579 w 9662615"/>
              <a:gd name="connsiteY18" fmla="*/ 1383439 h 1583140"/>
              <a:gd name="connsiteX19" fmla="*/ 7768351 w 9662615"/>
              <a:gd name="connsiteY19" fmla="*/ 1395051 h 1583140"/>
              <a:gd name="connsiteX20" fmla="*/ 7635985 w 9662615"/>
              <a:gd name="connsiteY20" fmla="*/ 1386363 h 1583140"/>
              <a:gd name="connsiteX21" fmla="*/ 7466069 w 9662615"/>
              <a:gd name="connsiteY21" fmla="*/ 1377654 h 1583140"/>
              <a:gd name="connsiteX22" fmla="*/ 7355642 w 9662615"/>
              <a:gd name="connsiteY22" fmla="*/ 1407761 h 1583140"/>
              <a:gd name="connsiteX23" fmla="*/ 7215220 w 9662615"/>
              <a:gd name="connsiteY23" fmla="*/ 1397856 h 1583140"/>
              <a:gd name="connsiteX24" fmla="*/ 7082147 w 9662615"/>
              <a:gd name="connsiteY24" fmla="*/ 1406113 h 1583140"/>
              <a:gd name="connsiteX25" fmla="*/ 6987129 w 9662615"/>
              <a:gd name="connsiteY25" fmla="*/ 1404834 h 1583140"/>
              <a:gd name="connsiteX26" fmla="*/ 6907567 w 9662615"/>
              <a:gd name="connsiteY26" fmla="*/ 1419149 h 1583140"/>
              <a:gd name="connsiteX27" fmla="*/ 6748428 w 9662615"/>
              <a:gd name="connsiteY27" fmla="*/ 1420308 h 1583140"/>
              <a:gd name="connsiteX28" fmla="*/ 6654257 w 9662615"/>
              <a:gd name="connsiteY28" fmla="*/ 1424143 h 1583140"/>
              <a:gd name="connsiteX29" fmla="*/ 6620123 w 9662615"/>
              <a:gd name="connsiteY29" fmla="*/ 1430535 h 1583140"/>
              <a:gd name="connsiteX30" fmla="*/ 6571355 w 9662615"/>
              <a:gd name="connsiteY30" fmla="*/ 1436144 h 1583140"/>
              <a:gd name="connsiteX31" fmla="*/ 6486557 w 9662615"/>
              <a:gd name="connsiteY31" fmla="*/ 1449861 h 1583140"/>
              <a:gd name="connsiteX32" fmla="*/ 6370419 w 9662615"/>
              <a:gd name="connsiteY32" fmla="*/ 1461649 h 1583140"/>
              <a:gd name="connsiteX33" fmla="*/ 6278839 w 9662615"/>
              <a:gd name="connsiteY33" fmla="*/ 1449160 h 1583140"/>
              <a:gd name="connsiteX34" fmla="*/ 6272455 w 9662615"/>
              <a:gd name="connsiteY34" fmla="*/ 1453191 h 1583140"/>
              <a:gd name="connsiteX35" fmla="*/ 6212659 w 9662615"/>
              <a:gd name="connsiteY35" fmla="*/ 1454850 h 1583140"/>
              <a:gd name="connsiteX36" fmla="*/ 6069317 w 9662615"/>
              <a:gd name="connsiteY36" fmla="*/ 1445838 h 1583140"/>
              <a:gd name="connsiteX37" fmla="*/ 5878477 w 9662615"/>
              <a:gd name="connsiteY37" fmla="*/ 1439180 h 1583140"/>
              <a:gd name="connsiteX38" fmla="*/ 5838387 w 9662615"/>
              <a:gd name="connsiteY38" fmla="*/ 1444679 h 1583140"/>
              <a:gd name="connsiteX39" fmla="*/ 5771136 w 9662615"/>
              <a:gd name="connsiteY39" fmla="*/ 1453639 h 1583140"/>
              <a:gd name="connsiteX40" fmla="*/ 5724081 w 9662615"/>
              <a:gd name="connsiteY40" fmla="*/ 1470431 h 1583140"/>
              <a:gd name="connsiteX41" fmla="*/ 5666577 w 9662615"/>
              <a:gd name="connsiteY41" fmla="*/ 1473921 h 1583140"/>
              <a:gd name="connsiteX42" fmla="*/ 5649068 w 9662615"/>
              <a:gd name="connsiteY42" fmla="*/ 1461676 h 1583140"/>
              <a:gd name="connsiteX43" fmla="*/ 5588902 w 9662615"/>
              <a:gd name="connsiteY43" fmla="*/ 1469647 h 1583140"/>
              <a:gd name="connsiteX44" fmla="*/ 5498090 w 9662615"/>
              <a:gd name="connsiteY44" fmla="*/ 1483173 h 1583140"/>
              <a:gd name="connsiteX45" fmla="*/ 5444641 w 9662615"/>
              <a:gd name="connsiteY45" fmla="*/ 1487602 h 1583140"/>
              <a:gd name="connsiteX46" fmla="*/ 5299812 w 9662615"/>
              <a:gd name="connsiteY46" fmla="*/ 1503362 h 1583140"/>
              <a:gd name="connsiteX47" fmla="*/ 5245752 w 9662615"/>
              <a:gd name="connsiteY47" fmla="*/ 1520612 h 1583140"/>
              <a:gd name="connsiteX48" fmla="*/ 5177807 w 9662615"/>
              <a:gd name="connsiteY48" fmla="*/ 1526802 h 1583140"/>
              <a:gd name="connsiteX49" fmla="*/ 5113910 w 9662615"/>
              <a:gd name="connsiteY49" fmla="*/ 1533205 h 1583140"/>
              <a:gd name="connsiteX50" fmla="*/ 5059484 w 9662615"/>
              <a:gd name="connsiteY50" fmla="*/ 1546802 h 1583140"/>
              <a:gd name="connsiteX51" fmla="*/ 5038524 w 9662615"/>
              <a:gd name="connsiteY51" fmla="*/ 1545675 h 1583140"/>
              <a:gd name="connsiteX52" fmla="*/ 5026564 w 9662615"/>
              <a:gd name="connsiteY52" fmla="*/ 1545376 h 1583140"/>
              <a:gd name="connsiteX53" fmla="*/ 4969433 w 9662615"/>
              <a:gd name="connsiteY53" fmla="*/ 1550865 h 1583140"/>
              <a:gd name="connsiteX54" fmla="*/ 4929254 w 9662615"/>
              <a:gd name="connsiteY54" fmla="*/ 1563452 h 1583140"/>
              <a:gd name="connsiteX55" fmla="*/ 4871726 w 9662615"/>
              <a:gd name="connsiteY55" fmla="*/ 1570584 h 1583140"/>
              <a:gd name="connsiteX56" fmla="*/ 4843267 w 9662615"/>
              <a:gd name="connsiteY56" fmla="*/ 1561459 h 1583140"/>
              <a:gd name="connsiteX57" fmla="*/ 4821058 w 9662615"/>
              <a:gd name="connsiteY57" fmla="*/ 1553078 h 1583140"/>
              <a:gd name="connsiteX58" fmla="*/ 4791466 w 9662615"/>
              <a:gd name="connsiteY58" fmla="*/ 1561324 h 1583140"/>
              <a:gd name="connsiteX59" fmla="*/ 4784247 w 9662615"/>
              <a:gd name="connsiteY59" fmla="*/ 1562342 h 1583140"/>
              <a:gd name="connsiteX60" fmla="*/ 4739309 w 9662615"/>
              <a:gd name="connsiteY60" fmla="*/ 1553948 h 1583140"/>
              <a:gd name="connsiteX61" fmla="*/ 4697562 w 9662615"/>
              <a:gd name="connsiteY61" fmla="*/ 1551206 h 1583140"/>
              <a:gd name="connsiteX62" fmla="*/ 4650737 w 9662615"/>
              <a:gd name="connsiteY62" fmla="*/ 1537381 h 1583140"/>
              <a:gd name="connsiteX63" fmla="*/ 4583150 w 9662615"/>
              <a:gd name="connsiteY63" fmla="*/ 1529064 h 1583140"/>
              <a:gd name="connsiteX64" fmla="*/ 4521734 w 9662615"/>
              <a:gd name="connsiteY64" fmla="*/ 1529359 h 1583140"/>
              <a:gd name="connsiteX65" fmla="*/ 4382398 w 9662615"/>
              <a:gd name="connsiteY65" fmla="*/ 1534108 h 1583140"/>
              <a:gd name="connsiteX66" fmla="*/ 4221826 w 9662615"/>
              <a:gd name="connsiteY66" fmla="*/ 1500972 h 1583140"/>
              <a:gd name="connsiteX67" fmla="*/ 4096601 w 9662615"/>
              <a:gd name="connsiteY67" fmla="*/ 1521563 h 1583140"/>
              <a:gd name="connsiteX68" fmla="*/ 4002441 w 9662615"/>
              <a:gd name="connsiteY68" fmla="*/ 1528912 h 1583140"/>
              <a:gd name="connsiteX69" fmla="*/ 3833906 w 9662615"/>
              <a:gd name="connsiteY69" fmla="*/ 1516637 h 1583140"/>
              <a:gd name="connsiteX70" fmla="*/ 3763845 w 9662615"/>
              <a:gd name="connsiteY70" fmla="*/ 1501782 h 1583140"/>
              <a:gd name="connsiteX71" fmla="*/ 3641778 w 9662615"/>
              <a:gd name="connsiteY71" fmla="*/ 1505446 h 1583140"/>
              <a:gd name="connsiteX72" fmla="*/ 3565233 w 9662615"/>
              <a:gd name="connsiteY72" fmla="*/ 1515122 h 1583140"/>
              <a:gd name="connsiteX73" fmla="*/ 3560267 w 9662615"/>
              <a:gd name="connsiteY73" fmla="*/ 1516288 h 1583140"/>
              <a:gd name="connsiteX74" fmla="*/ 3540258 w 9662615"/>
              <a:gd name="connsiteY74" fmla="*/ 1516976 h 1583140"/>
              <a:gd name="connsiteX75" fmla="*/ 3534780 w 9662615"/>
              <a:gd name="connsiteY75" fmla="*/ 1522141 h 1583140"/>
              <a:gd name="connsiteX76" fmla="*/ 3504783 w 9662615"/>
              <a:gd name="connsiteY76" fmla="*/ 1526739 h 1583140"/>
              <a:gd name="connsiteX77" fmla="*/ 3430805 w 9662615"/>
              <a:gd name="connsiteY77" fmla="*/ 1542521 h 1583140"/>
              <a:gd name="connsiteX78" fmla="*/ 3292707 w 9662615"/>
              <a:gd name="connsiteY78" fmla="*/ 1520490 h 1583140"/>
              <a:gd name="connsiteX79" fmla="*/ 3187872 w 9662615"/>
              <a:gd name="connsiteY79" fmla="*/ 1519991 h 1583140"/>
              <a:gd name="connsiteX80" fmla="*/ 3148026 w 9662615"/>
              <a:gd name="connsiteY80" fmla="*/ 1524777 h 1583140"/>
              <a:gd name="connsiteX81" fmla="*/ 3092394 w 9662615"/>
              <a:gd name="connsiteY81" fmla="*/ 1528115 h 1583140"/>
              <a:gd name="connsiteX82" fmla="*/ 2994200 w 9662615"/>
              <a:gd name="connsiteY82" fmla="*/ 1537857 h 1583140"/>
              <a:gd name="connsiteX83" fmla="*/ 2862301 w 9662615"/>
              <a:gd name="connsiteY83" fmla="*/ 1544250 h 1583140"/>
              <a:gd name="connsiteX84" fmla="*/ 2766335 w 9662615"/>
              <a:gd name="connsiteY84" fmla="*/ 1527662 h 1583140"/>
              <a:gd name="connsiteX85" fmla="*/ 2757836 w 9662615"/>
              <a:gd name="connsiteY85" fmla="*/ 1531371 h 1583140"/>
              <a:gd name="connsiteX86" fmla="*/ 2691555 w 9662615"/>
              <a:gd name="connsiteY86" fmla="*/ 1530283 h 1583140"/>
              <a:gd name="connsiteX87" fmla="*/ 2491676 w 9662615"/>
              <a:gd name="connsiteY87" fmla="*/ 1500859 h 1583140"/>
              <a:gd name="connsiteX88" fmla="*/ 2378036 w 9662615"/>
              <a:gd name="connsiteY88" fmla="*/ 1520645 h 1583140"/>
              <a:gd name="connsiteX89" fmla="*/ 2284269 w 9662615"/>
              <a:gd name="connsiteY89" fmla="*/ 1503068 h 1583140"/>
              <a:gd name="connsiteX90" fmla="*/ 2207104 w 9662615"/>
              <a:gd name="connsiteY90" fmla="*/ 1508888 h 1583140"/>
              <a:gd name="connsiteX91" fmla="*/ 2149226 w 9662615"/>
              <a:gd name="connsiteY91" fmla="*/ 1523409 h 1583140"/>
              <a:gd name="connsiteX92" fmla="*/ 2084783 w 9662615"/>
              <a:gd name="connsiteY92" fmla="*/ 1524245 h 1583140"/>
              <a:gd name="connsiteX93" fmla="*/ 2070075 w 9662615"/>
              <a:gd name="connsiteY93" fmla="*/ 1511285 h 1583140"/>
              <a:gd name="connsiteX94" fmla="*/ 2001057 w 9662615"/>
              <a:gd name="connsiteY94" fmla="*/ 1516449 h 1583140"/>
              <a:gd name="connsiteX95" fmla="*/ 1896330 w 9662615"/>
              <a:gd name="connsiteY95" fmla="*/ 1525725 h 1583140"/>
              <a:gd name="connsiteX96" fmla="*/ 1835994 w 9662615"/>
              <a:gd name="connsiteY96" fmla="*/ 1527678 h 1583140"/>
              <a:gd name="connsiteX97" fmla="*/ 1671119 w 9662615"/>
              <a:gd name="connsiteY97" fmla="*/ 1536701 h 1583140"/>
              <a:gd name="connsiteX98" fmla="*/ 1601337 w 9662615"/>
              <a:gd name="connsiteY98" fmla="*/ 1548552 h 1583140"/>
              <a:gd name="connsiteX99" fmla="*/ 1407755 w 9662615"/>
              <a:gd name="connsiteY99" fmla="*/ 1571444 h 1583140"/>
              <a:gd name="connsiteX100" fmla="*/ 1271994 w 9662615"/>
              <a:gd name="connsiteY100" fmla="*/ 1579471 h 1583140"/>
              <a:gd name="connsiteX101" fmla="*/ 1249226 w 9662615"/>
              <a:gd name="connsiteY101" fmla="*/ 1583140 h 1583140"/>
              <a:gd name="connsiteX102" fmla="*/ 1217719 w 9662615"/>
              <a:gd name="connsiteY102" fmla="*/ 1580863 h 1583140"/>
              <a:gd name="connsiteX103" fmla="*/ 1091432 w 9662615"/>
              <a:gd name="connsiteY103" fmla="*/ 1571003 h 1583140"/>
              <a:gd name="connsiteX104" fmla="*/ 992039 w 9662615"/>
              <a:gd name="connsiteY104" fmla="*/ 1556662 h 1583140"/>
              <a:gd name="connsiteX105" fmla="*/ 868264 w 9662615"/>
              <a:gd name="connsiteY105" fmla="*/ 1566392 h 1583140"/>
              <a:gd name="connsiteX106" fmla="*/ 792765 w 9662615"/>
              <a:gd name="connsiteY106" fmla="*/ 1563102 h 1583140"/>
              <a:gd name="connsiteX107" fmla="*/ 669055 w 9662615"/>
              <a:gd name="connsiteY107" fmla="*/ 1543638 h 1583140"/>
              <a:gd name="connsiteX108" fmla="*/ 506152 w 9662615"/>
              <a:gd name="connsiteY108" fmla="*/ 1549124 h 1583140"/>
              <a:gd name="connsiteX109" fmla="*/ 472797 w 9662615"/>
              <a:gd name="connsiteY109" fmla="*/ 1568904 h 1583140"/>
              <a:gd name="connsiteX110" fmla="*/ 427864 w 9662615"/>
              <a:gd name="connsiteY110" fmla="*/ 1580848 h 1583140"/>
              <a:gd name="connsiteX111" fmla="*/ 408381 w 9662615"/>
              <a:gd name="connsiteY111" fmla="*/ 1552940 h 1583140"/>
              <a:gd name="connsiteX112" fmla="*/ 267163 w 9662615"/>
              <a:gd name="connsiteY112" fmla="*/ 1531913 h 1583140"/>
              <a:gd name="connsiteX113" fmla="*/ 196644 w 9662615"/>
              <a:gd name="connsiteY113" fmla="*/ 1524565 h 1583140"/>
              <a:gd name="connsiteX114" fmla="*/ 86819 w 9662615"/>
              <a:gd name="connsiteY114" fmla="*/ 1519517 h 1583140"/>
              <a:gd name="connsiteX115" fmla="*/ 53369 w 9662615"/>
              <a:gd name="connsiteY115" fmla="*/ 1516853 h 1583140"/>
              <a:gd name="connsiteX116" fmla="*/ 2359 w 9662615"/>
              <a:gd name="connsiteY116" fmla="*/ 1515247 h 1583140"/>
              <a:gd name="connsiteX117" fmla="*/ 0 w 9662615"/>
              <a:gd name="connsiteY117" fmla="*/ 1514932 h 1583140"/>
              <a:gd name="connsiteX118" fmla="*/ 0 w 9662615"/>
              <a:gd name="connsiteY118" fmla="*/ 0 h 1583140"/>
              <a:gd name="connsiteX0" fmla="*/ 0 w 9662615"/>
              <a:gd name="connsiteY0" fmla="*/ 0 h 1583140"/>
              <a:gd name="connsiteX1" fmla="*/ 9662615 w 9662615"/>
              <a:gd name="connsiteY1" fmla="*/ 0 h 1583140"/>
              <a:gd name="connsiteX2" fmla="*/ 9662615 w 9662615"/>
              <a:gd name="connsiteY2" fmla="*/ 1280346 h 1583140"/>
              <a:gd name="connsiteX3" fmla="*/ 9658420 w 9662615"/>
              <a:gd name="connsiteY3" fmla="*/ 1280106 h 1583140"/>
              <a:gd name="connsiteX4" fmla="*/ 9469546 w 9662615"/>
              <a:gd name="connsiteY4" fmla="*/ 1289837 h 1583140"/>
              <a:gd name="connsiteX5" fmla="*/ 9385895 w 9662615"/>
              <a:gd name="connsiteY5" fmla="*/ 1269203 h 1583140"/>
              <a:gd name="connsiteX6" fmla="*/ 9144767 w 9662615"/>
              <a:gd name="connsiteY6" fmla="*/ 1264120 h 1583140"/>
              <a:gd name="connsiteX7" fmla="*/ 8976400 w 9662615"/>
              <a:gd name="connsiteY7" fmla="*/ 1326661 h 1583140"/>
              <a:gd name="connsiteX8" fmla="*/ 8784979 w 9662615"/>
              <a:gd name="connsiteY8" fmla="*/ 1342419 h 1583140"/>
              <a:gd name="connsiteX9" fmla="*/ 8695953 w 9662615"/>
              <a:gd name="connsiteY9" fmla="*/ 1346784 h 1583140"/>
              <a:gd name="connsiteX10" fmla="*/ 8652191 w 9662615"/>
              <a:gd name="connsiteY10" fmla="*/ 1345903 h 1583140"/>
              <a:gd name="connsiteX11" fmla="*/ 8591582 w 9662615"/>
              <a:gd name="connsiteY11" fmla="*/ 1341666 h 1583140"/>
              <a:gd name="connsiteX12" fmla="*/ 8537336 w 9662615"/>
              <a:gd name="connsiteY12" fmla="*/ 1341684 h 1583140"/>
              <a:gd name="connsiteX13" fmla="*/ 8472508 w 9662615"/>
              <a:gd name="connsiteY13" fmla="*/ 1363109 h 1583140"/>
              <a:gd name="connsiteX14" fmla="*/ 8278355 w 9662615"/>
              <a:gd name="connsiteY14" fmla="*/ 1386569 h 1583140"/>
              <a:gd name="connsiteX15" fmla="*/ 8197961 w 9662615"/>
              <a:gd name="connsiteY15" fmla="*/ 1392804 h 1583140"/>
              <a:gd name="connsiteX16" fmla="*/ 8171196 w 9662615"/>
              <a:gd name="connsiteY16" fmla="*/ 1397216 h 1583140"/>
              <a:gd name="connsiteX17" fmla="*/ 8087910 w 9662615"/>
              <a:gd name="connsiteY17" fmla="*/ 1386449 h 1583140"/>
              <a:gd name="connsiteX18" fmla="*/ 7974579 w 9662615"/>
              <a:gd name="connsiteY18" fmla="*/ 1383439 h 1583140"/>
              <a:gd name="connsiteX19" fmla="*/ 7768351 w 9662615"/>
              <a:gd name="connsiteY19" fmla="*/ 1395051 h 1583140"/>
              <a:gd name="connsiteX20" fmla="*/ 7635985 w 9662615"/>
              <a:gd name="connsiteY20" fmla="*/ 1386363 h 1583140"/>
              <a:gd name="connsiteX21" fmla="*/ 7466069 w 9662615"/>
              <a:gd name="connsiteY21" fmla="*/ 1377654 h 1583140"/>
              <a:gd name="connsiteX22" fmla="*/ 7355642 w 9662615"/>
              <a:gd name="connsiteY22" fmla="*/ 1407761 h 1583140"/>
              <a:gd name="connsiteX23" fmla="*/ 7215220 w 9662615"/>
              <a:gd name="connsiteY23" fmla="*/ 1397856 h 1583140"/>
              <a:gd name="connsiteX24" fmla="*/ 7082147 w 9662615"/>
              <a:gd name="connsiteY24" fmla="*/ 1406113 h 1583140"/>
              <a:gd name="connsiteX25" fmla="*/ 6987129 w 9662615"/>
              <a:gd name="connsiteY25" fmla="*/ 1404834 h 1583140"/>
              <a:gd name="connsiteX26" fmla="*/ 6907567 w 9662615"/>
              <a:gd name="connsiteY26" fmla="*/ 1419149 h 1583140"/>
              <a:gd name="connsiteX27" fmla="*/ 6748428 w 9662615"/>
              <a:gd name="connsiteY27" fmla="*/ 1420308 h 1583140"/>
              <a:gd name="connsiteX28" fmla="*/ 6654257 w 9662615"/>
              <a:gd name="connsiteY28" fmla="*/ 1424143 h 1583140"/>
              <a:gd name="connsiteX29" fmla="*/ 6620123 w 9662615"/>
              <a:gd name="connsiteY29" fmla="*/ 1430535 h 1583140"/>
              <a:gd name="connsiteX30" fmla="*/ 6571355 w 9662615"/>
              <a:gd name="connsiteY30" fmla="*/ 1436144 h 1583140"/>
              <a:gd name="connsiteX31" fmla="*/ 6486557 w 9662615"/>
              <a:gd name="connsiteY31" fmla="*/ 1449861 h 1583140"/>
              <a:gd name="connsiteX32" fmla="*/ 6370419 w 9662615"/>
              <a:gd name="connsiteY32" fmla="*/ 1461649 h 1583140"/>
              <a:gd name="connsiteX33" fmla="*/ 6278839 w 9662615"/>
              <a:gd name="connsiteY33" fmla="*/ 1449160 h 1583140"/>
              <a:gd name="connsiteX34" fmla="*/ 6272455 w 9662615"/>
              <a:gd name="connsiteY34" fmla="*/ 1453191 h 1583140"/>
              <a:gd name="connsiteX35" fmla="*/ 6212659 w 9662615"/>
              <a:gd name="connsiteY35" fmla="*/ 1454850 h 1583140"/>
              <a:gd name="connsiteX36" fmla="*/ 6069317 w 9662615"/>
              <a:gd name="connsiteY36" fmla="*/ 1445838 h 1583140"/>
              <a:gd name="connsiteX37" fmla="*/ 5878477 w 9662615"/>
              <a:gd name="connsiteY37" fmla="*/ 1439180 h 1583140"/>
              <a:gd name="connsiteX38" fmla="*/ 5838387 w 9662615"/>
              <a:gd name="connsiteY38" fmla="*/ 1444679 h 1583140"/>
              <a:gd name="connsiteX39" fmla="*/ 5771136 w 9662615"/>
              <a:gd name="connsiteY39" fmla="*/ 1453639 h 1583140"/>
              <a:gd name="connsiteX40" fmla="*/ 5724081 w 9662615"/>
              <a:gd name="connsiteY40" fmla="*/ 1470431 h 1583140"/>
              <a:gd name="connsiteX41" fmla="*/ 5666577 w 9662615"/>
              <a:gd name="connsiteY41" fmla="*/ 1473921 h 1583140"/>
              <a:gd name="connsiteX42" fmla="*/ 5649068 w 9662615"/>
              <a:gd name="connsiteY42" fmla="*/ 1461676 h 1583140"/>
              <a:gd name="connsiteX43" fmla="*/ 5588902 w 9662615"/>
              <a:gd name="connsiteY43" fmla="*/ 1469647 h 1583140"/>
              <a:gd name="connsiteX44" fmla="*/ 5498090 w 9662615"/>
              <a:gd name="connsiteY44" fmla="*/ 1483173 h 1583140"/>
              <a:gd name="connsiteX45" fmla="*/ 5444641 w 9662615"/>
              <a:gd name="connsiteY45" fmla="*/ 1487602 h 1583140"/>
              <a:gd name="connsiteX46" fmla="*/ 5299812 w 9662615"/>
              <a:gd name="connsiteY46" fmla="*/ 1503362 h 1583140"/>
              <a:gd name="connsiteX47" fmla="*/ 5245752 w 9662615"/>
              <a:gd name="connsiteY47" fmla="*/ 1520612 h 1583140"/>
              <a:gd name="connsiteX48" fmla="*/ 5177807 w 9662615"/>
              <a:gd name="connsiteY48" fmla="*/ 1526802 h 1583140"/>
              <a:gd name="connsiteX49" fmla="*/ 5113910 w 9662615"/>
              <a:gd name="connsiteY49" fmla="*/ 1533205 h 1583140"/>
              <a:gd name="connsiteX50" fmla="*/ 5059484 w 9662615"/>
              <a:gd name="connsiteY50" fmla="*/ 1546802 h 1583140"/>
              <a:gd name="connsiteX51" fmla="*/ 5038524 w 9662615"/>
              <a:gd name="connsiteY51" fmla="*/ 1545675 h 1583140"/>
              <a:gd name="connsiteX52" fmla="*/ 5026564 w 9662615"/>
              <a:gd name="connsiteY52" fmla="*/ 1545376 h 1583140"/>
              <a:gd name="connsiteX53" fmla="*/ 4969433 w 9662615"/>
              <a:gd name="connsiteY53" fmla="*/ 1550865 h 1583140"/>
              <a:gd name="connsiteX54" fmla="*/ 4929254 w 9662615"/>
              <a:gd name="connsiteY54" fmla="*/ 1563452 h 1583140"/>
              <a:gd name="connsiteX55" fmla="*/ 4871726 w 9662615"/>
              <a:gd name="connsiteY55" fmla="*/ 1570584 h 1583140"/>
              <a:gd name="connsiteX56" fmla="*/ 4843267 w 9662615"/>
              <a:gd name="connsiteY56" fmla="*/ 1561459 h 1583140"/>
              <a:gd name="connsiteX57" fmla="*/ 4821058 w 9662615"/>
              <a:gd name="connsiteY57" fmla="*/ 1553078 h 1583140"/>
              <a:gd name="connsiteX58" fmla="*/ 4791466 w 9662615"/>
              <a:gd name="connsiteY58" fmla="*/ 1561324 h 1583140"/>
              <a:gd name="connsiteX59" fmla="*/ 4784247 w 9662615"/>
              <a:gd name="connsiteY59" fmla="*/ 1562342 h 1583140"/>
              <a:gd name="connsiteX60" fmla="*/ 4739309 w 9662615"/>
              <a:gd name="connsiteY60" fmla="*/ 1553948 h 1583140"/>
              <a:gd name="connsiteX61" fmla="*/ 4697562 w 9662615"/>
              <a:gd name="connsiteY61" fmla="*/ 1551206 h 1583140"/>
              <a:gd name="connsiteX62" fmla="*/ 4650737 w 9662615"/>
              <a:gd name="connsiteY62" fmla="*/ 1537381 h 1583140"/>
              <a:gd name="connsiteX63" fmla="*/ 4583150 w 9662615"/>
              <a:gd name="connsiteY63" fmla="*/ 1529064 h 1583140"/>
              <a:gd name="connsiteX64" fmla="*/ 4521734 w 9662615"/>
              <a:gd name="connsiteY64" fmla="*/ 1529359 h 1583140"/>
              <a:gd name="connsiteX65" fmla="*/ 4382398 w 9662615"/>
              <a:gd name="connsiteY65" fmla="*/ 1534108 h 1583140"/>
              <a:gd name="connsiteX66" fmla="*/ 4221826 w 9662615"/>
              <a:gd name="connsiteY66" fmla="*/ 1500972 h 1583140"/>
              <a:gd name="connsiteX67" fmla="*/ 4096601 w 9662615"/>
              <a:gd name="connsiteY67" fmla="*/ 1521563 h 1583140"/>
              <a:gd name="connsiteX68" fmla="*/ 4002441 w 9662615"/>
              <a:gd name="connsiteY68" fmla="*/ 1528912 h 1583140"/>
              <a:gd name="connsiteX69" fmla="*/ 3833906 w 9662615"/>
              <a:gd name="connsiteY69" fmla="*/ 1516637 h 1583140"/>
              <a:gd name="connsiteX70" fmla="*/ 3763845 w 9662615"/>
              <a:gd name="connsiteY70" fmla="*/ 1501782 h 1583140"/>
              <a:gd name="connsiteX71" fmla="*/ 3641778 w 9662615"/>
              <a:gd name="connsiteY71" fmla="*/ 1505446 h 1583140"/>
              <a:gd name="connsiteX72" fmla="*/ 3565233 w 9662615"/>
              <a:gd name="connsiteY72" fmla="*/ 1515122 h 1583140"/>
              <a:gd name="connsiteX73" fmla="*/ 3560267 w 9662615"/>
              <a:gd name="connsiteY73" fmla="*/ 1516288 h 1583140"/>
              <a:gd name="connsiteX74" fmla="*/ 3540258 w 9662615"/>
              <a:gd name="connsiteY74" fmla="*/ 1516976 h 1583140"/>
              <a:gd name="connsiteX75" fmla="*/ 3534780 w 9662615"/>
              <a:gd name="connsiteY75" fmla="*/ 1522141 h 1583140"/>
              <a:gd name="connsiteX76" fmla="*/ 3504783 w 9662615"/>
              <a:gd name="connsiteY76" fmla="*/ 1526739 h 1583140"/>
              <a:gd name="connsiteX77" fmla="*/ 3430805 w 9662615"/>
              <a:gd name="connsiteY77" fmla="*/ 1542521 h 1583140"/>
              <a:gd name="connsiteX78" fmla="*/ 3292707 w 9662615"/>
              <a:gd name="connsiteY78" fmla="*/ 1520490 h 1583140"/>
              <a:gd name="connsiteX79" fmla="*/ 3187872 w 9662615"/>
              <a:gd name="connsiteY79" fmla="*/ 1519991 h 1583140"/>
              <a:gd name="connsiteX80" fmla="*/ 3148026 w 9662615"/>
              <a:gd name="connsiteY80" fmla="*/ 1524777 h 1583140"/>
              <a:gd name="connsiteX81" fmla="*/ 3092394 w 9662615"/>
              <a:gd name="connsiteY81" fmla="*/ 1528115 h 1583140"/>
              <a:gd name="connsiteX82" fmla="*/ 2994200 w 9662615"/>
              <a:gd name="connsiteY82" fmla="*/ 1537857 h 1583140"/>
              <a:gd name="connsiteX83" fmla="*/ 2862301 w 9662615"/>
              <a:gd name="connsiteY83" fmla="*/ 1544250 h 1583140"/>
              <a:gd name="connsiteX84" fmla="*/ 2766335 w 9662615"/>
              <a:gd name="connsiteY84" fmla="*/ 1527662 h 1583140"/>
              <a:gd name="connsiteX85" fmla="*/ 2757836 w 9662615"/>
              <a:gd name="connsiteY85" fmla="*/ 1531371 h 1583140"/>
              <a:gd name="connsiteX86" fmla="*/ 2691555 w 9662615"/>
              <a:gd name="connsiteY86" fmla="*/ 1530283 h 1583140"/>
              <a:gd name="connsiteX87" fmla="*/ 2491676 w 9662615"/>
              <a:gd name="connsiteY87" fmla="*/ 1500859 h 1583140"/>
              <a:gd name="connsiteX88" fmla="*/ 2378036 w 9662615"/>
              <a:gd name="connsiteY88" fmla="*/ 1520645 h 1583140"/>
              <a:gd name="connsiteX89" fmla="*/ 2284269 w 9662615"/>
              <a:gd name="connsiteY89" fmla="*/ 1503068 h 1583140"/>
              <a:gd name="connsiteX90" fmla="*/ 2207104 w 9662615"/>
              <a:gd name="connsiteY90" fmla="*/ 1508888 h 1583140"/>
              <a:gd name="connsiteX91" fmla="*/ 2149226 w 9662615"/>
              <a:gd name="connsiteY91" fmla="*/ 1523409 h 1583140"/>
              <a:gd name="connsiteX92" fmla="*/ 2084783 w 9662615"/>
              <a:gd name="connsiteY92" fmla="*/ 1524245 h 1583140"/>
              <a:gd name="connsiteX93" fmla="*/ 2070075 w 9662615"/>
              <a:gd name="connsiteY93" fmla="*/ 1511285 h 1583140"/>
              <a:gd name="connsiteX94" fmla="*/ 2001057 w 9662615"/>
              <a:gd name="connsiteY94" fmla="*/ 1516449 h 1583140"/>
              <a:gd name="connsiteX95" fmla="*/ 1896330 w 9662615"/>
              <a:gd name="connsiteY95" fmla="*/ 1525725 h 1583140"/>
              <a:gd name="connsiteX96" fmla="*/ 1835994 w 9662615"/>
              <a:gd name="connsiteY96" fmla="*/ 1527678 h 1583140"/>
              <a:gd name="connsiteX97" fmla="*/ 1671119 w 9662615"/>
              <a:gd name="connsiteY97" fmla="*/ 1536701 h 1583140"/>
              <a:gd name="connsiteX98" fmla="*/ 1601337 w 9662615"/>
              <a:gd name="connsiteY98" fmla="*/ 1548552 h 1583140"/>
              <a:gd name="connsiteX99" fmla="*/ 1407755 w 9662615"/>
              <a:gd name="connsiteY99" fmla="*/ 1571444 h 1583140"/>
              <a:gd name="connsiteX100" fmla="*/ 1271994 w 9662615"/>
              <a:gd name="connsiteY100" fmla="*/ 1579471 h 1583140"/>
              <a:gd name="connsiteX101" fmla="*/ 1249226 w 9662615"/>
              <a:gd name="connsiteY101" fmla="*/ 1583140 h 1583140"/>
              <a:gd name="connsiteX102" fmla="*/ 1217719 w 9662615"/>
              <a:gd name="connsiteY102" fmla="*/ 1580863 h 1583140"/>
              <a:gd name="connsiteX103" fmla="*/ 1091432 w 9662615"/>
              <a:gd name="connsiteY103" fmla="*/ 1571003 h 1583140"/>
              <a:gd name="connsiteX104" fmla="*/ 992039 w 9662615"/>
              <a:gd name="connsiteY104" fmla="*/ 1556662 h 1583140"/>
              <a:gd name="connsiteX105" fmla="*/ 868264 w 9662615"/>
              <a:gd name="connsiteY105" fmla="*/ 1566392 h 1583140"/>
              <a:gd name="connsiteX106" fmla="*/ 792765 w 9662615"/>
              <a:gd name="connsiteY106" fmla="*/ 1563102 h 1583140"/>
              <a:gd name="connsiteX107" fmla="*/ 669055 w 9662615"/>
              <a:gd name="connsiteY107" fmla="*/ 1543638 h 1583140"/>
              <a:gd name="connsiteX108" fmla="*/ 506152 w 9662615"/>
              <a:gd name="connsiteY108" fmla="*/ 1549124 h 1583140"/>
              <a:gd name="connsiteX109" fmla="*/ 472797 w 9662615"/>
              <a:gd name="connsiteY109" fmla="*/ 1568904 h 1583140"/>
              <a:gd name="connsiteX110" fmla="*/ 427864 w 9662615"/>
              <a:gd name="connsiteY110" fmla="*/ 1580848 h 1583140"/>
              <a:gd name="connsiteX111" fmla="*/ 408381 w 9662615"/>
              <a:gd name="connsiteY111" fmla="*/ 1552940 h 1583140"/>
              <a:gd name="connsiteX112" fmla="*/ 267163 w 9662615"/>
              <a:gd name="connsiteY112" fmla="*/ 1531913 h 1583140"/>
              <a:gd name="connsiteX113" fmla="*/ 196644 w 9662615"/>
              <a:gd name="connsiteY113" fmla="*/ 1524565 h 1583140"/>
              <a:gd name="connsiteX114" fmla="*/ 86819 w 9662615"/>
              <a:gd name="connsiteY114" fmla="*/ 1519517 h 1583140"/>
              <a:gd name="connsiteX115" fmla="*/ 53369 w 9662615"/>
              <a:gd name="connsiteY115" fmla="*/ 1516853 h 1583140"/>
              <a:gd name="connsiteX116" fmla="*/ 2359 w 9662615"/>
              <a:gd name="connsiteY116" fmla="*/ 1515247 h 1583140"/>
              <a:gd name="connsiteX117" fmla="*/ 0 w 9662615"/>
              <a:gd name="connsiteY117" fmla="*/ 1514932 h 1583140"/>
              <a:gd name="connsiteX118" fmla="*/ 0 w 9662615"/>
              <a:gd name="connsiteY118" fmla="*/ 0 h 1583140"/>
              <a:gd name="connsiteX0" fmla="*/ 0 w 9662615"/>
              <a:gd name="connsiteY0" fmla="*/ 0 h 1583140"/>
              <a:gd name="connsiteX1" fmla="*/ 9662615 w 9662615"/>
              <a:gd name="connsiteY1" fmla="*/ 0 h 1583140"/>
              <a:gd name="connsiteX2" fmla="*/ 9662615 w 9662615"/>
              <a:gd name="connsiteY2" fmla="*/ 1280346 h 1583140"/>
              <a:gd name="connsiteX3" fmla="*/ 9658420 w 9662615"/>
              <a:gd name="connsiteY3" fmla="*/ 1280106 h 1583140"/>
              <a:gd name="connsiteX4" fmla="*/ 9469546 w 9662615"/>
              <a:gd name="connsiteY4" fmla="*/ 1289837 h 1583140"/>
              <a:gd name="connsiteX5" fmla="*/ 9385895 w 9662615"/>
              <a:gd name="connsiteY5" fmla="*/ 1269203 h 1583140"/>
              <a:gd name="connsiteX6" fmla="*/ 9144767 w 9662615"/>
              <a:gd name="connsiteY6" fmla="*/ 1264120 h 1583140"/>
              <a:gd name="connsiteX7" fmla="*/ 8976400 w 9662615"/>
              <a:gd name="connsiteY7" fmla="*/ 1326661 h 1583140"/>
              <a:gd name="connsiteX8" fmla="*/ 8784979 w 9662615"/>
              <a:gd name="connsiteY8" fmla="*/ 1342419 h 1583140"/>
              <a:gd name="connsiteX9" fmla="*/ 8695953 w 9662615"/>
              <a:gd name="connsiteY9" fmla="*/ 1346784 h 1583140"/>
              <a:gd name="connsiteX10" fmla="*/ 8652191 w 9662615"/>
              <a:gd name="connsiteY10" fmla="*/ 1345903 h 1583140"/>
              <a:gd name="connsiteX11" fmla="*/ 8591582 w 9662615"/>
              <a:gd name="connsiteY11" fmla="*/ 1341666 h 1583140"/>
              <a:gd name="connsiteX12" fmla="*/ 8537336 w 9662615"/>
              <a:gd name="connsiteY12" fmla="*/ 1341684 h 1583140"/>
              <a:gd name="connsiteX13" fmla="*/ 8416849 w 9662615"/>
              <a:gd name="connsiteY13" fmla="*/ 1367085 h 1583140"/>
              <a:gd name="connsiteX14" fmla="*/ 8278355 w 9662615"/>
              <a:gd name="connsiteY14" fmla="*/ 1386569 h 1583140"/>
              <a:gd name="connsiteX15" fmla="*/ 8197961 w 9662615"/>
              <a:gd name="connsiteY15" fmla="*/ 1392804 h 1583140"/>
              <a:gd name="connsiteX16" fmla="*/ 8171196 w 9662615"/>
              <a:gd name="connsiteY16" fmla="*/ 1397216 h 1583140"/>
              <a:gd name="connsiteX17" fmla="*/ 8087910 w 9662615"/>
              <a:gd name="connsiteY17" fmla="*/ 1386449 h 1583140"/>
              <a:gd name="connsiteX18" fmla="*/ 7974579 w 9662615"/>
              <a:gd name="connsiteY18" fmla="*/ 1383439 h 1583140"/>
              <a:gd name="connsiteX19" fmla="*/ 7768351 w 9662615"/>
              <a:gd name="connsiteY19" fmla="*/ 1395051 h 1583140"/>
              <a:gd name="connsiteX20" fmla="*/ 7635985 w 9662615"/>
              <a:gd name="connsiteY20" fmla="*/ 1386363 h 1583140"/>
              <a:gd name="connsiteX21" fmla="*/ 7466069 w 9662615"/>
              <a:gd name="connsiteY21" fmla="*/ 1377654 h 1583140"/>
              <a:gd name="connsiteX22" fmla="*/ 7355642 w 9662615"/>
              <a:gd name="connsiteY22" fmla="*/ 1407761 h 1583140"/>
              <a:gd name="connsiteX23" fmla="*/ 7215220 w 9662615"/>
              <a:gd name="connsiteY23" fmla="*/ 1397856 h 1583140"/>
              <a:gd name="connsiteX24" fmla="*/ 7082147 w 9662615"/>
              <a:gd name="connsiteY24" fmla="*/ 1406113 h 1583140"/>
              <a:gd name="connsiteX25" fmla="*/ 6987129 w 9662615"/>
              <a:gd name="connsiteY25" fmla="*/ 1404834 h 1583140"/>
              <a:gd name="connsiteX26" fmla="*/ 6907567 w 9662615"/>
              <a:gd name="connsiteY26" fmla="*/ 1419149 h 1583140"/>
              <a:gd name="connsiteX27" fmla="*/ 6748428 w 9662615"/>
              <a:gd name="connsiteY27" fmla="*/ 1420308 h 1583140"/>
              <a:gd name="connsiteX28" fmla="*/ 6654257 w 9662615"/>
              <a:gd name="connsiteY28" fmla="*/ 1424143 h 1583140"/>
              <a:gd name="connsiteX29" fmla="*/ 6620123 w 9662615"/>
              <a:gd name="connsiteY29" fmla="*/ 1430535 h 1583140"/>
              <a:gd name="connsiteX30" fmla="*/ 6571355 w 9662615"/>
              <a:gd name="connsiteY30" fmla="*/ 1436144 h 1583140"/>
              <a:gd name="connsiteX31" fmla="*/ 6486557 w 9662615"/>
              <a:gd name="connsiteY31" fmla="*/ 1449861 h 1583140"/>
              <a:gd name="connsiteX32" fmla="*/ 6370419 w 9662615"/>
              <a:gd name="connsiteY32" fmla="*/ 1461649 h 1583140"/>
              <a:gd name="connsiteX33" fmla="*/ 6278839 w 9662615"/>
              <a:gd name="connsiteY33" fmla="*/ 1449160 h 1583140"/>
              <a:gd name="connsiteX34" fmla="*/ 6272455 w 9662615"/>
              <a:gd name="connsiteY34" fmla="*/ 1453191 h 1583140"/>
              <a:gd name="connsiteX35" fmla="*/ 6212659 w 9662615"/>
              <a:gd name="connsiteY35" fmla="*/ 1454850 h 1583140"/>
              <a:gd name="connsiteX36" fmla="*/ 6069317 w 9662615"/>
              <a:gd name="connsiteY36" fmla="*/ 1445838 h 1583140"/>
              <a:gd name="connsiteX37" fmla="*/ 5878477 w 9662615"/>
              <a:gd name="connsiteY37" fmla="*/ 1439180 h 1583140"/>
              <a:gd name="connsiteX38" fmla="*/ 5838387 w 9662615"/>
              <a:gd name="connsiteY38" fmla="*/ 1444679 h 1583140"/>
              <a:gd name="connsiteX39" fmla="*/ 5771136 w 9662615"/>
              <a:gd name="connsiteY39" fmla="*/ 1453639 h 1583140"/>
              <a:gd name="connsiteX40" fmla="*/ 5724081 w 9662615"/>
              <a:gd name="connsiteY40" fmla="*/ 1470431 h 1583140"/>
              <a:gd name="connsiteX41" fmla="*/ 5666577 w 9662615"/>
              <a:gd name="connsiteY41" fmla="*/ 1473921 h 1583140"/>
              <a:gd name="connsiteX42" fmla="*/ 5649068 w 9662615"/>
              <a:gd name="connsiteY42" fmla="*/ 1461676 h 1583140"/>
              <a:gd name="connsiteX43" fmla="*/ 5588902 w 9662615"/>
              <a:gd name="connsiteY43" fmla="*/ 1469647 h 1583140"/>
              <a:gd name="connsiteX44" fmla="*/ 5498090 w 9662615"/>
              <a:gd name="connsiteY44" fmla="*/ 1483173 h 1583140"/>
              <a:gd name="connsiteX45" fmla="*/ 5444641 w 9662615"/>
              <a:gd name="connsiteY45" fmla="*/ 1487602 h 1583140"/>
              <a:gd name="connsiteX46" fmla="*/ 5299812 w 9662615"/>
              <a:gd name="connsiteY46" fmla="*/ 1503362 h 1583140"/>
              <a:gd name="connsiteX47" fmla="*/ 5245752 w 9662615"/>
              <a:gd name="connsiteY47" fmla="*/ 1520612 h 1583140"/>
              <a:gd name="connsiteX48" fmla="*/ 5177807 w 9662615"/>
              <a:gd name="connsiteY48" fmla="*/ 1526802 h 1583140"/>
              <a:gd name="connsiteX49" fmla="*/ 5113910 w 9662615"/>
              <a:gd name="connsiteY49" fmla="*/ 1533205 h 1583140"/>
              <a:gd name="connsiteX50" fmla="*/ 5059484 w 9662615"/>
              <a:gd name="connsiteY50" fmla="*/ 1546802 h 1583140"/>
              <a:gd name="connsiteX51" fmla="*/ 5038524 w 9662615"/>
              <a:gd name="connsiteY51" fmla="*/ 1545675 h 1583140"/>
              <a:gd name="connsiteX52" fmla="*/ 5026564 w 9662615"/>
              <a:gd name="connsiteY52" fmla="*/ 1545376 h 1583140"/>
              <a:gd name="connsiteX53" fmla="*/ 4969433 w 9662615"/>
              <a:gd name="connsiteY53" fmla="*/ 1550865 h 1583140"/>
              <a:gd name="connsiteX54" fmla="*/ 4929254 w 9662615"/>
              <a:gd name="connsiteY54" fmla="*/ 1563452 h 1583140"/>
              <a:gd name="connsiteX55" fmla="*/ 4871726 w 9662615"/>
              <a:gd name="connsiteY55" fmla="*/ 1570584 h 1583140"/>
              <a:gd name="connsiteX56" fmla="*/ 4843267 w 9662615"/>
              <a:gd name="connsiteY56" fmla="*/ 1561459 h 1583140"/>
              <a:gd name="connsiteX57" fmla="*/ 4821058 w 9662615"/>
              <a:gd name="connsiteY57" fmla="*/ 1553078 h 1583140"/>
              <a:gd name="connsiteX58" fmla="*/ 4791466 w 9662615"/>
              <a:gd name="connsiteY58" fmla="*/ 1561324 h 1583140"/>
              <a:gd name="connsiteX59" fmla="*/ 4784247 w 9662615"/>
              <a:gd name="connsiteY59" fmla="*/ 1562342 h 1583140"/>
              <a:gd name="connsiteX60" fmla="*/ 4739309 w 9662615"/>
              <a:gd name="connsiteY60" fmla="*/ 1553948 h 1583140"/>
              <a:gd name="connsiteX61" fmla="*/ 4697562 w 9662615"/>
              <a:gd name="connsiteY61" fmla="*/ 1551206 h 1583140"/>
              <a:gd name="connsiteX62" fmla="*/ 4650737 w 9662615"/>
              <a:gd name="connsiteY62" fmla="*/ 1537381 h 1583140"/>
              <a:gd name="connsiteX63" fmla="*/ 4583150 w 9662615"/>
              <a:gd name="connsiteY63" fmla="*/ 1529064 h 1583140"/>
              <a:gd name="connsiteX64" fmla="*/ 4521734 w 9662615"/>
              <a:gd name="connsiteY64" fmla="*/ 1529359 h 1583140"/>
              <a:gd name="connsiteX65" fmla="*/ 4382398 w 9662615"/>
              <a:gd name="connsiteY65" fmla="*/ 1534108 h 1583140"/>
              <a:gd name="connsiteX66" fmla="*/ 4221826 w 9662615"/>
              <a:gd name="connsiteY66" fmla="*/ 1500972 h 1583140"/>
              <a:gd name="connsiteX67" fmla="*/ 4096601 w 9662615"/>
              <a:gd name="connsiteY67" fmla="*/ 1521563 h 1583140"/>
              <a:gd name="connsiteX68" fmla="*/ 4002441 w 9662615"/>
              <a:gd name="connsiteY68" fmla="*/ 1528912 h 1583140"/>
              <a:gd name="connsiteX69" fmla="*/ 3833906 w 9662615"/>
              <a:gd name="connsiteY69" fmla="*/ 1516637 h 1583140"/>
              <a:gd name="connsiteX70" fmla="*/ 3763845 w 9662615"/>
              <a:gd name="connsiteY70" fmla="*/ 1501782 h 1583140"/>
              <a:gd name="connsiteX71" fmla="*/ 3641778 w 9662615"/>
              <a:gd name="connsiteY71" fmla="*/ 1505446 h 1583140"/>
              <a:gd name="connsiteX72" fmla="*/ 3565233 w 9662615"/>
              <a:gd name="connsiteY72" fmla="*/ 1515122 h 1583140"/>
              <a:gd name="connsiteX73" fmla="*/ 3560267 w 9662615"/>
              <a:gd name="connsiteY73" fmla="*/ 1516288 h 1583140"/>
              <a:gd name="connsiteX74" fmla="*/ 3540258 w 9662615"/>
              <a:gd name="connsiteY74" fmla="*/ 1516976 h 1583140"/>
              <a:gd name="connsiteX75" fmla="*/ 3534780 w 9662615"/>
              <a:gd name="connsiteY75" fmla="*/ 1522141 h 1583140"/>
              <a:gd name="connsiteX76" fmla="*/ 3504783 w 9662615"/>
              <a:gd name="connsiteY76" fmla="*/ 1526739 h 1583140"/>
              <a:gd name="connsiteX77" fmla="*/ 3430805 w 9662615"/>
              <a:gd name="connsiteY77" fmla="*/ 1542521 h 1583140"/>
              <a:gd name="connsiteX78" fmla="*/ 3292707 w 9662615"/>
              <a:gd name="connsiteY78" fmla="*/ 1520490 h 1583140"/>
              <a:gd name="connsiteX79" fmla="*/ 3187872 w 9662615"/>
              <a:gd name="connsiteY79" fmla="*/ 1519991 h 1583140"/>
              <a:gd name="connsiteX80" fmla="*/ 3148026 w 9662615"/>
              <a:gd name="connsiteY80" fmla="*/ 1524777 h 1583140"/>
              <a:gd name="connsiteX81" fmla="*/ 3092394 w 9662615"/>
              <a:gd name="connsiteY81" fmla="*/ 1528115 h 1583140"/>
              <a:gd name="connsiteX82" fmla="*/ 2994200 w 9662615"/>
              <a:gd name="connsiteY82" fmla="*/ 1537857 h 1583140"/>
              <a:gd name="connsiteX83" fmla="*/ 2862301 w 9662615"/>
              <a:gd name="connsiteY83" fmla="*/ 1544250 h 1583140"/>
              <a:gd name="connsiteX84" fmla="*/ 2766335 w 9662615"/>
              <a:gd name="connsiteY84" fmla="*/ 1527662 h 1583140"/>
              <a:gd name="connsiteX85" fmla="*/ 2757836 w 9662615"/>
              <a:gd name="connsiteY85" fmla="*/ 1531371 h 1583140"/>
              <a:gd name="connsiteX86" fmla="*/ 2691555 w 9662615"/>
              <a:gd name="connsiteY86" fmla="*/ 1530283 h 1583140"/>
              <a:gd name="connsiteX87" fmla="*/ 2491676 w 9662615"/>
              <a:gd name="connsiteY87" fmla="*/ 1500859 h 1583140"/>
              <a:gd name="connsiteX88" fmla="*/ 2378036 w 9662615"/>
              <a:gd name="connsiteY88" fmla="*/ 1520645 h 1583140"/>
              <a:gd name="connsiteX89" fmla="*/ 2284269 w 9662615"/>
              <a:gd name="connsiteY89" fmla="*/ 1503068 h 1583140"/>
              <a:gd name="connsiteX90" fmla="*/ 2207104 w 9662615"/>
              <a:gd name="connsiteY90" fmla="*/ 1508888 h 1583140"/>
              <a:gd name="connsiteX91" fmla="*/ 2149226 w 9662615"/>
              <a:gd name="connsiteY91" fmla="*/ 1523409 h 1583140"/>
              <a:gd name="connsiteX92" fmla="*/ 2084783 w 9662615"/>
              <a:gd name="connsiteY92" fmla="*/ 1524245 h 1583140"/>
              <a:gd name="connsiteX93" fmla="*/ 2070075 w 9662615"/>
              <a:gd name="connsiteY93" fmla="*/ 1511285 h 1583140"/>
              <a:gd name="connsiteX94" fmla="*/ 2001057 w 9662615"/>
              <a:gd name="connsiteY94" fmla="*/ 1516449 h 1583140"/>
              <a:gd name="connsiteX95" fmla="*/ 1896330 w 9662615"/>
              <a:gd name="connsiteY95" fmla="*/ 1525725 h 1583140"/>
              <a:gd name="connsiteX96" fmla="*/ 1835994 w 9662615"/>
              <a:gd name="connsiteY96" fmla="*/ 1527678 h 1583140"/>
              <a:gd name="connsiteX97" fmla="*/ 1671119 w 9662615"/>
              <a:gd name="connsiteY97" fmla="*/ 1536701 h 1583140"/>
              <a:gd name="connsiteX98" fmla="*/ 1601337 w 9662615"/>
              <a:gd name="connsiteY98" fmla="*/ 1548552 h 1583140"/>
              <a:gd name="connsiteX99" fmla="*/ 1407755 w 9662615"/>
              <a:gd name="connsiteY99" fmla="*/ 1571444 h 1583140"/>
              <a:gd name="connsiteX100" fmla="*/ 1271994 w 9662615"/>
              <a:gd name="connsiteY100" fmla="*/ 1579471 h 1583140"/>
              <a:gd name="connsiteX101" fmla="*/ 1249226 w 9662615"/>
              <a:gd name="connsiteY101" fmla="*/ 1583140 h 1583140"/>
              <a:gd name="connsiteX102" fmla="*/ 1217719 w 9662615"/>
              <a:gd name="connsiteY102" fmla="*/ 1580863 h 1583140"/>
              <a:gd name="connsiteX103" fmla="*/ 1091432 w 9662615"/>
              <a:gd name="connsiteY103" fmla="*/ 1571003 h 1583140"/>
              <a:gd name="connsiteX104" fmla="*/ 992039 w 9662615"/>
              <a:gd name="connsiteY104" fmla="*/ 1556662 h 1583140"/>
              <a:gd name="connsiteX105" fmla="*/ 868264 w 9662615"/>
              <a:gd name="connsiteY105" fmla="*/ 1566392 h 1583140"/>
              <a:gd name="connsiteX106" fmla="*/ 792765 w 9662615"/>
              <a:gd name="connsiteY106" fmla="*/ 1563102 h 1583140"/>
              <a:gd name="connsiteX107" fmla="*/ 669055 w 9662615"/>
              <a:gd name="connsiteY107" fmla="*/ 1543638 h 1583140"/>
              <a:gd name="connsiteX108" fmla="*/ 506152 w 9662615"/>
              <a:gd name="connsiteY108" fmla="*/ 1549124 h 1583140"/>
              <a:gd name="connsiteX109" fmla="*/ 472797 w 9662615"/>
              <a:gd name="connsiteY109" fmla="*/ 1568904 h 1583140"/>
              <a:gd name="connsiteX110" fmla="*/ 427864 w 9662615"/>
              <a:gd name="connsiteY110" fmla="*/ 1580848 h 1583140"/>
              <a:gd name="connsiteX111" fmla="*/ 408381 w 9662615"/>
              <a:gd name="connsiteY111" fmla="*/ 1552940 h 1583140"/>
              <a:gd name="connsiteX112" fmla="*/ 267163 w 9662615"/>
              <a:gd name="connsiteY112" fmla="*/ 1531913 h 1583140"/>
              <a:gd name="connsiteX113" fmla="*/ 196644 w 9662615"/>
              <a:gd name="connsiteY113" fmla="*/ 1524565 h 1583140"/>
              <a:gd name="connsiteX114" fmla="*/ 86819 w 9662615"/>
              <a:gd name="connsiteY114" fmla="*/ 1519517 h 1583140"/>
              <a:gd name="connsiteX115" fmla="*/ 53369 w 9662615"/>
              <a:gd name="connsiteY115" fmla="*/ 1516853 h 1583140"/>
              <a:gd name="connsiteX116" fmla="*/ 2359 w 9662615"/>
              <a:gd name="connsiteY116" fmla="*/ 1515247 h 1583140"/>
              <a:gd name="connsiteX117" fmla="*/ 0 w 9662615"/>
              <a:gd name="connsiteY117" fmla="*/ 1514932 h 1583140"/>
              <a:gd name="connsiteX118" fmla="*/ 0 w 9662615"/>
              <a:gd name="connsiteY118" fmla="*/ 0 h 1583140"/>
              <a:gd name="connsiteX0" fmla="*/ 0 w 9662615"/>
              <a:gd name="connsiteY0" fmla="*/ 0 h 1583140"/>
              <a:gd name="connsiteX1" fmla="*/ 9662615 w 9662615"/>
              <a:gd name="connsiteY1" fmla="*/ 0 h 1583140"/>
              <a:gd name="connsiteX2" fmla="*/ 9662615 w 9662615"/>
              <a:gd name="connsiteY2" fmla="*/ 1280346 h 1583140"/>
              <a:gd name="connsiteX3" fmla="*/ 9658420 w 9662615"/>
              <a:gd name="connsiteY3" fmla="*/ 1280106 h 1583140"/>
              <a:gd name="connsiteX4" fmla="*/ 9469546 w 9662615"/>
              <a:gd name="connsiteY4" fmla="*/ 1289837 h 1583140"/>
              <a:gd name="connsiteX5" fmla="*/ 9385895 w 9662615"/>
              <a:gd name="connsiteY5" fmla="*/ 1269203 h 1583140"/>
              <a:gd name="connsiteX6" fmla="*/ 9144767 w 9662615"/>
              <a:gd name="connsiteY6" fmla="*/ 1264120 h 1583140"/>
              <a:gd name="connsiteX7" fmla="*/ 8976400 w 9662615"/>
              <a:gd name="connsiteY7" fmla="*/ 1326661 h 1583140"/>
              <a:gd name="connsiteX8" fmla="*/ 8784979 w 9662615"/>
              <a:gd name="connsiteY8" fmla="*/ 1342419 h 1583140"/>
              <a:gd name="connsiteX9" fmla="*/ 8695953 w 9662615"/>
              <a:gd name="connsiteY9" fmla="*/ 1346784 h 1583140"/>
              <a:gd name="connsiteX10" fmla="*/ 8652191 w 9662615"/>
              <a:gd name="connsiteY10" fmla="*/ 1345903 h 1583140"/>
              <a:gd name="connsiteX11" fmla="*/ 8591582 w 9662615"/>
              <a:gd name="connsiteY11" fmla="*/ 1341666 h 1583140"/>
              <a:gd name="connsiteX12" fmla="*/ 8537336 w 9662615"/>
              <a:gd name="connsiteY12" fmla="*/ 1341684 h 1583140"/>
              <a:gd name="connsiteX13" fmla="*/ 8416849 w 9662615"/>
              <a:gd name="connsiteY13" fmla="*/ 1367085 h 1583140"/>
              <a:gd name="connsiteX14" fmla="*/ 8278355 w 9662615"/>
              <a:gd name="connsiteY14" fmla="*/ 1386569 h 1583140"/>
              <a:gd name="connsiteX15" fmla="*/ 8197961 w 9662615"/>
              <a:gd name="connsiteY15" fmla="*/ 1392804 h 1583140"/>
              <a:gd name="connsiteX16" fmla="*/ 8171196 w 9662615"/>
              <a:gd name="connsiteY16" fmla="*/ 1397216 h 1583140"/>
              <a:gd name="connsiteX17" fmla="*/ 8087910 w 9662615"/>
              <a:gd name="connsiteY17" fmla="*/ 1386449 h 1583140"/>
              <a:gd name="connsiteX18" fmla="*/ 7974579 w 9662615"/>
              <a:gd name="connsiteY18" fmla="*/ 1383439 h 1583140"/>
              <a:gd name="connsiteX19" fmla="*/ 7768351 w 9662615"/>
              <a:gd name="connsiteY19" fmla="*/ 1395051 h 1583140"/>
              <a:gd name="connsiteX20" fmla="*/ 7635985 w 9662615"/>
              <a:gd name="connsiteY20" fmla="*/ 1386363 h 1583140"/>
              <a:gd name="connsiteX21" fmla="*/ 7466069 w 9662615"/>
              <a:gd name="connsiteY21" fmla="*/ 1377654 h 1583140"/>
              <a:gd name="connsiteX22" fmla="*/ 7355642 w 9662615"/>
              <a:gd name="connsiteY22" fmla="*/ 1407761 h 1583140"/>
              <a:gd name="connsiteX23" fmla="*/ 7215220 w 9662615"/>
              <a:gd name="connsiteY23" fmla="*/ 1397856 h 1583140"/>
              <a:gd name="connsiteX24" fmla="*/ 7082147 w 9662615"/>
              <a:gd name="connsiteY24" fmla="*/ 1406113 h 1583140"/>
              <a:gd name="connsiteX25" fmla="*/ 6987129 w 9662615"/>
              <a:gd name="connsiteY25" fmla="*/ 1404834 h 1583140"/>
              <a:gd name="connsiteX26" fmla="*/ 6907567 w 9662615"/>
              <a:gd name="connsiteY26" fmla="*/ 1419149 h 1583140"/>
              <a:gd name="connsiteX27" fmla="*/ 6748428 w 9662615"/>
              <a:gd name="connsiteY27" fmla="*/ 1420308 h 1583140"/>
              <a:gd name="connsiteX28" fmla="*/ 6654257 w 9662615"/>
              <a:gd name="connsiteY28" fmla="*/ 1424143 h 1583140"/>
              <a:gd name="connsiteX29" fmla="*/ 6620123 w 9662615"/>
              <a:gd name="connsiteY29" fmla="*/ 1430535 h 1583140"/>
              <a:gd name="connsiteX30" fmla="*/ 6571355 w 9662615"/>
              <a:gd name="connsiteY30" fmla="*/ 1436144 h 1583140"/>
              <a:gd name="connsiteX31" fmla="*/ 6486557 w 9662615"/>
              <a:gd name="connsiteY31" fmla="*/ 1449861 h 1583140"/>
              <a:gd name="connsiteX32" fmla="*/ 6370419 w 9662615"/>
              <a:gd name="connsiteY32" fmla="*/ 1461649 h 1583140"/>
              <a:gd name="connsiteX33" fmla="*/ 6278839 w 9662615"/>
              <a:gd name="connsiteY33" fmla="*/ 1449160 h 1583140"/>
              <a:gd name="connsiteX34" fmla="*/ 6272455 w 9662615"/>
              <a:gd name="connsiteY34" fmla="*/ 1453191 h 1583140"/>
              <a:gd name="connsiteX35" fmla="*/ 6212659 w 9662615"/>
              <a:gd name="connsiteY35" fmla="*/ 1454850 h 1583140"/>
              <a:gd name="connsiteX36" fmla="*/ 6069317 w 9662615"/>
              <a:gd name="connsiteY36" fmla="*/ 1445838 h 1583140"/>
              <a:gd name="connsiteX37" fmla="*/ 5878477 w 9662615"/>
              <a:gd name="connsiteY37" fmla="*/ 1439180 h 1583140"/>
              <a:gd name="connsiteX38" fmla="*/ 5838387 w 9662615"/>
              <a:gd name="connsiteY38" fmla="*/ 1444679 h 1583140"/>
              <a:gd name="connsiteX39" fmla="*/ 5771136 w 9662615"/>
              <a:gd name="connsiteY39" fmla="*/ 1453639 h 1583140"/>
              <a:gd name="connsiteX40" fmla="*/ 5724081 w 9662615"/>
              <a:gd name="connsiteY40" fmla="*/ 1470431 h 1583140"/>
              <a:gd name="connsiteX41" fmla="*/ 5666577 w 9662615"/>
              <a:gd name="connsiteY41" fmla="*/ 1473921 h 1583140"/>
              <a:gd name="connsiteX42" fmla="*/ 5649068 w 9662615"/>
              <a:gd name="connsiteY42" fmla="*/ 1461676 h 1583140"/>
              <a:gd name="connsiteX43" fmla="*/ 5588902 w 9662615"/>
              <a:gd name="connsiteY43" fmla="*/ 1469647 h 1583140"/>
              <a:gd name="connsiteX44" fmla="*/ 5498090 w 9662615"/>
              <a:gd name="connsiteY44" fmla="*/ 1483173 h 1583140"/>
              <a:gd name="connsiteX45" fmla="*/ 5444641 w 9662615"/>
              <a:gd name="connsiteY45" fmla="*/ 1487602 h 1583140"/>
              <a:gd name="connsiteX46" fmla="*/ 5299812 w 9662615"/>
              <a:gd name="connsiteY46" fmla="*/ 1503362 h 1583140"/>
              <a:gd name="connsiteX47" fmla="*/ 5245752 w 9662615"/>
              <a:gd name="connsiteY47" fmla="*/ 1520612 h 1583140"/>
              <a:gd name="connsiteX48" fmla="*/ 5177807 w 9662615"/>
              <a:gd name="connsiteY48" fmla="*/ 1526802 h 1583140"/>
              <a:gd name="connsiteX49" fmla="*/ 5113910 w 9662615"/>
              <a:gd name="connsiteY49" fmla="*/ 1533205 h 1583140"/>
              <a:gd name="connsiteX50" fmla="*/ 5059484 w 9662615"/>
              <a:gd name="connsiteY50" fmla="*/ 1546802 h 1583140"/>
              <a:gd name="connsiteX51" fmla="*/ 5038524 w 9662615"/>
              <a:gd name="connsiteY51" fmla="*/ 1545675 h 1583140"/>
              <a:gd name="connsiteX52" fmla="*/ 5026564 w 9662615"/>
              <a:gd name="connsiteY52" fmla="*/ 1545376 h 1583140"/>
              <a:gd name="connsiteX53" fmla="*/ 4969433 w 9662615"/>
              <a:gd name="connsiteY53" fmla="*/ 1550865 h 1583140"/>
              <a:gd name="connsiteX54" fmla="*/ 4929254 w 9662615"/>
              <a:gd name="connsiteY54" fmla="*/ 1563452 h 1583140"/>
              <a:gd name="connsiteX55" fmla="*/ 4871726 w 9662615"/>
              <a:gd name="connsiteY55" fmla="*/ 1570584 h 1583140"/>
              <a:gd name="connsiteX56" fmla="*/ 4843267 w 9662615"/>
              <a:gd name="connsiteY56" fmla="*/ 1561459 h 1583140"/>
              <a:gd name="connsiteX57" fmla="*/ 4821058 w 9662615"/>
              <a:gd name="connsiteY57" fmla="*/ 1553078 h 1583140"/>
              <a:gd name="connsiteX58" fmla="*/ 4791466 w 9662615"/>
              <a:gd name="connsiteY58" fmla="*/ 1561324 h 1583140"/>
              <a:gd name="connsiteX59" fmla="*/ 4784247 w 9662615"/>
              <a:gd name="connsiteY59" fmla="*/ 1562342 h 1583140"/>
              <a:gd name="connsiteX60" fmla="*/ 4739309 w 9662615"/>
              <a:gd name="connsiteY60" fmla="*/ 1553948 h 1583140"/>
              <a:gd name="connsiteX61" fmla="*/ 4697562 w 9662615"/>
              <a:gd name="connsiteY61" fmla="*/ 1551206 h 1583140"/>
              <a:gd name="connsiteX62" fmla="*/ 4650737 w 9662615"/>
              <a:gd name="connsiteY62" fmla="*/ 1537381 h 1583140"/>
              <a:gd name="connsiteX63" fmla="*/ 4583150 w 9662615"/>
              <a:gd name="connsiteY63" fmla="*/ 1529064 h 1583140"/>
              <a:gd name="connsiteX64" fmla="*/ 4521734 w 9662615"/>
              <a:gd name="connsiteY64" fmla="*/ 1529359 h 1583140"/>
              <a:gd name="connsiteX65" fmla="*/ 4382398 w 9662615"/>
              <a:gd name="connsiteY65" fmla="*/ 1534108 h 1583140"/>
              <a:gd name="connsiteX66" fmla="*/ 4221826 w 9662615"/>
              <a:gd name="connsiteY66" fmla="*/ 1500972 h 1583140"/>
              <a:gd name="connsiteX67" fmla="*/ 4096601 w 9662615"/>
              <a:gd name="connsiteY67" fmla="*/ 1521563 h 1583140"/>
              <a:gd name="connsiteX68" fmla="*/ 4002441 w 9662615"/>
              <a:gd name="connsiteY68" fmla="*/ 1528912 h 1583140"/>
              <a:gd name="connsiteX69" fmla="*/ 3833906 w 9662615"/>
              <a:gd name="connsiteY69" fmla="*/ 1516637 h 1583140"/>
              <a:gd name="connsiteX70" fmla="*/ 3763845 w 9662615"/>
              <a:gd name="connsiteY70" fmla="*/ 1501782 h 1583140"/>
              <a:gd name="connsiteX71" fmla="*/ 3641778 w 9662615"/>
              <a:gd name="connsiteY71" fmla="*/ 1505446 h 1583140"/>
              <a:gd name="connsiteX72" fmla="*/ 3565233 w 9662615"/>
              <a:gd name="connsiteY72" fmla="*/ 1515122 h 1583140"/>
              <a:gd name="connsiteX73" fmla="*/ 3560267 w 9662615"/>
              <a:gd name="connsiteY73" fmla="*/ 1516288 h 1583140"/>
              <a:gd name="connsiteX74" fmla="*/ 3540258 w 9662615"/>
              <a:gd name="connsiteY74" fmla="*/ 1516976 h 1583140"/>
              <a:gd name="connsiteX75" fmla="*/ 3534780 w 9662615"/>
              <a:gd name="connsiteY75" fmla="*/ 1522141 h 1583140"/>
              <a:gd name="connsiteX76" fmla="*/ 3504783 w 9662615"/>
              <a:gd name="connsiteY76" fmla="*/ 1526739 h 1583140"/>
              <a:gd name="connsiteX77" fmla="*/ 3430805 w 9662615"/>
              <a:gd name="connsiteY77" fmla="*/ 1542521 h 1583140"/>
              <a:gd name="connsiteX78" fmla="*/ 3292707 w 9662615"/>
              <a:gd name="connsiteY78" fmla="*/ 1520490 h 1583140"/>
              <a:gd name="connsiteX79" fmla="*/ 3187872 w 9662615"/>
              <a:gd name="connsiteY79" fmla="*/ 1519991 h 1583140"/>
              <a:gd name="connsiteX80" fmla="*/ 3148026 w 9662615"/>
              <a:gd name="connsiteY80" fmla="*/ 1524777 h 1583140"/>
              <a:gd name="connsiteX81" fmla="*/ 3092394 w 9662615"/>
              <a:gd name="connsiteY81" fmla="*/ 1528115 h 1583140"/>
              <a:gd name="connsiteX82" fmla="*/ 2994200 w 9662615"/>
              <a:gd name="connsiteY82" fmla="*/ 1537857 h 1583140"/>
              <a:gd name="connsiteX83" fmla="*/ 2862301 w 9662615"/>
              <a:gd name="connsiteY83" fmla="*/ 1544250 h 1583140"/>
              <a:gd name="connsiteX84" fmla="*/ 2766335 w 9662615"/>
              <a:gd name="connsiteY84" fmla="*/ 1527662 h 1583140"/>
              <a:gd name="connsiteX85" fmla="*/ 2757836 w 9662615"/>
              <a:gd name="connsiteY85" fmla="*/ 1531371 h 1583140"/>
              <a:gd name="connsiteX86" fmla="*/ 2691555 w 9662615"/>
              <a:gd name="connsiteY86" fmla="*/ 1530283 h 1583140"/>
              <a:gd name="connsiteX87" fmla="*/ 2491676 w 9662615"/>
              <a:gd name="connsiteY87" fmla="*/ 1500859 h 1583140"/>
              <a:gd name="connsiteX88" fmla="*/ 2378036 w 9662615"/>
              <a:gd name="connsiteY88" fmla="*/ 1520645 h 1583140"/>
              <a:gd name="connsiteX89" fmla="*/ 2284269 w 9662615"/>
              <a:gd name="connsiteY89" fmla="*/ 1503068 h 1583140"/>
              <a:gd name="connsiteX90" fmla="*/ 2207104 w 9662615"/>
              <a:gd name="connsiteY90" fmla="*/ 1508888 h 1583140"/>
              <a:gd name="connsiteX91" fmla="*/ 2149226 w 9662615"/>
              <a:gd name="connsiteY91" fmla="*/ 1523409 h 1583140"/>
              <a:gd name="connsiteX92" fmla="*/ 2084783 w 9662615"/>
              <a:gd name="connsiteY92" fmla="*/ 1524245 h 1583140"/>
              <a:gd name="connsiteX93" fmla="*/ 2070075 w 9662615"/>
              <a:gd name="connsiteY93" fmla="*/ 1511285 h 1583140"/>
              <a:gd name="connsiteX94" fmla="*/ 2001057 w 9662615"/>
              <a:gd name="connsiteY94" fmla="*/ 1516449 h 1583140"/>
              <a:gd name="connsiteX95" fmla="*/ 1896330 w 9662615"/>
              <a:gd name="connsiteY95" fmla="*/ 1525725 h 1583140"/>
              <a:gd name="connsiteX96" fmla="*/ 1835994 w 9662615"/>
              <a:gd name="connsiteY96" fmla="*/ 1527678 h 1583140"/>
              <a:gd name="connsiteX97" fmla="*/ 1671119 w 9662615"/>
              <a:gd name="connsiteY97" fmla="*/ 1536701 h 1583140"/>
              <a:gd name="connsiteX98" fmla="*/ 1601337 w 9662615"/>
              <a:gd name="connsiteY98" fmla="*/ 1548552 h 1583140"/>
              <a:gd name="connsiteX99" fmla="*/ 1407755 w 9662615"/>
              <a:gd name="connsiteY99" fmla="*/ 1571444 h 1583140"/>
              <a:gd name="connsiteX100" fmla="*/ 1271994 w 9662615"/>
              <a:gd name="connsiteY100" fmla="*/ 1579471 h 1583140"/>
              <a:gd name="connsiteX101" fmla="*/ 1249226 w 9662615"/>
              <a:gd name="connsiteY101" fmla="*/ 1583140 h 1583140"/>
              <a:gd name="connsiteX102" fmla="*/ 1217719 w 9662615"/>
              <a:gd name="connsiteY102" fmla="*/ 1580863 h 1583140"/>
              <a:gd name="connsiteX103" fmla="*/ 1091432 w 9662615"/>
              <a:gd name="connsiteY103" fmla="*/ 1571003 h 1583140"/>
              <a:gd name="connsiteX104" fmla="*/ 992039 w 9662615"/>
              <a:gd name="connsiteY104" fmla="*/ 1556662 h 1583140"/>
              <a:gd name="connsiteX105" fmla="*/ 868264 w 9662615"/>
              <a:gd name="connsiteY105" fmla="*/ 1566392 h 1583140"/>
              <a:gd name="connsiteX106" fmla="*/ 792765 w 9662615"/>
              <a:gd name="connsiteY106" fmla="*/ 1563102 h 1583140"/>
              <a:gd name="connsiteX107" fmla="*/ 669055 w 9662615"/>
              <a:gd name="connsiteY107" fmla="*/ 1543638 h 1583140"/>
              <a:gd name="connsiteX108" fmla="*/ 506152 w 9662615"/>
              <a:gd name="connsiteY108" fmla="*/ 1549124 h 1583140"/>
              <a:gd name="connsiteX109" fmla="*/ 472797 w 9662615"/>
              <a:gd name="connsiteY109" fmla="*/ 1568904 h 1583140"/>
              <a:gd name="connsiteX110" fmla="*/ 427864 w 9662615"/>
              <a:gd name="connsiteY110" fmla="*/ 1580848 h 1583140"/>
              <a:gd name="connsiteX111" fmla="*/ 408381 w 9662615"/>
              <a:gd name="connsiteY111" fmla="*/ 1552940 h 1583140"/>
              <a:gd name="connsiteX112" fmla="*/ 267163 w 9662615"/>
              <a:gd name="connsiteY112" fmla="*/ 1531913 h 1583140"/>
              <a:gd name="connsiteX113" fmla="*/ 196644 w 9662615"/>
              <a:gd name="connsiteY113" fmla="*/ 1524565 h 1583140"/>
              <a:gd name="connsiteX114" fmla="*/ 86819 w 9662615"/>
              <a:gd name="connsiteY114" fmla="*/ 1519517 h 1583140"/>
              <a:gd name="connsiteX115" fmla="*/ 53369 w 9662615"/>
              <a:gd name="connsiteY115" fmla="*/ 1516853 h 1583140"/>
              <a:gd name="connsiteX116" fmla="*/ 2359 w 9662615"/>
              <a:gd name="connsiteY116" fmla="*/ 1515247 h 1583140"/>
              <a:gd name="connsiteX117" fmla="*/ 0 w 9662615"/>
              <a:gd name="connsiteY117" fmla="*/ 1514932 h 1583140"/>
              <a:gd name="connsiteX118" fmla="*/ 0 w 9662615"/>
              <a:gd name="connsiteY118" fmla="*/ 0 h 1583140"/>
              <a:gd name="connsiteX0" fmla="*/ 0 w 9662615"/>
              <a:gd name="connsiteY0" fmla="*/ 0 h 1583140"/>
              <a:gd name="connsiteX1" fmla="*/ 9662615 w 9662615"/>
              <a:gd name="connsiteY1" fmla="*/ 0 h 1583140"/>
              <a:gd name="connsiteX2" fmla="*/ 9662615 w 9662615"/>
              <a:gd name="connsiteY2" fmla="*/ 1280346 h 1583140"/>
              <a:gd name="connsiteX3" fmla="*/ 9658420 w 9662615"/>
              <a:gd name="connsiteY3" fmla="*/ 1280106 h 1583140"/>
              <a:gd name="connsiteX4" fmla="*/ 9469546 w 9662615"/>
              <a:gd name="connsiteY4" fmla="*/ 1289837 h 1583140"/>
              <a:gd name="connsiteX5" fmla="*/ 9326260 w 9662615"/>
              <a:gd name="connsiteY5" fmla="*/ 1277155 h 1583140"/>
              <a:gd name="connsiteX6" fmla="*/ 9144767 w 9662615"/>
              <a:gd name="connsiteY6" fmla="*/ 1264120 h 1583140"/>
              <a:gd name="connsiteX7" fmla="*/ 8976400 w 9662615"/>
              <a:gd name="connsiteY7" fmla="*/ 1326661 h 1583140"/>
              <a:gd name="connsiteX8" fmla="*/ 8784979 w 9662615"/>
              <a:gd name="connsiteY8" fmla="*/ 1342419 h 1583140"/>
              <a:gd name="connsiteX9" fmla="*/ 8695953 w 9662615"/>
              <a:gd name="connsiteY9" fmla="*/ 1346784 h 1583140"/>
              <a:gd name="connsiteX10" fmla="*/ 8652191 w 9662615"/>
              <a:gd name="connsiteY10" fmla="*/ 1345903 h 1583140"/>
              <a:gd name="connsiteX11" fmla="*/ 8591582 w 9662615"/>
              <a:gd name="connsiteY11" fmla="*/ 1341666 h 1583140"/>
              <a:gd name="connsiteX12" fmla="*/ 8537336 w 9662615"/>
              <a:gd name="connsiteY12" fmla="*/ 1341684 h 1583140"/>
              <a:gd name="connsiteX13" fmla="*/ 8416849 w 9662615"/>
              <a:gd name="connsiteY13" fmla="*/ 1367085 h 1583140"/>
              <a:gd name="connsiteX14" fmla="*/ 8278355 w 9662615"/>
              <a:gd name="connsiteY14" fmla="*/ 1386569 h 1583140"/>
              <a:gd name="connsiteX15" fmla="*/ 8197961 w 9662615"/>
              <a:gd name="connsiteY15" fmla="*/ 1392804 h 1583140"/>
              <a:gd name="connsiteX16" fmla="*/ 8171196 w 9662615"/>
              <a:gd name="connsiteY16" fmla="*/ 1397216 h 1583140"/>
              <a:gd name="connsiteX17" fmla="*/ 8087910 w 9662615"/>
              <a:gd name="connsiteY17" fmla="*/ 1386449 h 1583140"/>
              <a:gd name="connsiteX18" fmla="*/ 7974579 w 9662615"/>
              <a:gd name="connsiteY18" fmla="*/ 1383439 h 1583140"/>
              <a:gd name="connsiteX19" fmla="*/ 7768351 w 9662615"/>
              <a:gd name="connsiteY19" fmla="*/ 1395051 h 1583140"/>
              <a:gd name="connsiteX20" fmla="*/ 7635985 w 9662615"/>
              <a:gd name="connsiteY20" fmla="*/ 1386363 h 1583140"/>
              <a:gd name="connsiteX21" fmla="*/ 7466069 w 9662615"/>
              <a:gd name="connsiteY21" fmla="*/ 1377654 h 1583140"/>
              <a:gd name="connsiteX22" fmla="*/ 7355642 w 9662615"/>
              <a:gd name="connsiteY22" fmla="*/ 1407761 h 1583140"/>
              <a:gd name="connsiteX23" fmla="*/ 7215220 w 9662615"/>
              <a:gd name="connsiteY23" fmla="*/ 1397856 h 1583140"/>
              <a:gd name="connsiteX24" fmla="*/ 7082147 w 9662615"/>
              <a:gd name="connsiteY24" fmla="*/ 1406113 h 1583140"/>
              <a:gd name="connsiteX25" fmla="*/ 6987129 w 9662615"/>
              <a:gd name="connsiteY25" fmla="*/ 1404834 h 1583140"/>
              <a:gd name="connsiteX26" fmla="*/ 6907567 w 9662615"/>
              <a:gd name="connsiteY26" fmla="*/ 1419149 h 1583140"/>
              <a:gd name="connsiteX27" fmla="*/ 6748428 w 9662615"/>
              <a:gd name="connsiteY27" fmla="*/ 1420308 h 1583140"/>
              <a:gd name="connsiteX28" fmla="*/ 6654257 w 9662615"/>
              <a:gd name="connsiteY28" fmla="*/ 1424143 h 1583140"/>
              <a:gd name="connsiteX29" fmla="*/ 6620123 w 9662615"/>
              <a:gd name="connsiteY29" fmla="*/ 1430535 h 1583140"/>
              <a:gd name="connsiteX30" fmla="*/ 6571355 w 9662615"/>
              <a:gd name="connsiteY30" fmla="*/ 1436144 h 1583140"/>
              <a:gd name="connsiteX31" fmla="*/ 6486557 w 9662615"/>
              <a:gd name="connsiteY31" fmla="*/ 1449861 h 1583140"/>
              <a:gd name="connsiteX32" fmla="*/ 6370419 w 9662615"/>
              <a:gd name="connsiteY32" fmla="*/ 1461649 h 1583140"/>
              <a:gd name="connsiteX33" fmla="*/ 6278839 w 9662615"/>
              <a:gd name="connsiteY33" fmla="*/ 1449160 h 1583140"/>
              <a:gd name="connsiteX34" fmla="*/ 6272455 w 9662615"/>
              <a:gd name="connsiteY34" fmla="*/ 1453191 h 1583140"/>
              <a:gd name="connsiteX35" fmla="*/ 6212659 w 9662615"/>
              <a:gd name="connsiteY35" fmla="*/ 1454850 h 1583140"/>
              <a:gd name="connsiteX36" fmla="*/ 6069317 w 9662615"/>
              <a:gd name="connsiteY36" fmla="*/ 1445838 h 1583140"/>
              <a:gd name="connsiteX37" fmla="*/ 5878477 w 9662615"/>
              <a:gd name="connsiteY37" fmla="*/ 1439180 h 1583140"/>
              <a:gd name="connsiteX38" fmla="*/ 5838387 w 9662615"/>
              <a:gd name="connsiteY38" fmla="*/ 1444679 h 1583140"/>
              <a:gd name="connsiteX39" fmla="*/ 5771136 w 9662615"/>
              <a:gd name="connsiteY39" fmla="*/ 1453639 h 1583140"/>
              <a:gd name="connsiteX40" fmla="*/ 5724081 w 9662615"/>
              <a:gd name="connsiteY40" fmla="*/ 1470431 h 1583140"/>
              <a:gd name="connsiteX41" fmla="*/ 5666577 w 9662615"/>
              <a:gd name="connsiteY41" fmla="*/ 1473921 h 1583140"/>
              <a:gd name="connsiteX42" fmla="*/ 5649068 w 9662615"/>
              <a:gd name="connsiteY42" fmla="*/ 1461676 h 1583140"/>
              <a:gd name="connsiteX43" fmla="*/ 5588902 w 9662615"/>
              <a:gd name="connsiteY43" fmla="*/ 1469647 h 1583140"/>
              <a:gd name="connsiteX44" fmla="*/ 5498090 w 9662615"/>
              <a:gd name="connsiteY44" fmla="*/ 1483173 h 1583140"/>
              <a:gd name="connsiteX45" fmla="*/ 5444641 w 9662615"/>
              <a:gd name="connsiteY45" fmla="*/ 1487602 h 1583140"/>
              <a:gd name="connsiteX46" fmla="*/ 5299812 w 9662615"/>
              <a:gd name="connsiteY46" fmla="*/ 1503362 h 1583140"/>
              <a:gd name="connsiteX47" fmla="*/ 5245752 w 9662615"/>
              <a:gd name="connsiteY47" fmla="*/ 1520612 h 1583140"/>
              <a:gd name="connsiteX48" fmla="*/ 5177807 w 9662615"/>
              <a:gd name="connsiteY48" fmla="*/ 1526802 h 1583140"/>
              <a:gd name="connsiteX49" fmla="*/ 5113910 w 9662615"/>
              <a:gd name="connsiteY49" fmla="*/ 1533205 h 1583140"/>
              <a:gd name="connsiteX50" fmla="*/ 5059484 w 9662615"/>
              <a:gd name="connsiteY50" fmla="*/ 1546802 h 1583140"/>
              <a:gd name="connsiteX51" fmla="*/ 5038524 w 9662615"/>
              <a:gd name="connsiteY51" fmla="*/ 1545675 h 1583140"/>
              <a:gd name="connsiteX52" fmla="*/ 5026564 w 9662615"/>
              <a:gd name="connsiteY52" fmla="*/ 1545376 h 1583140"/>
              <a:gd name="connsiteX53" fmla="*/ 4969433 w 9662615"/>
              <a:gd name="connsiteY53" fmla="*/ 1550865 h 1583140"/>
              <a:gd name="connsiteX54" fmla="*/ 4929254 w 9662615"/>
              <a:gd name="connsiteY54" fmla="*/ 1563452 h 1583140"/>
              <a:gd name="connsiteX55" fmla="*/ 4871726 w 9662615"/>
              <a:gd name="connsiteY55" fmla="*/ 1570584 h 1583140"/>
              <a:gd name="connsiteX56" fmla="*/ 4843267 w 9662615"/>
              <a:gd name="connsiteY56" fmla="*/ 1561459 h 1583140"/>
              <a:gd name="connsiteX57" fmla="*/ 4821058 w 9662615"/>
              <a:gd name="connsiteY57" fmla="*/ 1553078 h 1583140"/>
              <a:gd name="connsiteX58" fmla="*/ 4791466 w 9662615"/>
              <a:gd name="connsiteY58" fmla="*/ 1561324 h 1583140"/>
              <a:gd name="connsiteX59" fmla="*/ 4784247 w 9662615"/>
              <a:gd name="connsiteY59" fmla="*/ 1562342 h 1583140"/>
              <a:gd name="connsiteX60" fmla="*/ 4739309 w 9662615"/>
              <a:gd name="connsiteY60" fmla="*/ 1553948 h 1583140"/>
              <a:gd name="connsiteX61" fmla="*/ 4697562 w 9662615"/>
              <a:gd name="connsiteY61" fmla="*/ 1551206 h 1583140"/>
              <a:gd name="connsiteX62" fmla="*/ 4650737 w 9662615"/>
              <a:gd name="connsiteY62" fmla="*/ 1537381 h 1583140"/>
              <a:gd name="connsiteX63" fmla="*/ 4583150 w 9662615"/>
              <a:gd name="connsiteY63" fmla="*/ 1529064 h 1583140"/>
              <a:gd name="connsiteX64" fmla="*/ 4521734 w 9662615"/>
              <a:gd name="connsiteY64" fmla="*/ 1529359 h 1583140"/>
              <a:gd name="connsiteX65" fmla="*/ 4382398 w 9662615"/>
              <a:gd name="connsiteY65" fmla="*/ 1534108 h 1583140"/>
              <a:gd name="connsiteX66" fmla="*/ 4221826 w 9662615"/>
              <a:gd name="connsiteY66" fmla="*/ 1500972 h 1583140"/>
              <a:gd name="connsiteX67" fmla="*/ 4096601 w 9662615"/>
              <a:gd name="connsiteY67" fmla="*/ 1521563 h 1583140"/>
              <a:gd name="connsiteX68" fmla="*/ 4002441 w 9662615"/>
              <a:gd name="connsiteY68" fmla="*/ 1528912 h 1583140"/>
              <a:gd name="connsiteX69" fmla="*/ 3833906 w 9662615"/>
              <a:gd name="connsiteY69" fmla="*/ 1516637 h 1583140"/>
              <a:gd name="connsiteX70" fmla="*/ 3763845 w 9662615"/>
              <a:gd name="connsiteY70" fmla="*/ 1501782 h 1583140"/>
              <a:gd name="connsiteX71" fmla="*/ 3641778 w 9662615"/>
              <a:gd name="connsiteY71" fmla="*/ 1505446 h 1583140"/>
              <a:gd name="connsiteX72" fmla="*/ 3565233 w 9662615"/>
              <a:gd name="connsiteY72" fmla="*/ 1515122 h 1583140"/>
              <a:gd name="connsiteX73" fmla="*/ 3560267 w 9662615"/>
              <a:gd name="connsiteY73" fmla="*/ 1516288 h 1583140"/>
              <a:gd name="connsiteX74" fmla="*/ 3540258 w 9662615"/>
              <a:gd name="connsiteY74" fmla="*/ 1516976 h 1583140"/>
              <a:gd name="connsiteX75" fmla="*/ 3534780 w 9662615"/>
              <a:gd name="connsiteY75" fmla="*/ 1522141 h 1583140"/>
              <a:gd name="connsiteX76" fmla="*/ 3504783 w 9662615"/>
              <a:gd name="connsiteY76" fmla="*/ 1526739 h 1583140"/>
              <a:gd name="connsiteX77" fmla="*/ 3430805 w 9662615"/>
              <a:gd name="connsiteY77" fmla="*/ 1542521 h 1583140"/>
              <a:gd name="connsiteX78" fmla="*/ 3292707 w 9662615"/>
              <a:gd name="connsiteY78" fmla="*/ 1520490 h 1583140"/>
              <a:gd name="connsiteX79" fmla="*/ 3187872 w 9662615"/>
              <a:gd name="connsiteY79" fmla="*/ 1519991 h 1583140"/>
              <a:gd name="connsiteX80" fmla="*/ 3148026 w 9662615"/>
              <a:gd name="connsiteY80" fmla="*/ 1524777 h 1583140"/>
              <a:gd name="connsiteX81" fmla="*/ 3092394 w 9662615"/>
              <a:gd name="connsiteY81" fmla="*/ 1528115 h 1583140"/>
              <a:gd name="connsiteX82" fmla="*/ 2994200 w 9662615"/>
              <a:gd name="connsiteY82" fmla="*/ 1537857 h 1583140"/>
              <a:gd name="connsiteX83" fmla="*/ 2862301 w 9662615"/>
              <a:gd name="connsiteY83" fmla="*/ 1544250 h 1583140"/>
              <a:gd name="connsiteX84" fmla="*/ 2766335 w 9662615"/>
              <a:gd name="connsiteY84" fmla="*/ 1527662 h 1583140"/>
              <a:gd name="connsiteX85" fmla="*/ 2757836 w 9662615"/>
              <a:gd name="connsiteY85" fmla="*/ 1531371 h 1583140"/>
              <a:gd name="connsiteX86" fmla="*/ 2691555 w 9662615"/>
              <a:gd name="connsiteY86" fmla="*/ 1530283 h 1583140"/>
              <a:gd name="connsiteX87" fmla="*/ 2491676 w 9662615"/>
              <a:gd name="connsiteY87" fmla="*/ 1500859 h 1583140"/>
              <a:gd name="connsiteX88" fmla="*/ 2378036 w 9662615"/>
              <a:gd name="connsiteY88" fmla="*/ 1520645 h 1583140"/>
              <a:gd name="connsiteX89" fmla="*/ 2284269 w 9662615"/>
              <a:gd name="connsiteY89" fmla="*/ 1503068 h 1583140"/>
              <a:gd name="connsiteX90" fmla="*/ 2207104 w 9662615"/>
              <a:gd name="connsiteY90" fmla="*/ 1508888 h 1583140"/>
              <a:gd name="connsiteX91" fmla="*/ 2149226 w 9662615"/>
              <a:gd name="connsiteY91" fmla="*/ 1523409 h 1583140"/>
              <a:gd name="connsiteX92" fmla="*/ 2084783 w 9662615"/>
              <a:gd name="connsiteY92" fmla="*/ 1524245 h 1583140"/>
              <a:gd name="connsiteX93" fmla="*/ 2070075 w 9662615"/>
              <a:gd name="connsiteY93" fmla="*/ 1511285 h 1583140"/>
              <a:gd name="connsiteX94" fmla="*/ 2001057 w 9662615"/>
              <a:gd name="connsiteY94" fmla="*/ 1516449 h 1583140"/>
              <a:gd name="connsiteX95" fmla="*/ 1896330 w 9662615"/>
              <a:gd name="connsiteY95" fmla="*/ 1525725 h 1583140"/>
              <a:gd name="connsiteX96" fmla="*/ 1835994 w 9662615"/>
              <a:gd name="connsiteY96" fmla="*/ 1527678 h 1583140"/>
              <a:gd name="connsiteX97" fmla="*/ 1671119 w 9662615"/>
              <a:gd name="connsiteY97" fmla="*/ 1536701 h 1583140"/>
              <a:gd name="connsiteX98" fmla="*/ 1601337 w 9662615"/>
              <a:gd name="connsiteY98" fmla="*/ 1548552 h 1583140"/>
              <a:gd name="connsiteX99" fmla="*/ 1407755 w 9662615"/>
              <a:gd name="connsiteY99" fmla="*/ 1571444 h 1583140"/>
              <a:gd name="connsiteX100" fmla="*/ 1271994 w 9662615"/>
              <a:gd name="connsiteY100" fmla="*/ 1579471 h 1583140"/>
              <a:gd name="connsiteX101" fmla="*/ 1249226 w 9662615"/>
              <a:gd name="connsiteY101" fmla="*/ 1583140 h 1583140"/>
              <a:gd name="connsiteX102" fmla="*/ 1217719 w 9662615"/>
              <a:gd name="connsiteY102" fmla="*/ 1580863 h 1583140"/>
              <a:gd name="connsiteX103" fmla="*/ 1091432 w 9662615"/>
              <a:gd name="connsiteY103" fmla="*/ 1571003 h 1583140"/>
              <a:gd name="connsiteX104" fmla="*/ 992039 w 9662615"/>
              <a:gd name="connsiteY104" fmla="*/ 1556662 h 1583140"/>
              <a:gd name="connsiteX105" fmla="*/ 868264 w 9662615"/>
              <a:gd name="connsiteY105" fmla="*/ 1566392 h 1583140"/>
              <a:gd name="connsiteX106" fmla="*/ 792765 w 9662615"/>
              <a:gd name="connsiteY106" fmla="*/ 1563102 h 1583140"/>
              <a:gd name="connsiteX107" fmla="*/ 669055 w 9662615"/>
              <a:gd name="connsiteY107" fmla="*/ 1543638 h 1583140"/>
              <a:gd name="connsiteX108" fmla="*/ 506152 w 9662615"/>
              <a:gd name="connsiteY108" fmla="*/ 1549124 h 1583140"/>
              <a:gd name="connsiteX109" fmla="*/ 472797 w 9662615"/>
              <a:gd name="connsiteY109" fmla="*/ 1568904 h 1583140"/>
              <a:gd name="connsiteX110" fmla="*/ 427864 w 9662615"/>
              <a:gd name="connsiteY110" fmla="*/ 1580848 h 1583140"/>
              <a:gd name="connsiteX111" fmla="*/ 408381 w 9662615"/>
              <a:gd name="connsiteY111" fmla="*/ 1552940 h 1583140"/>
              <a:gd name="connsiteX112" fmla="*/ 267163 w 9662615"/>
              <a:gd name="connsiteY112" fmla="*/ 1531913 h 1583140"/>
              <a:gd name="connsiteX113" fmla="*/ 196644 w 9662615"/>
              <a:gd name="connsiteY113" fmla="*/ 1524565 h 1583140"/>
              <a:gd name="connsiteX114" fmla="*/ 86819 w 9662615"/>
              <a:gd name="connsiteY114" fmla="*/ 1519517 h 1583140"/>
              <a:gd name="connsiteX115" fmla="*/ 53369 w 9662615"/>
              <a:gd name="connsiteY115" fmla="*/ 1516853 h 1583140"/>
              <a:gd name="connsiteX116" fmla="*/ 2359 w 9662615"/>
              <a:gd name="connsiteY116" fmla="*/ 1515247 h 1583140"/>
              <a:gd name="connsiteX117" fmla="*/ 0 w 9662615"/>
              <a:gd name="connsiteY117" fmla="*/ 1514932 h 1583140"/>
              <a:gd name="connsiteX118" fmla="*/ 0 w 9662615"/>
              <a:gd name="connsiteY118" fmla="*/ 0 h 1583140"/>
              <a:gd name="connsiteX0" fmla="*/ 0 w 9662615"/>
              <a:gd name="connsiteY0" fmla="*/ 0 h 1583140"/>
              <a:gd name="connsiteX1" fmla="*/ 9662615 w 9662615"/>
              <a:gd name="connsiteY1" fmla="*/ 0 h 1583140"/>
              <a:gd name="connsiteX2" fmla="*/ 9662615 w 9662615"/>
              <a:gd name="connsiteY2" fmla="*/ 1280346 h 1583140"/>
              <a:gd name="connsiteX3" fmla="*/ 9658420 w 9662615"/>
              <a:gd name="connsiteY3" fmla="*/ 1280106 h 1583140"/>
              <a:gd name="connsiteX4" fmla="*/ 9469546 w 9662615"/>
              <a:gd name="connsiteY4" fmla="*/ 1289837 h 1583140"/>
              <a:gd name="connsiteX5" fmla="*/ 9326260 w 9662615"/>
              <a:gd name="connsiteY5" fmla="*/ 1277155 h 1583140"/>
              <a:gd name="connsiteX6" fmla="*/ 9144767 w 9662615"/>
              <a:gd name="connsiteY6" fmla="*/ 1264120 h 1583140"/>
              <a:gd name="connsiteX7" fmla="*/ 8976400 w 9662615"/>
              <a:gd name="connsiteY7" fmla="*/ 1326661 h 1583140"/>
              <a:gd name="connsiteX8" fmla="*/ 8828711 w 9662615"/>
              <a:gd name="connsiteY8" fmla="*/ 1346394 h 1583140"/>
              <a:gd name="connsiteX9" fmla="*/ 8695953 w 9662615"/>
              <a:gd name="connsiteY9" fmla="*/ 1346784 h 1583140"/>
              <a:gd name="connsiteX10" fmla="*/ 8652191 w 9662615"/>
              <a:gd name="connsiteY10" fmla="*/ 1345903 h 1583140"/>
              <a:gd name="connsiteX11" fmla="*/ 8591582 w 9662615"/>
              <a:gd name="connsiteY11" fmla="*/ 1341666 h 1583140"/>
              <a:gd name="connsiteX12" fmla="*/ 8537336 w 9662615"/>
              <a:gd name="connsiteY12" fmla="*/ 1341684 h 1583140"/>
              <a:gd name="connsiteX13" fmla="*/ 8416849 w 9662615"/>
              <a:gd name="connsiteY13" fmla="*/ 1367085 h 1583140"/>
              <a:gd name="connsiteX14" fmla="*/ 8278355 w 9662615"/>
              <a:gd name="connsiteY14" fmla="*/ 1386569 h 1583140"/>
              <a:gd name="connsiteX15" fmla="*/ 8197961 w 9662615"/>
              <a:gd name="connsiteY15" fmla="*/ 1392804 h 1583140"/>
              <a:gd name="connsiteX16" fmla="*/ 8171196 w 9662615"/>
              <a:gd name="connsiteY16" fmla="*/ 1397216 h 1583140"/>
              <a:gd name="connsiteX17" fmla="*/ 8087910 w 9662615"/>
              <a:gd name="connsiteY17" fmla="*/ 1386449 h 1583140"/>
              <a:gd name="connsiteX18" fmla="*/ 7974579 w 9662615"/>
              <a:gd name="connsiteY18" fmla="*/ 1383439 h 1583140"/>
              <a:gd name="connsiteX19" fmla="*/ 7768351 w 9662615"/>
              <a:gd name="connsiteY19" fmla="*/ 1395051 h 1583140"/>
              <a:gd name="connsiteX20" fmla="*/ 7635985 w 9662615"/>
              <a:gd name="connsiteY20" fmla="*/ 1386363 h 1583140"/>
              <a:gd name="connsiteX21" fmla="*/ 7466069 w 9662615"/>
              <a:gd name="connsiteY21" fmla="*/ 1377654 h 1583140"/>
              <a:gd name="connsiteX22" fmla="*/ 7355642 w 9662615"/>
              <a:gd name="connsiteY22" fmla="*/ 1407761 h 1583140"/>
              <a:gd name="connsiteX23" fmla="*/ 7215220 w 9662615"/>
              <a:gd name="connsiteY23" fmla="*/ 1397856 h 1583140"/>
              <a:gd name="connsiteX24" fmla="*/ 7082147 w 9662615"/>
              <a:gd name="connsiteY24" fmla="*/ 1406113 h 1583140"/>
              <a:gd name="connsiteX25" fmla="*/ 6987129 w 9662615"/>
              <a:gd name="connsiteY25" fmla="*/ 1404834 h 1583140"/>
              <a:gd name="connsiteX26" fmla="*/ 6907567 w 9662615"/>
              <a:gd name="connsiteY26" fmla="*/ 1419149 h 1583140"/>
              <a:gd name="connsiteX27" fmla="*/ 6748428 w 9662615"/>
              <a:gd name="connsiteY27" fmla="*/ 1420308 h 1583140"/>
              <a:gd name="connsiteX28" fmla="*/ 6654257 w 9662615"/>
              <a:gd name="connsiteY28" fmla="*/ 1424143 h 1583140"/>
              <a:gd name="connsiteX29" fmla="*/ 6620123 w 9662615"/>
              <a:gd name="connsiteY29" fmla="*/ 1430535 h 1583140"/>
              <a:gd name="connsiteX30" fmla="*/ 6571355 w 9662615"/>
              <a:gd name="connsiteY30" fmla="*/ 1436144 h 1583140"/>
              <a:gd name="connsiteX31" fmla="*/ 6486557 w 9662615"/>
              <a:gd name="connsiteY31" fmla="*/ 1449861 h 1583140"/>
              <a:gd name="connsiteX32" fmla="*/ 6370419 w 9662615"/>
              <a:gd name="connsiteY32" fmla="*/ 1461649 h 1583140"/>
              <a:gd name="connsiteX33" fmla="*/ 6278839 w 9662615"/>
              <a:gd name="connsiteY33" fmla="*/ 1449160 h 1583140"/>
              <a:gd name="connsiteX34" fmla="*/ 6272455 w 9662615"/>
              <a:gd name="connsiteY34" fmla="*/ 1453191 h 1583140"/>
              <a:gd name="connsiteX35" fmla="*/ 6212659 w 9662615"/>
              <a:gd name="connsiteY35" fmla="*/ 1454850 h 1583140"/>
              <a:gd name="connsiteX36" fmla="*/ 6069317 w 9662615"/>
              <a:gd name="connsiteY36" fmla="*/ 1445838 h 1583140"/>
              <a:gd name="connsiteX37" fmla="*/ 5878477 w 9662615"/>
              <a:gd name="connsiteY37" fmla="*/ 1439180 h 1583140"/>
              <a:gd name="connsiteX38" fmla="*/ 5838387 w 9662615"/>
              <a:gd name="connsiteY38" fmla="*/ 1444679 h 1583140"/>
              <a:gd name="connsiteX39" fmla="*/ 5771136 w 9662615"/>
              <a:gd name="connsiteY39" fmla="*/ 1453639 h 1583140"/>
              <a:gd name="connsiteX40" fmla="*/ 5724081 w 9662615"/>
              <a:gd name="connsiteY40" fmla="*/ 1470431 h 1583140"/>
              <a:gd name="connsiteX41" fmla="*/ 5666577 w 9662615"/>
              <a:gd name="connsiteY41" fmla="*/ 1473921 h 1583140"/>
              <a:gd name="connsiteX42" fmla="*/ 5649068 w 9662615"/>
              <a:gd name="connsiteY42" fmla="*/ 1461676 h 1583140"/>
              <a:gd name="connsiteX43" fmla="*/ 5588902 w 9662615"/>
              <a:gd name="connsiteY43" fmla="*/ 1469647 h 1583140"/>
              <a:gd name="connsiteX44" fmla="*/ 5498090 w 9662615"/>
              <a:gd name="connsiteY44" fmla="*/ 1483173 h 1583140"/>
              <a:gd name="connsiteX45" fmla="*/ 5444641 w 9662615"/>
              <a:gd name="connsiteY45" fmla="*/ 1487602 h 1583140"/>
              <a:gd name="connsiteX46" fmla="*/ 5299812 w 9662615"/>
              <a:gd name="connsiteY46" fmla="*/ 1503362 h 1583140"/>
              <a:gd name="connsiteX47" fmla="*/ 5245752 w 9662615"/>
              <a:gd name="connsiteY47" fmla="*/ 1520612 h 1583140"/>
              <a:gd name="connsiteX48" fmla="*/ 5177807 w 9662615"/>
              <a:gd name="connsiteY48" fmla="*/ 1526802 h 1583140"/>
              <a:gd name="connsiteX49" fmla="*/ 5113910 w 9662615"/>
              <a:gd name="connsiteY49" fmla="*/ 1533205 h 1583140"/>
              <a:gd name="connsiteX50" fmla="*/ 5059484 w 9662615"/>
              <a:gd name="connsiteY50" fmla="*/ 1546802 h 1583140"/>
              <a:gd name="connsiteX51" fmla="*/ 5038524 w 9662615"/>
              <a:gd name="connsiteY51" fmla="*/ 1545675 h 1583140"/>
              <a:gd name="connsiteX52" fmla="*/ 5026564 w 9662615"/>
              <a:gd name="connsiteY52" fmla="*/ 1545376 h 1583140"/>
              <a:gd name="connsiteX53" fmla="*/ 4969433 w 9662615"/>
              <a:gd name="connsiteY53" fmla="*/ 1550865 h 1583140"/>
              <a:gd name="connsiteX54" fmla="*/ 4929254 w 9662615"/>
              <a:gd name="connsiteY54" fmla="*/ 1563452 h 1583140"/>
              <a:gd name="connsiteX55" fmla="*/ 4871726 w 9662615"/>
              <a:gd name="connsiteY55" fmla="*/ 1570584 h 1583140"/>
              <a:gd name="connsiteX56" fmla="*/ 4843267 w 9662615"/>
              <a:gd name="connsiteY56" fmla="*/ 1561459 h 1583140"/>
              <a:gd name="connsiteX57" fmla="*/ 4821058 w 9662615"/>
              <a:gd name="connsiteY57" fmla="*/ 1553078 h 1583140"/>
              <a:gd name="connsiteX58" fmla="*/ 4791466 w 9662615"/>
              <a:gd name="connsiteY58" fmla="*/ 1561324 h 1583140"/>
              <a:gd name="connsiteX59" fmla="*/ 4784247 w 9662615"/>
              <a:gd name="connsiteY59" fmla="*/ 1562342 h 1583140"/>
              <a:gd name="connsiteX60" fmla="*/ 4739309 w 9662615"/>
              <a:gd name="connsiteY60" fmla="*/ 1553948 h 1583140"/>
              <a:gd name="connsiteX61" fmla="*/ 4697562 w 9662615"/>
              <a:gd name="connsiteY61" fmla="*/ 1551206 h 1583140"/>
              <a:gd name="connsiteX62" fmla="*/ 4650737 w 9662615"/>
              <a:gd name="connsiteY62" fmla="*/ 1537381 h 1583140"/>
              <a:gd name="connsiteX63" fmla="*/ 4583150 w 9662615"/>
              <a:gd name="connsiteY63" fmla="*/ 1529064 h 1583140"/>
              <a:gd name="connsiteX64" fmla="*/ 4521734 w 9662615"/>
              <a:gd name="connsiteY64" fmla="*/ 1529359 h 1583140"/>
              <a:gd name="connsiteX65" fmla="*/ 4382398 w 9662615"/>
              <a:gd name="connsiteY65" fmla="*/ 1534108 h 1583140"/>
              <a:gd name="connsiteX66" fmla="*/ 4221826 w 9662615"/>
              <a:gd name="connsiteY66" fmla="*/ 1500972 h 1583140"/>
              <a:gd name="connsiteX67" fmla="*/ 4096601 w 9662615"/>
              <a:gd name="connsiteY67" fmla="*/ 1521563 h 1583140"/>
              <a:gd name="connsiteX68" fmla="*/ 4002441 w 9662615"/>
              <a:gd name="connsiteY68" fmla="*/ 1528912 h 1583140"/>
              <a:gd name="connsiteX69" fmla="*/ 3833906 w 9662615"/>
              <a:gd name="connsiteY69" fmla="*/ 1516637 h 1583140"/>
              <a:gd name="connsiteX70" fmla="*/ 3763845 w 9662615"/>
              <a:gd name="connsiteY70" fmla="*/ 1501782 h 1583140"/>
              <a:gd name="connsiteX71" fmla="*/ 3641778 w 9662615"/>
              <a:gd name="connsiteY71" fmla="*/ 1505446 h 1583140"/>
              <a:gd name="connsiteX72" fmla="*/ 3565233 w 9662615"/>
              <a:gd name="connsiteY72" fmla="*/ 1515122 h 1583140"/>
              <a:gd name="connsiteX73" fmla="*/ 3560267 w 9662615"/>
              <a:gd name="connsiteY73" fmla="*/ 1516288 h 1583140"/>
              <a:gd name="connsiteX74" fmla="*/ 3540258 w 9662615"/>
              <a:gd name="connsiteY74" fmla="*/ 1516976 h 1583140"/>
              <a:gd name="connsiteX75" fmla="*/ 3534780 w 9662615"/>
              <a:gd name="connsiteY75" fmla="*/ 1522141 h 1583140"/>
              <a:gd name="connsiteX76" fmla="*/ 3504783 w 9662615"/>
              <a:gd name="connsiteY76" fmla="*/ 1526739 h 1583140"/>
              <a:gd name="connsiteX77" fmla="*/ 3430805 w 9662615"/>
              <a:gd name="connsiteY77" fmla="*/ 1542521 h 1583140"/>
              <a:gd name="connsiteX78" fmla="*/ 3292707 w 9662615"/>
              <a:gd name="connsiteY78" fmla="*/ 1520490 h 1583140"/>
              <a:gd name="connsiteX79" fmla="*/ 3187872 w 9662615"/>
              <a:gd name="connsiteY79" fmla="*/ 1519991 h 1583140"/>
              <a:gd name="connsiteX80" fmla="*/ 3148026 w 9662615"/>
              <a:gd name="connsiteY80" fmla="*/ 1524777 h 1583140"/>
              <a:gd name="connsiteX81" fmla="*/ 3092394 w 9662615"/>
              <a:gd name="connsiteY81" fmla="*/ 1528115 h 1583140"/>
              <a:gd name="connsiteX82" fmla="*/ 2994200 w 9662615"/>
              <a:gd name="connsiteY82" fmla="*/ 1537857 h 1583140"/>
              <a:gd name="connsiteX83" fmla="*/ 2862301 w 9662615"/>
              <a:gd name="connsiteY83" fmla="*/ 1544250 h 1583140"/>
              <a:gd name="connsiteX84" fmla="*/ 2766335 w 9662615"/>
              <a:gd name="connsiteY84" fmla="*/ 1527662 h 1583140"/>
              <a:gd name="connsiteX85" fmla="*/ 2757836 w 9662615"/>
              <a:gd name="connsiteY85" fmla="*/ 1531371 h 1583140"/>
              <a:gd name="connsiteX86" fmla="*/ 2691555 w 9662615"/>
              <a:gd name="connsiteY86" fmla="*/ 1530283 h 1583140"/>
              <a:gd name="connsiteX87" fmla="*/ 2491676 w 9662615"/>
              <a:gd name="connsiteY87" fmla="*/ 1500859 h 1583140"/>
              <a:gd name="connsiteX88" fmla="*/ 2378036 w 9662615"/>
              <a:gd name="connsiteY88" fmla="*/ 1520645 h 1583140"/>
              <a:gd name="connsiteX89" fmla="*/ 2284269 w 9662615"/>
              <a:gd name="connsiteY89" fmla="*/ 1503068 h 1583140"/>
              <a:gd name="connsiteX90" fmla="*/ 2207104 w 9662615"/>
              <a:gd name="connsiteY90" fmla="*/ 1508888 h 1583140"/>
              <a:gd name="connsiteX91" fmla="*/ 2149226 w 9662615"/>
              <a:gd name="connsiteY91" fmla="*/ 1523409 h 1583140"/>
              <a:gd name="connsiteX92" fmla="*/ 2084783 w 9662615"/>
              <a:gd name="connsiteY92" fmla="*/ 1524245 h 1583140"/>
              <a:gd name="connsiteX93" fmla="*/ 2070075 w 9662615"/>
              <a:gd name="connsiteY93" fmla="*/ 1511285 h 1583140"/>
              <a:gd name="connsiteX94" fmla="*/ 2001057 w 9662615"/>
              <a:gd name="connsiteY94" fmla="*/ 1516449 h 1583140"/>
              <a:gd name="connsiteX95" fmla="*/ 1896330 w 9662615"/>
              <a:gd name="connsiteY95" fmla="*/ 1525725 h 1583140"/>
              <a:gd name="connsiteX96" fmla="*/ 1835994 w 9662615"/>
              <a:gd name="connsiteY96" fmla="*/ 1527678 h 1583140"/>
              <a:gd name="connsiteX97" fmla="*/ 1671119 w 9662615"/>
              <a:gd name="connsiteY97" fmla="*/ 1536701 h 1583140"/>
              <a:gd name="connsiteX98" fmla="*/ 1601337 w 9662615"/>
              <a:gd name="connsiteY98" fmla="*/ 1548552 h 1583140"/>
              <a:gd name="connsiteX99" fmla="*/ 1407755 w 9662615"/>
              <a:gd name="connsiteY99" fmla="*/ 1571444 h 1583140"/>
              <a:gd name="connsiteX100" fmla="*/ 1271994 w 9662615"/>
              <a:gd name="connsiteY100" fmla="*/ 1579471 h 1583140"/>
              <a:gd name="connsiteX101" fmla="*/ 1249226 w 9662615"/>
              <a:gd name="connsiteY101" fmla="*/ 1583140 h 1583140"/>
              <a:gd name="connsiteX102" fmla="*/ 1217719 w 9662615"/>
              <a:gd name="connsiteY102" fmla="*/ 1580863 h 1583140"/>
              <a:gd name="connsiteX103" fmla="*/ 1091432 w 9662615"/>
              <a:gd name="connsiteY103" fmla="*/ 1571003 h 1583140"/>
              <a:gd name="connsiteX104" fmla="*/ 992039 w 9662615"/>
              <a:gd name="connsiteY104" fmla="*/ 1556662 h 1583140"/>
              <a:gd name="connsiteX105" fmla="*/ 868264 w 9662615"/>
              <a:gd name="connsiteY105" fmla="*/ 1566392 h 1583140"/>
              <a:gd name="connsiteX106" fmla="*/ 792765 w 9662615"/>
              <a:gd name="connsiteY106" fmla="*/ 1563102 h 1583140"/>
              <a:gd name="connsiteX107" fmla="*/ 669055 w 9662615"/>
              <a:gd name="connsiteY107" fmla="*/ 1543638 h 1583140"/>
              <a:gd name="connsiteX108" fmla="*/ 506152 w 9662615"/>
              <a:gd name="connsiteY108" fmla="*/ 1549124 h 1583140"/>
              <a:gd name="connsiteX109" fmla="*/ 472797 w 9662615"/>
              <a:gd name="connsiteY109" fmla="*/ 1568904 h 1583140"/>
              <a:gd name="connsiteX110" fmla="*/ 427864 w 9662615"/>
              <a:gd name="connsiteY110" fmla="*/ 1580848 h 1583140"/>
              <a:gd name="connsiteX111" fmla="*/ 408381 w 9662615"/>
              <a:gd name="connsiteY111" fmla="*/ 1552940 h 1583140"/>
              <a:gd name="connsiteX112" fmla="*/ 267163 w 9662615"/>
              <a:gd name="connsiteY112" fmla="*/ 1531913 h 1583140"/>
              <a:gd name="connsiteX113" fmla="*/ 196644 w 9662615"/>
              <a:gd name="connsiteY113" fmla="*/ 1524565 h 1583140"/>
              <a:gd name="connsiteX114" fmla="*/ 86819 w 9662615"/>
              <a:gd name="connsiteY114" fmla="*/ 1519517 h 1583140"/>
              <a:gd name="connsiteX115" fmla="*/ 53369 w 9662615"/>
              <a:gd name="connsiteY115" fmla="*/ 1516853 h 1583140"/>
              <a:gd name="connsiteX116" fmla="*/ 2359 w 9662615"/>
              <a:gd name="connsiteY116" fmla="*/ 1515247 h 1583140"/>
              <a:gd name="connsiteX117" fmla="*/ 0 w 9662615"/>
              <a:gd name="connsiteY117" fmla="*/ 1514932 h 1583140"/>
              <a:gd name="connsiteX118" fmla="*/ 0 w 9662615"/>
              <a:gd name="connsiteY118" fmla="*/ 0 h 1583140"/>
              <a:gd name="connsiteX0" fmla="*/ 0 w 9662615"/>
              <a:gd name="connsiteY0" fmla="*/ 0 h 1583140"/>
              <a:gd name="connsiteX1" fmla="*/ 9662615 w 9662615"/>
              <a:gd name="connsiteY1" fmla="*/ 0 h 1583140"/>
              <a:gd name="connsiteX2" fmla="*/ 9662615 w 9662615"/>
              <a:gd name="connsiteY2" fmla="*/ 1280346 h 1583140"/>
              <a:gd name="connsiteX3" fmla="*/ 9658420 w 9662615"/>
              <a:gd name="connsiteY3" fmla="*/ 1280106 h 1583140"/>
              <a:gd name="connsiteX4" fmla="*/ 9469546 w 9662615"/>
              <a:gd name="connsiteY4" fmla="*/ 1289837 h 1583140"/>
              <a:gd name="connsiteX5" fmla="*/ 9326260 w 9662615"/>
              <a:gd name="connsiteY5" fmla="*/ 1277155 h 1583140"/>
              <a:gd name="connsiteX6" fmla="*/ 9144767 w 9662615"/>
              <a:gd name="connsiteY6" fmla="*/ 1264120 h 1583140"/>
              <a:gd name="connsiteX7" fmla="*/ 8976400 w 9662615"/>
              <a:gd name="connsiteY7" fmla="*/ 1326661 h 1583140"/>
              <a:gd name="connsiteX8" fmla="*/ 8828711 w 9662615"/>
              <a:gd name="connsiteY8" fmla="*/ 1346394 h 1583140"/>
              <a:gd name="connsiteX9" fmla="*/ 8695953 w 9662615"/>
              <a:gd name="connsiteY9" fmla="*/ 1346784 h 1583140"/>
              <a:gd name="connsiteX10" fmla="*/ 8652191 w 9662615"/>
              <a:gd name="connsiteY10" fmla="*/ 1345903 h 1583140"/>
              <a:gd name="connsiteX11" fmla="*/ 8591582 w 9662615"/>
              <a:gd name="connsiteY11" fmla="*/ 1341666 h 1583140"/>
              <a:gd name="connsiteX12" fmla="*/ 8537336 w 9662615"/>
              <a:gd name="connsiteY12" fmla="*/ 1341684 h 1583140"/>
              <a:gd name="connsiteX13" fmla="*/ 8416849 w 9662615"/>
              <a:gd name="connsiteY13" fmla="*/ 1367085 h 1583140"/>
              <a:gd name="connsiteX14" fmla="*/ 8278355 w 9662615"/>
              <a:gd name="connsiteY14" fmla="*/ 1386569 h 1583140"/>
              <a:gd name="connsiteX15" fmla="*/ 8197961 w 9662615"/>
              <a:gd name="connsiteY15" fmla="*/ 1392804 h 1583140"/>
              <a:gd name="connsiteX16" fmla="*/ 8171196 w 9662615"/>
              <a:gd name="connsiteY16" fmla="*/ 1397216 h 1583140"/>
              <a:gd name="connsiteX17" fmla="*/ 8087910 w 9662615"/>
              <a:gd name="connsiteY17" fmla="*/ 1386449 h 1583140"/>
              <a:gd name="connsiteX18" fmla="*/ 7974579 w 9662615"/>
              <a:gd name="connsiteY18" fmla="*/ 1383439 h 1583140"/>
              <a:gd name="connsiteX19" fmla="*/ 7768351 w 9662615"/>
              <a:gd name="connsiteY19" fmla="*/ 1395051 h 1583140"/>
              <a:gd name="connsiteX20" fmla="*/ 7635985 w 9662615"/>
              <a:gd name="connsiteY20" fmla="*/ 1386363 h 1583140"/>
              <a:gd name="connsiteX21" fmla="*/ 7466069 w 9662615"/>
              <a:gd name="connsiteY21" fmla="*/ 1377654 h 1583140"/>
              <a:gd name="connsiteX22" fmla="*/ 7355642 w 9662615"/>
              <a:gd name="connsiteY22" fmla="*/ 1407761 h 1583140"/>
              <a:gd name="connsiteX23" fmla="*/ 7215220 w 9662615"/>
              <a:gd name="connsiteY23" fmla="*/ 1397856 h 1583140"/>
              <a:gd name="connsiteX24" fmla="*/ 7082147 w 9662615"/>
              <a:gd name="connsiteY24" fmla="*/ 1406113 h 1583140"/>
              <a:gd name="connsiteX25" fmla="*/ 6987129 w 9662615"/>
              <a:gd name="connsiteY25" fmla="*/ 1404834 h 1583140"/>
              <a:gd name="connsiteX26" fmla="*/ 6907567 w 9662615"/>
              <a:gd name="connsiteY26" fmla="*/ 1419149 h 1583140"/>
              <a:gd name="connsiteX27" fmla="*/ 6748428 w 9662615"/>
              <a:gd name="connsiteY27" fmla="*/ 1420308 h 1583140"/>
              <a:gd name="connsiteX28" fmla="*/ 6654257 w 9662615"/>
              <a:gd name="connsiteY28" fmla="*/ 1424143 h 1583140"/>
              <a:gd name="connsiteX29" fmla="*/ 6620123 w 9662615"/>
              <a:gd name="connsiteY29" fmla="*/ 1430535 h 1583140"/>
              <a:gd name="connsiteX30" fmla="*/ 6571355 w 9662615"/>
              <a:gd name="connsiteY30" fmla="*/ 1436144 h 1583140"/>
              <a:gd name="connsiteX31" fmla="*/ 6486557 w 9662615"/>
              <a:gd name="connsiteY31" fmla="*/ 1449861 h 1583140"/>
              <a:gd name="connsiteX32" fmla="*/ 6370419 w 9662615"/>
              <a:gd name="connsiteY32" fmla="*/ 1461649 h 1583140"/>
              <a:gd name="connsiteX33" fmla="*/ 6278839 w 9662615"/>
              <a:gd name="connsiteY33" fmla="*/ 1449160 h 1583140"/>
              <a:gd name="connsiteX34" fmla="*/ 6272455 w 9662615"/>
              <a:gd name="connsiteY34" fmla="*/ 1453191 h 1583140"/>
              <a:gd name="connsiteX35" fmla="*/ 6212659 w 9662615"/>
              <a:gd name="connsiteY35" fmla="*/ 1454850 h 1583140"/>
              <a:gd name="connsiteX36" fmla="*/ 6069317 w 9662615"/>
              <a:gd name="connsiteY36" fmla="*/ 1445838 h 1583140"/>
              <a:gd name="connsiteX37" fmla="*/ 5878477 w 9662615"/>
              <a:gd name="connsiteY37" fmla="*/ 1439180 h 1583140"/>
              <a:gd name="connsiteX38" fmla="*/ 5838387 w 9662615"/>
              <a:gd name="connsiteY38" fmla="*/ 1444679 h 1583140"/>
              <a:gd name="connsiteX39" fmla="*/ 5771136 w 9662615"/>
              <a:gd name="connsiteY39" fmla="*/ 1453639 h 1583140"/>
              <a:gd name="connsiteX40" fmla="*/ 5724081 w 9662615"/>
              <a:gd name="connsiteY40" fmla="*/ 1470431 h 1583140"/>
              <a:gd name="connsiteX41" fmla="*/ 5666577 w 9662615"/>
              <a:gd name="connsiteY41" fmla="*/ 1473921 h 1583140"/>
              <a:gd name="connsiteX42" fmla="*/ 5649068 w 9662615"/>
              <a:gd name="connsiteY42" fmla="*/ 1461676 h 1583140"/>
              <a:gd name="connsiteX43" fmla="*/ 5588902 w 9662615"/>
              <a:gd name="connsiteY43" fmla="*/ 1469647 h 1583140"/>
              <a:gd name="connsiteX44" fmla="*/ 5498090 w 9662615"/>
              <a:gd name="connsiteY44" fmla="*/ 1483173 h 1583140"/>
              <a:gd name="connsiteX45" fmla="*/ 5444641 w 9662615"/>
              <a:gd name="connsiteY45" fmla="*/ 1487602 h 1583140"/>
              <a:gd name="connsiteX46" fmla="*/ 5299812 w 9662615"/>
              <a:gd name="connsiteY46" fmla="*/ 1503362 h 1583140"/>
              <a:gd name="connsiteX47" fmla="*/ 5245752 w 9662615"/>
              <a:gd name="connsiteY47" fmla="*/ 1520612 h 1583140"/>
              <a:gd name="connsiteX48" fmla="*/ 5177807 w 9662615"/>
              <a:gd name="connsiteY48" fmla="*/ 1526802 h 1583140"/>
              <a:gd name="connsiteX49" fmla="*/ 5113910 w 9662615"/>
              <a:gd name="connsiteY49" fmla="*/ 1533205 h 1583140"/>
              <a:gd name="connsiteX50" fmla="*/ 5059484 w 9662615"/>
              <a:gd name="connsiteY50" fmla="*/ 1546802 h 1583140"/>
              <a:gd name="connsiteX51" fmla="*/ 5038524 w 9662615"/>
              <a:gd name="connsiteY51" fmla="*/ 1545675 h 1583140"/>
              <a:gd name="connsiteX52" fmla="*/ 5026564 w 9662615"/>
              <a:gd name="connsiteY52" fmla="*/ 1545376 h 1583140"/>
              <a:gd name="connsiteX53" fmla="*/ 4969433 w 9662615"/>
              <a:gd name="connsiteY53" fmla="*/ 1550865 h 1583140"/>
              <a:gd name="connsiteX54" fmla="*/ 4929254 w 9662615"/>
              <a:gd name="connsiteY54" fmla="*/ 1563452 h 1583140"/>
              <a:gd name="connsiteX55" fmla="*/ 4871726 w 9662615"/>
              <a:gd name="connsiteY55" fmla="*/ 1570584 h 1583140"/>
              <a:gd name="connsiteX56" fmla="*/ 4843267 w 9662615"/>
              <a:gd name="connsiteY56" fmla="*/ 1561459 h 1583140"/>
              <a:gd name="connsiteX57" fmla="*/ 4821058 w 9662615"/>
              <a:gd name="connsiteY57" fmla="*/ 1553078 h 1583140"/>
              <a:gd name="connsiteX58" fmla="*/ 4791466 w 9662615"/>
              <a:gd name="connsiteY58" fmla="*/ 1561324 h 1583140"/>
              <a:gd name="connsiteX59" fmla="*/ 4784247 w 9662615"/>
              <a:gd name="connsiteY59" fmla="*/ 1562342 h 1583140"/>
              <a:gd name="connsiteX60" fmla="*/ 4739309 w 9662615"/>
              <a:gd name="connsiteY60" fmla="*/ 1553948 h 1583140"/>
              <a:gd name="connsiteX61" fmla="*/ 4697562 w 9662615"/>
              <a:gd name="connsiteY61" fmla="*/ 1551206 h 1583140"/>
              <a:gd name="connsiteX62" fmla="*/ 4650737 w 9662615"/>
              <a:gd name="connsiteY62" fmla="*/ 1537381 h 1583140"/>
              <a:gd name="connsiteX63" fmla="*/ 4583150 w 9662615"/>
              <a:gd name="connsiteY63" fmla="*/ 1529064 h 1583140"/>
              <a:gd name="connsiteX64" fmla="*/ 4521734 w 9662615"/>
              <a:gd name="connsiteY64" fmla="*/ 1529359 h 1583140"/>
              <a:gd name="connsiteX65" fmla="*/ 4382398 w 9662615"/>
              <a:gd name="connsiteY65" fmla="*/ 1534108 h 1583140"/>
              <a:gd name="connsiteX66" fmla="*/ 4221826 w 9662615"/>
              <a:gd name="connsiteY66" fmla="*/ 1500972 h 1583140"/>
              <a:gd name="connsiteX67" fmla="*/ 4096601 w 9662615"/>
              <a:gd name="connsiteY67" fmla="*/ 1521563 h 1583140"/>
              <a:gd name="connsiteX68" fmla="*/ 4002441 w 9662615"/>
              <a:gd name="connsiteY68" fmla="*/ 1528912 h 1583140"/>
              <a:gd name="connsiteX69" fmla="*/ 3833906 w 9662615"/>
              <a:gd name="connsiteY69" fmla="*/ 1516637 h 1583140"/>
              <a:gd name="connsiteX70" fmla="*/ 3763845 w 9662615"/>
              <a:gd name="connsiteY70" fmla="*/ 1501782 h 1583140"/>
              <a:gd name="connsiteX71" fmla="*/ 3641778 w 9662615"/>
              <a:gd name="connsiteY71" fmla="*/ 1505446 h 1583140"/>
              <a:gd name="connsiteX72" fmla="*/ 3565233 w 9662615"/>
              <a:gd name="connsiteY72" fmla="*/ 1515122 h 1583140"/>
              <a:gd name="connsiteX73" fmla="*/ 3560267 w 9662615"/>
              <a:gd name="connsiteY73" fmla="*/ 1516288 h 1583140"/>
              <a:gd name="connsiteX74" fmla="*/ 3540258 w 9662615"/>
              <a:gd name="connsiteY74" fmla="*/ 1516976 h 1583140"/>
              <a:gd name="connsiteX75" fmla="*/ 3534780 w 9662615"/>
              <a:gd name="connsiteY75" fmla="*/ 1522141 h 1583140"/>
              <a:gd name="connsiteX76" fmla="*/ 3504783 w 9662615"/>
              <a:gd name="connsiteY76" fmla="*/ 1526739 h 1583140"/>
              <a:gd name="connsiteX77" fmla="*/ 3430805 w 9662615"/>
              <a:gd name="connsiteY77" fmla="*/ 1542521 h 1583140"/>
              <a:gd name="connsiteX78" fmla="*/ 3292707 w 9662615"/>
              <a:gd name="connsiteY78" fmla="*/ 1520490 h 1583140"/>
              <a:gd name="connsiteX79" fmla="*/ 3187872 w 9662615"/>
              <a:gd name="connsiteY79" fmla="*/ 1519991 h 1583140"/>
              <a:gd name="connsiteX80" fmla="*/ 3148026 w 9662615"/>
              <a:gd name="connsiteY80" fmla="*/ 1524777 h 1583140"/>
              <a:gd name="connsiteX81" fmla="*/ 3092394 w 9662615"/>
              <a:gd name="connsiteY81" fmla="*/ 1528115 h 1583140"/>
              <a:gd name="connsiteX82" fmla="*/ 2994200 w 9662615"/>
              <a:gd name="connsiteY82" fmla="*/ 1537857 h 1583140"/>
              <a:gd name="connsiteX83" fmla="*/ 2862301 w 9662615"/>
              <a:gd name="connsiteY83" fmla="*/ 1544250 h 1583140"/>
              <a:gd name="connsiteX84" fmla="*/ 2766335 w 9662615"/>
              <a:gd name="connsiteY84" fmla="*/ 1527662 h 1583140"/>
              <a:gd name="connsiteX85" fmla="*/ 2757836 w 9662615"/>
              <a:gd name="connsiteY85" fmla="*/ 1531371 h 1583140"/>
              <a:gd name="connsiteX86" fmla="*/ 2691555 w 9662615"/>
              <a:gd name="connsiteY86" fmla="*/ 1530283 h 1583140"/>
              <a:gd name="connsiteX87" fmla="*/ 2491676 w 9662615"/>
              <a:gd name="connsiteY87" fmla="*/ 1500859 h 1583140"/>
              <a:gd name="connsiteX88" fmla="*/ 2378036 w 9662615"/>
              <a:gd name="connsiteY88" fmla="*/ 1520645 h 1583140"/>
              <a:gd name="connsiteX89" fmla="*/ 2284269 w 9662615"/>
              <a:gd name="connsiteY89" fmla="*/ 1503068 h 1583140"/>
              <a:gd name="connsiteX90" fmla="*/ 2207104 w 9662615"/>
              <a:gd name="connsiteY90" fmla="*/ 1508888 h 1583140"/>
              <a:gd name="connsiteX91" fmla="*/ 2149226 w 9662615"/>
              <a:gd name="connsiteY91" fmla="*/ 1523409 h 1583140"/>
              <a:gd name="connsiteX92" fmla="*/ 2084783 w 9662615"/>
              <a:gd name="connsiteY92" fmla="*/ 1524245 h 1583140"/>
              <a:gd name="connsiteX93" fmla="*/ 2070075 w 9662615"/>
              <a:gd name="connsiteY93" fmla="*/ 1511285 h 1583140"/>
              <a:gd name="connsiteX94" fmla="*/ 2001057 w 9662615"/>
              <a:gd name="connsiteY94" fmla="*/ 1516449 h 1583140"/>
              <a:gd name="connsiteX95" fmla="*/ 1896330 w 9662615"/>
              <a:gd name="connsiteY95" fmla="*/ 1525725 h 1583140"/>
              <a:gd name="connsiteX96" fmla="*/ 1835994 w 9662615"/>
              <a:gd name="connsiteY96" fmla="*/ 1527678 h 1583140"/>
              <a:gd name="connsiteX97" fmla="*/ 1671119 w 9662615"/>
              <a:gd name="connsiteY97" fmla="*/ 1536701 h 1583140"/>
              <a:gd name="connsiteX98" fmla="*/ 1601337 w 9662615"/>
              <a:gd name="connsiteY98" fmla="*/ 1548552 h 1583140"/>
              <a:gd name="connsiteX99" fmla="*/ 1407755 w 9662615"/>
              <a:gd name="connsiteY99" fmla="*/ 1571444 h 1583140"/>
              <a:gd name="connsiteX100" fmla="*/ 1271994 w 9662615"/>
              <a:gd name="connsiteY100" fmla="*/ 1579471 h 1583140"/>
              <a:gd name="connsiteX101" fmla="*/ 1249226 w 9662615"/>
              <a:gd name="connsiteY101" fmla="*/ 1583140 h 1583140"/>
              <a:gd name="connsiteX102" fmla="*/ 1217719 w 9662615"/>
              <a:gd name="connsiteY102" fmla="*/ 1580863 h 1583140"/>
              <a:gd name="connsiteX103" fmla="*/ 1091432 w 9662615"/>
              <a:gd name="connsiteY103" fmla="*/ 1571003 h 1583140"/>
              <a:gd name="connsiteX104" fmla="*/ 992039 w 9662615"/>
              <a:gd name="connsiteY104" fmla="*/ 1556662 h 1583140"/>
              <a:gd name="connsiteX105" fmla="*/ 868264 w 9662615"/>
              <a:gd name="connsiteY105" fmla="*/ 1566392 h 1583140"/>
              <a:gd name="connsiteX106" fmla="*/ 792765 w 9662615"/>
              <a:gd name="connsiteY106" fmla="*/ 1563102 h 1583140"/>
              <a:gd name="connsiteX107" fmla="*/ 669055 w 9662615"/>
              <a:gd name="connsiteY107" fmla="*/ 1543638 h 1583140"/>
              <a:gd name="connsiteX108" fmla="*/ 506152 w 9662615"/>
              <a:gd name="connsiteY108" fmla="*/ 1549124 h 1583140"/>
              <a:gd name="connsiteX109" fmla="*/ 472797 w 9662615"/>
              <a:gd name="connsiteY109" fmla="*/ 1568904 h 1583140"/>
              <a:gd name="connsiteX110" fmla="*/ 427864 w 9662615"/>
              <a:gd name="connsiteY110" fmla="*/ 1580848 h 1583140"/>
              <a:gd name="connsiteX111" fmla="*/ 408381 w 9662615"/>
              <a:gd name="connsiteY111" fmla="*/ 1552940 h 1583140"/>
              <a:gd name="connsiteX112" fmla="*/ 267163 w 9662615"/>
              <a:gd name="connsiteY112" fmla="*/ 1531913 h 1583140"/>
              <a:gd name="connsiteX113" fmla="*/ 196644 w 9662615"/>
              <a:gd name="connsiteY113" fmla="*/ 1524565 h 1583140"/>
              <a:gd name="connsiteX114" fmla="*/ 86819 w 9662615"/>
              <a:gd name="connsiteY114" fmla="*/ 1519517 h 1583140"/>
              <a:gd name="connsiteX115" fmla="*/ 53369 w 9662615"/>
              <a:gd name="connsiteY115" fmla="*/ 1516853 h 1583140"/>
              <a:gd name="connsiteX116" fmla="*/ 2359 w 9662615"/>
              <a:gd name="connsiteY116" fmla="*/ 1515247 h 1583140"/>
              <a:gd name="connsiteX117" fmla="*/ 0 w 9662615"/>
              <a:gd name="connsiteY117" fmla="*/ 1514932 h 1583140"/>
              <a:gd name="connsiteX118" fmla="*/ 0 w 9662615"/>
              <a:gd name="connsiteY118" fmla="*/ 0 h 1583140"/>
              <a:gd name="connsiteX0" fmla="*/ 0 w 9662615"/>
              <a:gd name="connsiteY0" fmla="*/ 0 h 1583140"/>
              <a:gd name="connsiteX1" fmla="*/ 9662615 w 9662615"/>
              <a:gd name="connsiteY1" fmla="*/ 0 h 1583140"/>
              <a:gd name="connsiteX2" fmla="*/ 9662615 w 9662615"/>
              <a:gd name="connsiteY2" fmla="*/ 1280346 h 1583140"/>
              <a:gd name="connsiteX3" fmla="*/ 9658420 w 9662615"/>
              <a:gd name="connsiteY3" fmla="*/ 1280106 h 1583140"/>
              <a:gd name="connsiteX4" fmla="*/ 9469546 w 9662615"/>
              <a:gd name="connsiteY4" fmla="*/ 1289837 h 1583140"/>
              <a:gd name="connsiteX5" fmla="*/ 9326260 w 9662615"/>
              <a:gd name="connsiteY5" fmla="*/ 1277155 h 1583140"/>
              <a:gd name="connsiteX6" fmla="*/ 9144767 w 9662615"/>
              <a:gd name="connsiteY6" fmla="*/ 1264120 h 1583140"/>
              <a:gd name="connsiteX7" fmla="*/ 8976400 w 9662615"/>
              <a:gd name="connsiteY7" fmla="*/ 1326661 h 1583140"/>
              <a:gd name="connsiteX8" fmla="*/ 8828711 w 9662615"/>
              <a:gd name="connsiteY8" fmla="*/ 1346394 h 1583140"/>
              <a:gd name="connsiteX9" fmla="*/ 8695953 w 9662615"/>
              <a:gd name="connsiteY9" fmla="*/ 1346784 h 1583140"/>
              <a:gd name="connsiteX10" fmla="*/ 8652191 w 9662615"/>
              <a:gd name="connsiteY10" fmla="*/ 1345903 h 1583140"/>
              <a:gd name="connsiteX11" fmla="*/ 8591582 w 9662615"/>
              <a:gd name="connsiteY11" fmla="*/ 1341666 h 1583140"/>
              <a:gd name="connsiteX12" fmla="*/ 8537336 w 9662615"/>
              <a:gd name="connsiteY12" fmla="*/ 1341684 h 1583140"/>
              <a:gd name="connsiteX13" fmla="*/ 8416849 w 9662615"/>
              <a:gd name="connsiteY13" fmla="*/ 1367085 h 1583140"/>
              <a:gd name="connsiteX14" fmla="*/ 8278355 w 9662615"/>
              <a:gd name="connsiteY14" fmla="*/ 1386569 h 1583140"/>
              <a:gd name="connsiteX15" fmla="*/ 8197961 w 9662615"/>
              <a:gd name="connsiteY15" fmla="*/ 1392804 h 1583140"/>
              <a:gd name="connsiteX16" fmla="*/ 8171196 w 9662615"/>
              <a:gd name="connsiteY16" fmla="*/ 1397216 h 1583140"/>
              <a:gd name="connsiteX17" fmla="*/ 8087910 w 9662615"/>
              <a:gd name="connsiteY17" fmla="*/ 1386449 h 1583140"/>
              <a:gd name="connsiteX18" fmla="*/ 7974579 w 9662615"/>
              <a:gd name="connsiteY18" fmla="*/ 1383439 h 1583140"/>
              <a:gd name="connsiteX19" fmla="*/ 7768351 w 9662615"/>
              <a:gd name="connsiteY19" fmla="*/ 1395051 h 1583140"/>
              <a:gd name="connsiteX20" fmla="*/ 7635985 w 9662615"/>
              <a:gd name="connsiteY20" fmla="*/ 1386363 h 1583140"/>
              <a:gd name="connsiteX21" fmla="*/ 7466069 w 9662615"/>
              <a:gd name="connsiteY21" fmla="*/ 1377654 h 1583140"/>
              <a:gd name="connsiteX22" fmla="*/ 7355642 w 9662615"/>
              <a:gd name="connsiteY22" fmla="*/ 1407761 h 1583140"/>
              <a:gd name="connsiteX23" fmla="*/ 7215220 w 9662615"/>
              <a:gd name="connsiteY23" fmla="*/ 1397856 h 1583140"/>
              <a:gd name="connsiteX24" fmla="*/ 7082147 w 9662615"/>
              <a:gd name="connsiteY24" fmla="*/ 1406113 h 1583140"/>
              <a:gd name="connsiteX25" fmla="*/ 6987129 w 9662615"/>
              <a:gd name="connsiteY25" fmla="*/ 1404834 h 1583140"/>
              <a:gd name="connsiteX26" fmla="*/ 6907567 w 9662615"/>
              <a:gd name="connsiteY26" fmla="*/ 1419149 h 1583140"/>
              <a:gd name="connsiteX27" fmla="*/ 6748428 w 9662615"/>
              <a:gd name="connsiteY27" fmla="*/ 1420308 h 1583140"/>
              <a:gd name="connsiteX28" fmla="*/ 6654257 w 9662615"/>
              <a:gd name="connsiteY28" fmla="*/ 1424143 h 1583140"/>
              <a:gd name="connsiteX29" fmla="*/ 6620123 w 9662615"/>
              <a:gd name="connsiteY29" fmla="*/ 1430535 h 1583140"/>
              <a:gd name="connsiteX30" fmla="*/ 6571355 w 9662615"/>
              <a:gd name="connsiteY30" fmla="*/ 1436144 h 1583140"/>
              <a:gd name="connsiteX31" fmla="*/ 6486557 w 9662615"/>
              <a:gd name="connsiteY31" fmla="*/ 1449861 h 1583140"/>
              <a:gd name="connsiteX32" fmla="*/ 6370419 w 9662615"/>
              <a:gd name="connsiteY32" fmla="*/ 1461649 h 1583140"/>
              <a:gd name="connsiteX33" fmla="*/ 6278839 w 9662615"/>
              <a:gd name="connsiteY33" fmla="*/ 1449160 h 1583140"/>
              <a:gd name="connsiteX34" fmla="*/ 6272455 w 9662615"/>
              <a:gd name="connsiteY34" fmla="*/ 1453191 h 1583140"/>
              <a:gd name="connsiteX35" fmla="*/ 6212659 w 9662615"/>
              <a:gd name="connsiteY35" fmla="*/ 1454850 h 1583140"/>
              <a:gd name="connsiteX36" fmla="*/ 6069317 w 9662615"/>
              <a:gd name="connsiteY36" fmla="*/ 1445838 h 1583140"/>
              <a:gd name="connsiteX37" fmla="*/ 5878477 w 9662615"/>
              <a:gd name="connsiteY37" fmla="*/ 1439180 h 1583140"/>
              <a:gd name="connsiteX38" fmla="*/ 5838387 w 9662615"/>
              <a:gd name="connsiteY38" fmla="*/ 1444679 h 1583140"/>
              <a:gd name="connsiteX39" fmla="*/ 5771136 w 9662615"/>
              <a:gd name="connsiteY39" fmla="*/ 1453639 h 1583140"/>
              <a:gd name="connsiteX40" fmla="*/ 5724081 w 9662615"/>
              <a:gd name="connsiteY40" fmla="*/ 1470431 h 1583140"/>
              <a:gd name="connsiteX41" fmla="*/ 5666577 w 9662615"/>
              <a:gd name="connsiteY41" fmla="*/ 1473921 h 1583140"/>
              <a:gd name="connsiteX42" fmla="*/ 5649068 w 9662615"/>
              <a:gd name="connsiteY42" fmla="*/ 1461676 h 1583140"/>
              <a:gd name="connsiteX43" fmla="*/ 5588902 w 9662615"/>
              <a:gd name="connsiteY43" fmla="*/ 1469647 h 1583140"/>
              <a:gd name="connsiteX44" fmla="*/ 5498090 w 9662615"/>
              <a:gd name="connsiteY44" fmla="*/ 1483173 h 1583140"/>
              <a:gd name="connsiteX45" fmla="*/ 5444641 w 9662615"/>
              <a:gd name="connsiteY45" fmla="*/ 1487602 h 1583140"/>
              <a:gd name="connsiteX46" fmla="*/ 5299812 w 9662615"/>
              <a:gd name="connsiteY46" fmla="*/ 1503362 h 1583140"/>
              <a:gd name="connsiteX47" fmla="*/ 5245752 w 9662615"/>
              <a:gd name="connsiteY47" fmla="*/ 1520612 h 1583140"/>
              <a:gd name="connsiteX48" fmla="*/ 5177807 w 9662615"/>
              <a:gd name="connsiteY48" fmla="*/ 1526802 h 1583140"/>
              <a:gd name="connsiteX49" fmla="*/ 5113910 w 9662615"/>
              <a:gd name="connsiteY49" fmla="*/ 1533205 h 1583140"/>
              <a:gd name="connsiteX50" fmla="*/ 5059484 w 9662615"/>
              <a:gd name="connsiteY50" fmla="*/ 1546802 h 1583140"/>
              <a:gd name="connsiteX51" fmla="*/ 5038524 w 9662615"/>
              <a:gd name="connsiteY51" fmla="*/ 1545675 h 1583140"/>
              <a:gd name="connsiteX52" fmla="*/ 5026564 w 9662615"/>
              <a:gd name="connsiteY52" fmla="*/ 1545376 h 1583140"/>
              <a:gd name="connsiteX53" fmla="*/ 4969433 w 9662615"/>
              <a:gd name="connsiteY53" fmla="*/ 1550865 h 1583140"/>
              <a:gd name="connsiteX54" fmla="*/ 4929254 w 9662615"/>
              <a:gd name="connsiteY54" fmla="*/ 1563452 h 1583140"/>
              <a:gd name="connsiteX55" fmla="*/ 4871726 w 9662615"/>
              <a:gd name="connsiteY55" fmla="*/ 1570584 h 1583140"/>
              <a:gd name="connsiteX56" fmla="*/ 4843267 w 9662615"/>
              <a:gd name="connsiteY56" fmla="*/ 1561459 h 1583140"/>
              <a:gd name="connsiteX57" fmla="*/ 4821058 w 9662615"/>
              <a:gd name="connsiteY57" fmla="*/ 1553078 h 1583140"/>
              <a:gd name="connsiteX58" fmla="*/ 4791466 w 9662615"/>
              <a:gd name="connsiteY58" fmla="*/ 1561324 h 1583140"/>
              <a:gd name="connsiteX59" fmla="*/ 4784247 w 9662615"/>
              <a:gd name="connsiteY59" fmla="*/ 1562342 h 1583140"/>
              <a:gd name="connsiteX60" fmla="*/ 4739309 w 9662615"/>
              <a:gd name="connsiteY60" fmla="*/ 1553948 h 1583140"/>
              <a:gd name="connsiteX61" fmla="*/ 4697562 w 9662615"/>
              <a:gd name="connsiteY61" fmla="*/ 1551206 h 1583140"/>
              <a:gd name="connsiteX62" fmla="*/ 4650737 w 9662615"/>
              <a:gd name="connsiteY62" fmla="*/ 1537381 h 1583140"/>
              <a:gd name="connsiteX63" fmla="*/ 4583150 w 9662615"/>
              <a:gd name="connsiteY63" fmla="*/ 1529064 h 1583140"/>
              <a:gd name="connsiteX64" fmla="*/ 4521734 w 9662615"/>
              <a:gd name="connsiteY64" fmla="*/ 1529359 h 1583140"/>
              <a:gd name="connsiteX65" fmla="*/ 4382398 w 9662615"/>
              <a:gd name="connsiteY65" fmla="*/ 1534108 h 1583140"/>
              <a:gd name="connsiteX66" fmla="*/ 4221826 w 9662615"/>
              <a:gd name="connsiteY66" fmla="*/ 1500972 h 1583140"/>
              <a:gd name="connsiteX67" fmla="*/ 4096601 w 9662615"/>
              <a:gd name="connsiteY67" fmla="*/ 1521563 h 1583140"/>
              <a:gd name="connsiteX68" fmla="*/ 4002441 w 9662615"/>
              <a:gd name="connsiteY68" fmla="*/ 1528912 h 1583140"/>
              <a:gd name="connsiteX69" fmla="*/ 3833906 w 9662615"/>
              <a:gd name="connsiteY69" fmla="*/ 1516637 h 1583140"/>
              <a:gd name="connsiteX70" fmla="*/ 3763845 w 9662615"/>
              <a:gd name="connsiteY70" fmla="*/ 1501782 h 1583140"/>
              <a:gd name="connsiteX71" fmla="*/ 3641778 w 9662615"/>
              <a:gd name="connsiteY71" fmla="*/ 1505446 h 1583140"/>
              <a:gd name="connsiteX72" fmla="*/ 3565233 w 9662615"/>
              <a:gd name="connsiteY72" fmla="*/ 1515122 h 1583140"/>
              <a:gd name="connsiteX73" fmla="*/ 3560267 w 9662615"/>
              <a:gd name="connsiteY73" fmla="*/ 1516288 h 1583140"/>
              <a:gd name="connsiteX74" fmla="*/ 3540258 w 9662615"/>
              <a:gd name="connsiteY74" fmla="*/ 1516976 h 1583140"/>
              <a:gd name="connsiteX75" fmla="*/ 3534780 w 9662615"/>
              <a:gd name="connsiteY75" fmla="*/ 1522141 h 1583140"/>
              <a:gd name="connsiteX76" fmla="*/ 3504783 w 9662615"/>
              <a:gd name="connsiteY76" fmla="*/ 1526739 h 1583140"/>
              <a:gd name="connsiteX77" fmla="*/ 3430805 w 9662615"/>
              <a:gd name="connsiteY77" fmla="*/ 1542521 h 1583140"/>
              <a:gd name="connsiteX78" fmla="*/ 3292707 w 9662615"/>
              <a:gd name="connsiteY78" fmla="*/ 1520490 h 1583140"/>
              <a:gd name="connsiteX79" fmla="*/ 3187872 w 9662615"/>
              <a:gd name="connsiteY79" fmla="*/ 1519991 h 1583140"/>
              <a:gd name="connsiteX80" fmla="*/ 3148026 w 9662615"/>
              <a:gd name="connsiteY80" fmla="*/ 1524777 h 1583140"/>
              <a:gd name="connsiteX81" fmla="*/ 3092394 w 9662615"/>
              <a:gd name="connsiteY81" fmla="*/ 1528115 h 1583140"/>
              <a:gd name="connsiteX82" fmla="*/ 2994200 w 9662615"/>
              <a:gd name="connsiteY82" fmla="*/ 1537857 h 1583140"/>
              <a:gd name="connsiteX83" fmla="*/ 2862301 w 9662615"/>
              <a:gd name="connsiteY83" fmla="*/ 1544250 h 1583140"/>
              <a:gd name="connsiteX84" fmla="*/ 2766335 w 9662615"/>
              <a:gd name="connsiteY84" fmla="*/ 1527662 h 1583140"/>
              <a:gd name="connsiteX85" fmla="*/ 2757836 w 9662615"/>
              <a:gd name="connsiteY85" fmla="*/ 1531371 h 1583140"/>
              <a:gd name="connsiteX86" fmla="*/ 2691555 w 9662615"/>
              <a:gd name="connsiteY86" fmla="*/ 1530283 h 1583140"/>
              <a:gd name="connsiteX87" fmla="*/ 2491676 w 9662615"/>
              <a:gd name="connsiteY87" fmla="*/ 1500859 h 1583140"/>
              <a:gd name="connsiteX88" fmla="*/ 2378036 w 9662615"/>
              <a:gd name="connsiteY88" fmla="*/ 1520645 h 1583140"/>
              <a:gd name="connsiteX89" fmla="*/ 2284269 w 9662615"/>
              <a:gd name="connsiteY89" fmla="*/ 1503068 h 1583140"/>
              <a:gd name="connsiteX90" fmla="*/ 2207104 w 9662615"/>
              <a:gd name="connsiteY90" fmla="*/ 1508888 h 1583140"/>
              <a:gd name="connsiteX91" fmla="*/ 2149226 w 9662615"/>
              <a:gd name="connsiteY91" fmla="*/ 1523409 h 1583140"/>
              <a:gd name="connsiteX92" fmla="*/ 2084783 w 9662615"/>
              <a:gd name="connsiteY92" fmla="*/ 1524245 h 1583140"/>
              <a:gd name="connsiteX93" fmla="*/ 2070075 w 9662615"/>
              <a:gd name="connsiteY93" fmla="*/ 1511285 h 1583140"/>
              <a:gd name="connsiteX94" fmla="*/ 2001057 w 9662615"/>
              <a:gd name="connsiteY94" fmla="*/ 1516449 h 1583140"/>
              <a:gd name="connsiteX95" fmla="*/ 1896330 w 9662615"/>
              <a:gd name="connsiteY95" fmla="*/ 1525725 h 1583140"/>
              <a:gd name="connsiteX96" fmla="*/ 1835994 w 9662615"/>
              <a:gd name="connsiteY96" fmla="*/ 1527678 h 1583140"/>
              <a:gd name="connsiteX97" fmla="*/ 1671119 w 9662615"/>
              <a:gd name="connsiteY97" fmla="*/ 1536701 h 1583140"/>
              <a:gd name="connsiteX98" fmla="*/ 1601337 w 9662615"/>
              <a:gd name="connsiteY98" fmla="*/ 1548552 h 1583140"/>
              <a:gd name="connsiteX99" fmla="*/ 1407755 w 9662615"/>
              <a:gd name="connsiteY99" fmla="*/ 1571444 h 1583140"/>
              <a:gd name="connsiteX100" fmla="*/ 1271994 w 9662615"/>
              <a:gd name="connsiteY100" fmla="*/ 1579471 h 1583140"/>
              <a:gd name="connsiteX101" fmla="*/ 1249226 w 9662615"/>
              <a:gd name="connsiteY101" fmla="*/ 1583140 h 1583140"/>
              <a:gd name="connsiteX102" fmla="*/ 1217719 w 9662615"/>
              <a:gd name="connsiteY102" fmla="*/ 1580863 h 1583140"/>
              <a:gd name="connsiteX103" fmla="*/ 1091432 w 9662615"/>
              <a:gd name="connsiteY103" fmla="*/ 1571003 h 1583140"/>
              <a:gd name="connsiteX104" fmla="*/ 992039 w 9662615"/>
              <a:gd name="connsiteY104" fmla="*/ 1556662 h 1583140"/>
              <a:gd name="connsiteX105" fmla="*/ 868264 w 9662615"/>
              <a:gd name="connsiteY105" fmla="*/ 1566392 h 1583140"/>
              <a:gd name="connsiteX106" fmla="*/ 792765 w 9662615"/>
              <a:gd name="connsiteY106" fmla="*/ 1563102 h 1583140"/>
              <a:gd name="connsiteX107" fmla="*/ 669055 w 9662615"/>
              <a:gd name="connsiteY107" fmla="*/ 1543638 h 1583140"/>
              <a:gd name="connsiteX108" fmla="*/ 506152 w 9662615"/>
              <a:gd name="connsiteY108" fmla="*/ 1549124 h 1583140"/>
              <a:gd name="connsiteX109" fmla="*/ 472797 w 9662615"/>
              <a:gd name="connsiteY109" fmla="*/ 1568904 h 1583140"/>
              <a:gd name="connsiteX110" fmla="*/ 427864 w 9662615"/>
              <a:gd name="connsiteY110" fmla="*/ 1580848 h 1583140"/>
              <a:gd name="connsiteX111" fmla="*/ 408381 w 9662615"/>
              <a:gd name="connsiteY111" fmla="*/ 1552940 h 1583140"/>
              <a:gd name="connsiteX112" fmla="*/ 267163 w 9662615"/>
              <a:gd name="connsiteY112" fmla="*/ 1531913 h 1583140"/>
              <a:gd name="connsiteX113" fmla="*/ 196644 w 9662615"/>
              <a:gd name="connsiteY113" fmla="*/ 1524565 h 1583140"/>
              <a:gd name="connsiteX114" fmla="*/ 86819 w 9662615"/>
              <a:gd name="connsiteY114" fmla="*/ 1519517 h 1583140"/>
              <a:gd name="connsiteX115" fmla="*/ 53369 w 9662615"/>
              <a:gd name="connsiteY115" fmla="*/ 1516853 h 1583140"/>
              <a:gd name="connsiteX116" fmla="*/ 2359 w 9662615"/>
              <a:gd name="connsiteY116" fmla="*/ 1515247 h 1583140"/>
              <a:gd name="connsiteX117" fmla="*/ 0 w 9662615"/>
              <a:gd name="connsiteY117" fmla="*/ 1514932 h 1583140"/>
              <a:gd name="connsiteX118" fmla="*/ 0 w 9662615"/>
              <a:gd name="connsiteY118" fmla="*/ 0 h 1583140"/>
              <a:gd name="connsiteX0" fmla="*/ 0 w 9662615"/>
              <a:gd name="connsiteY0" fmla="*/ 0 h 1583140"/>
              <a:gd name="connsiteX1" fmla="*/ 9662615 w 9662615"/>
              <a:gd name="connsiteY1" fmla="*/ 0 h 1583140"/>
              <a:gd name="connsiteX2" fmla="*/ 9662615 w 9662615"/>
              <a:gd name="connsiteY2" fmla="*/ 1280346 h 1583140"/>
              <a:gd name="connsiteX3" fmla="*/ 9658420 w 9662615"/>
              <a:gd name="connsiteY3" fmla="*/ 1280106 h 1583140"/>
              <a:gd name="connsiteX4" fmla="*/ 9469546 w 9662615"/>
              <a:gd name="connsiteY4" fmla="*/ 1289837 h 1583140"/>
              <a:gd name="connsiteX5" fmla="*/ 9326260 w 9662615"/>
              <a:gd name="connsiteY5" fmla="*/ 1277155 h 1583140"/>
              <a:gd name="connsiteX6" fmla="*/ 9144767 w 9662615"/>
              <a:gd name="connsiteY6" fmla="*/ 1264120 h 1583140"/>
              <a:gd name="connsiteX7" fmla="*/ 8976400 w 9662615"/>
              <a:gd name="connsiteY7" fmla="*/ 1326661 h 1583140"/>
              <a:gd name="connsiteX8" fmla="*/ 8828711 w 9662615"/>
              <a:gd name="connsiteY8" fmla="*/ 1346394 h 1583140"/>
              <a:gd name="connsiteX9" fmla="*/ 8695953 w 9662615"/>
              <a:gd name="connsiteY9" fmla="*/ 1346784 h 1583140"/>
              <a:gd name="connsiteX10" fmla="*/ 8652191 w 9662615"/>
              <a:gd name="connsiteY10" fmla="*/ 1345903 h 1583140"/>
              <a:gd name="connsiteX11" fmla="*/ 8591582 w 9662615"/>
              <a:gd name="connsiteY11" fmla="*/ 1341666 h 1583140"/>
              <a:gd name="connsiteX12" fmla="*/ 8537336 w 9662615"/>
              <a:gd name="connsiteY12" fmla="*/ 1341684 h 1583140"/>
              <a:gd name="connsiteX13" fmla="*/ 8416849 w 9662615"/>
              <a:gd name="connsiteY13" fmla="*/ 1367085 h 1583140"/>
              <a:gd name="connsiteX14" fmla="*/ 8278355 w 9662615"/>
              <a:gd name="connsiteY14" fmla="*/ 1386569 h 1583140"/>
              <a:gd name="connsiteX15" fmla="*/ 8197961 w 9662615"/>
              <a:gd name="connsiteY15" fmla="*/ 1392804 h 1583140"/>
              <a:gd name="connsiteX16" fmla="*/ 8171196 w 9662615"/>
              <a:gd name="connsiteY16" fmla="*/ 1397216 h 1583140"/>
              <a:gd name="connsiteX17" fmla="*/ 8087910 w 9662615"/>
              <a:gd name="connsiteY17" fmla="*/ 1386449 h 1583140"/>
              <a:gd name="connsiteX18" fmla="*/ 7974579 w 9662615"/>
              <a:gd name="connsiteY18" fmla="*/ 1383439 h 1583140"/>
              <a:gd name="connsiteX19" fmla="*/ 7768351 w 9662615"/>
              <a:gd name="connsiteY19" fmla="*/ 1395051 h 1583140"/>
              <a:gd name="connsiteX20" fmla="*/ 7635985 w 9662615"/>
              <a:gd name="connsiteY20" fmla="*/ 1386363 h 1583140"/>
              <a:gd name="connsiteX21" fmla="*/ 7466069 w 9662615"/>
              <a:gd name="connsiteY21" fmla="*/ 1377654 h 1583140"/>
              <a:gd name="connsiteX22" fmla="*/ 7355642 w 9662615"/>
              <a:gd name="connsiteY22" fmla="*/ 1407761 h 1583140"/>
              <a:gd name="connsiteX23" fmla="*/ 7215220 w 9662615"/>
              <a:gd name="connsiteY23" fmla="*/ 1397856 h 1583140"/>
              <a:gd name="connsiteX24" fmla="*/ 7082147 w 9662615"/>
              <a:gd name="connsiteY24" fmla="*/ 1406113 h 1583140"/>
              <a:gd name="connsiteX25" fmla="*/ 6987129 w 9662615"/>
              <a:gd name="connsiteY25" fmla="*/ 1404834 h 1583140"/>
              <a:gd name="connsiteX26" fmla="*/ 6907567 w 9662615"/>
              <a:gd name="connsiteY26" fmla="*/ 1419149 h 1583140"/>
              <a:gd name="connsiteX27" fmla="*/ 6748428 w 9662615"/>
              <a:gd name="connsiteY27" fmla="*/ 1420308 h 1583140"/>
              <a:gd name="connsiteX28" fmla="*/ 6654257 w 9662615"/>
              <a:gd name="connsiteY28" fmla="*/ 1424143 h 1583140"/>
              <a:gd name="connsiteX29" fmla="*/ 6620123 w 9662615"/>
              <a:gd name="connsiteY29" fmla="*/ 1430535 h 1583140"/>
              <a:gd name="connsiteX30" fmla="*/ 6571355 w 9662615"/>
              <a:gd name="connsiteY30" fmla="*/ 1436144 h 1583140"/>
              <a:gd name="connsiteX31" fmla="*/ 6486557 w 9662615"/>
              <a:gd name="connsiteY31" fmla="*/ 1449861 h 1583140"/>
              <a:gd name="connsiteX32" fmla="*/ 6370419 w 9662615"/>
              <a:gd name="connsiteY32" fmla="*/ 1461649 h 1583140"/>
              <a:gd name="connsiteX33" fmla="*/ 6278839 w 9662615"/>
              <a:gd name="connsiteY33" fmla="*/ 1449160 h 1583140"/>
              <a:gd name="connsiteX34" fmla="*/ 6272455 w 9662615"/>
              <a:gd name="connsiteY34" fmla="*/ 1453191 h 1583140"/>
              <a:gd name="connsiteX35" fmla="*/ 6212659 w 9662615"/>
              <a:gd name="connsiteY35" fmla="*/ 1454850 h 1583140"/>
              <a:gd name="connsiteX36" fmla="*/ 6069317 w 9662615"/>
              <a:gd name="connsiteY36" fmla="*/ 1445838 h 1583140"/>
              <a:gd name="connsiteX37" fmla="*/ 5878477 w 9662615"/>
              <a:gd name="connsiteY37" fmla="*/ 1439180 h 1583140"/>
              <a:gd name="connsiteX38" fmla="*/ 5838387 w 9662615"/>
              <a:gd name="connsiteY38" fmla="*/ 1444679 h 1583140"/>
              <a:gd name="connsiteX39" fmla="*/ 5771136 w 9662615"/>
              <a:gd name="connsiteY39" fmla="*/ 1453639 h 1583140"/>
              <a:gd name="connsiteX40" fmla="*/ 5724081 w 9662615"/>
              <a:gd name="connsiteY40" fmla="*/ 1470431 h 1583140"/>
              <a:gd name="connsiteX41" fmla="*/ 5666577 w 9662615"/>
              <a:gd name="connsiteY41" fmla="*/ 1473921 h 1583140"/>
              <a:gd name="connsiteX42" fmla="*/ 5649068 w 9662615"/>
              <a:gd name="connsiteY42" fmla="*/ 1461676 h 1583140"/>
              <a:gd name="connsiteX43" fmla="*/ 5588902 w 9662615"/>
              <a:gd name="connsiteY43" fmla="*/ 1469647 h 1583140"/>
              <a:gd name="connsiteX44" fmla="*/ 5498090 w 9662615"/>
              <a:gd name="connsiteY44" fmla="*/ 1483173 h 1583140"/>
              <a:gd name="connsiteX45" fmla="*/ 5444641 w 9662615"/>
              <a:gd name="connsiteY45" fmla="*/ 1487602 h 1583140"/>
              <a:gd name="connsiteX46" fmla="*/ 5299812 w 9662615"/>
              <a:gd name="connsiteY46" fmla="*/ 1503362 h 1583140"/>
              <a:gd name="connsiteX47" fmla="*/ 5245752 w 9662615"/>
              <a:gd name="connsiteY47" fmla="*/ 1520612 h 1583140"/>
              <a:gd name="connsiteX48" fmla="*/ 5177807 w 9662615"/>
              <a:gd name="connsiteY48" fmla="*/ 1526802 h 1583140"/>
              <a:gd name="connsiteX49" fmla="*/ 5113910 w 9662615"/>
              <a:gd name="connsiteY49" fmla="*/ 1533205 h 1583140"/>
              <a:gd name="connsiteX50" fmla="*/ 5059484 w 9662615"/>
              <a:gd name="connsiteY50" fmla="*/ 1546802 h 1583140"/>
              <a:gd name="connsiteX51" fmla="*/ 5038524 w 9662615"/>
              <a:gd name="connsiteY51" fmla="*/ 1545675 h 1583140"/>
              <a:gd name="connsiteX52" fmla="*/ 5026564 w 9662615"/>
              <a:gd name="connsiteY52" fmla="*/ 1545376 h 1583140"/>
              <a:gd name="connsiteX53" fmla="*/ 4969433 w 9662615"/>
              <a:gd name="connsiteY53" fmla="*/ 1550865 h 1583140"/>
              <a:gd name="connsiteX54" fmla="*/ 4929254 w 9662615"/>
              <a:gd name="connsiteY54" fmla="*/ 1563452 h 1583140"/>
              <a:gd name="connsiteX55" fmla="*/ 4871726 w 9662615"/>
              <a:gd name="connsiteY55" fmla="*/ 1570584 h 1583140"/>
              <a:gd name="connsiteX56" fmla="*/ 4843267 w 9662615"/>
              <a:gd name="connsiteY56" fmla="*/ 1561459 h 1583140"/>
              <a:gd name="connsiteX57" fmla="*/ 4821058 w 9662615"/>
              <a:gd name="connsiteY57" fmla="*/ 1553078 h 1583140"/>
              <a:gd name="connsiteX58" fmla="*/ 4791466 w 9662615"/>
              <a:gd name="connsiteY58" fmla="*/ 1561324 h 1583140"/>
              <a:gd name="connsiteX59" fmla="*/ 4784247 w 9662615"/>
              <a:gd name="connsiteY59" fmla="*/ 1562342 h 1583140"/>
              <a:gd name="connsiteX60" fmla="*/ 4739309 w 9662615"/>
              <a:gd name="connsiteY60" fmla="*/ 1553948 h 1583140"/>
              <a:gd name="connsiteX61" fmla="*/ 4697562 w 9662615"/>
              <a:gd name="connsiteY61" fmla="*/ 1551206 h 1583140"/>
              <a:gd name="connsiteX62" fmla="*/ 4650737 w 9662615"/>
              <a:gd name="connsiteY62" fmla="*/ 1537381 h 1583140"/>
              <a:gd name="connsiteX63" fmla="*/ 4583150 w 9662615"/>
              <a:gd name="connsiteY63" fmla="*/ 1529064 h 1583140"/>
              <a:gd name="connsiteX64" fmla="*/ 4521734 w 9662615"/>
              <a:gd name="connsiteY64" fmla="*/ 1529359 h 1583140"/>
              <a:gd name="connsiteX65" fmla="*/ 4382398 w 9662615"/>
              <a:gd name="connsiteY65" fmla="*/ 1534108 h 1583140"/>
              <a:gd name="connsiteX66" fmla="*/ 4221826 w 9662615"/>
              <a:gd name="connsiteY66" fmla="*/ 1500972 h 1583140"/>
              <a:gd name="connsiteX67" fmla="*/ 4096601 w 9662615"/>
              <a:gd name="connsiteY67" fmla="*/ 1521563 h 1583140"/>
              <a:gd name="connsiteX68" fmla="*/ 4002441 w 9662615"/>
              <a:gd name="connsiteY68" fmla="*/ 1528912 h 1583140"/>
              <a:gd name="connsiteX69" fmla="*/ 3833906 w 9662615"/>
              <a:gd name="connsiteY69" fmla="*/ 1516637 h 1583140"/>
              <a:gd name="connsiteX70" fmla="*/ 3763845 w 9662615"/>
              <a:gd name="connsiteY70" fmla="*/ 1501782 h 1583140"/>
              <a:gd name="connsiteX71" fmla="*/ 3641778 w 9662615"/>
              <a:gd name="connsiteY71" fmla="*/ 1505446 h 1583140"/>
              <a:gd name="connsiteX72" fmla="*/ 3565233 w 9662615"/>
              <a:gd name="connsiteY72" fmla="*/ 1515122 h 1583140"/>
              <a:gd name="connsiteX73" fmla="*/ 3560267 w 9662615"/>
              <a:gd name="connsiteY73" fmla="*/ 1516288 h 1583140"/>
              <a:gd name="connsiteX74" fmla="*/ 3540258 w 9662615"/>
              <a:gd name="connsiteY74" fmla="*/ 1516976 h 1583140"/>
              <a:gd name="connsiteX75" fmla="*/ 3534780 w 9662615"/>
              <a:gd name="connsiteY75" fmla="*/ 1522141 h 1583140"/>
              <a:gd name="connsiteX76" fmla="*/ 3504783 w 9662615"/>
              <a:gd name="connsiteY76" fmla="*/ 1526739 h 1583140"/>
              <a:gd name="connsiteX77" fmla="*/ 3430805 w 9662615"/>
              <a:gd name="connsiteY77" fmla="*/ 1542521 h 1583140"/>
              <a:gd name="connsiteX78" fmla="*/ 3292707 w 9662615"/>
              <a:gd name="connsiteY78" fmla="*/ 1520490 h 1583140"/>
              <a:gd name="connsiteX79" fmla="*/ 3187872 w 9662615"/>
              <a:gd name="connsiteY79" fmla="*/ 1519991 h 1583140"/>
              <a:gd name="connsiteX80" fmla="*/ 3148026 w 9662615"/>
              <a:gd name="connsiteY80" fmla="*/ 1524777 h 1583140"/>
              <a:gd name="connsiteX81" fmla="*/ 3092394 w 9662615"/>
              <a:gd name="connsiteY81" fmla="*/ 1528115 h 1583140"/>
              <a:gd name="connsiteX82" fmla="*/ 2994200 w 9662615"/>
              <a:gd name="connsiteY82" fmla="*/ 1537857 h 1583140"/>
              <a:gd name="connsiteX83" fmla="*/ 2862301 w 9662615"/>
              <a:gd name="connsiteY83" fmla="*/ 1544250 h 1583140"/>
              <a:gd name="connsiteX84" fmla="*/ 2766335 w 9662615"/>
              <a:gd name="connsiteY84" fmla="*/ 1527662 h 1583140"/>
              <a:gd name="connsiteX85" fmla="*/ 2757836 w 9662615"/>
              <a:gd name="connsiteY85" fmla="*/ 1531371 h 1583140"/>
              <a:gd name="connsiteX86" fmla="*/ 2691555 w 9662615"/>
              <a:gd name="connsiteY86" fmla="*/ 1530283 h 1583140"/>
              <a:gd name="connsiteX87" fmla="*/ 2491676 w 9662615"/>
              <a:gd name="connsiteY87" fmla="*/ 1500859 h 1583140"/>
              <a:gd name="connsiteX88" fmla="*/ 2378036 w 9662615"/>
              <a:gd name="connsiteY88" fmla="*/ 1520645 h 1583140"/>
              <a:gd name="connsiteX89" fmla="*/ 2284269 w 9662615"/>
              <a:gd name="connsiteY89" fmla="*/ 1503068 h 1583140"/>
              <a:gd name="connsiteX90" fmla="*/ 2207104 w 9662615"/>
              <a:gd name="connsiteY90" fmla="*/ 1508888 h 1583140"/>
              <a:gd name="connsiteX91" fmla="*/ 2149226 w 9662615"/>
              <a:gd name="connsiteY91" fmla="*/ 1523409 h 1583140"/>
              <a:gd name="connsiteX92" fmla="*/ 2084783 w 9662615"/>
              <a:gd name="connsiteY92" fmla="*/ 1524245 h 1583140"/>
              <a:gd name="connsiteX93" fmla="*/ 2070075 w 9662615"/>
              <a:gd name="connsiteY93" fmla="*/ 1511285 h 1583140"/>
              <a:gd name="connsiteX94" fmla="*/ 2001057 w 9662615"/>
              <a:gd name="connsiteY94" fmla="*/ 1516449 h 1583140"/>
              <a:gd name="connsiteX95" fmla="*/ 1896330 w 9662615"/>
              <a:gd name="connsiteY95" fmla="*/ 1525725 h 1583140"/>
              <a:gd name="connsiteX96" fmla="*/ 1835994 w 9662615"/>
              <a:gd name="connsiteY96" fmla="*/ 1527678 h 1583140"/>
              <a:gd name="connsiteX97" fmla="*/ 1671119 w 9662615"/>
              <a:gd name="connsiteY97" fmla="*/ 1536701 h 1583140"/>
              <a:gd name="connsiteX98" fmla="*/ 1601337 w 9662615"/>
              <a:gd name="connsiteY98" fmla="*/ 1548552 h 1583140"/>
              <a:gd name="connsiteX99" fmla="*/ 1407755 w 9662615"/>
              <a:gd name="connsiteY99" fmla="*/ 1571444 h 1583140"/>
              <a:gd name="connsiteX100" fmla="*/ 1271994 w 9662615"/>
              <a:gd name="connsiteY100" fmla="*/ 1579471 h 1583140"/>
              <a:gd name="connsiteX101" fmla="*/ 1249226 w 9662615"/>
              <a:gd name="connsiteY101" fmla="*/ 1583140 h 1583140"/>
              <a:gd name="connsiteX102" fmla="*/ 1217719 w 9662615"/>
              <a:gd name="connsiteY102" fmla="*/ 1580863 h 1583140"/>
              <a:gd name="connsiteX103" fmla="*/ 1091432 w 9662615"/>
              <a:gd name="connsiteY103" fmla="*/ 1571003 h 1583140"/>
              <a:gd name="connsiteX104" fmla="*/ 992039 w 9662615"/>
              <a:gd name="connsiteY104" fmla="*/ 1556662 h 1583140"/>
              <a:gd name="connsiteX105" fmla="*/ 868264 w 9662615"/>
              <a:gd name="connsiteY105" fmla="*/ 1566392 h 1583140"/>
              <a:gd name="connsiteX106" fmla="*/ 792765 w 9662615"/>
              <a:gd name="connsiteY106" fmla="*/ 1563102 h 1583140"/>
              <a:gd name="connsiteX107" fmla="*/ 669055 w 9662615"/>
              <a:gd name="connsiteY107" fmla="*/ 1543638 h 1583140"/>
              <a:gd name="connsiteX108" fmla="*/ 506152 w 9662615"/>
              <a:gd name="connsiteY108" fmla="*/ 1549124 h 1583140"/>
              <a:gd name="connsiteX109" fmla="*/ 472797 w 9662615"/>
              <a:gd name="connsiteY109" fmla="*/ 1568904 h 1583140"/>
              <a:gd name="connsiteX110" fmla="*/ 427864 w 9662615"/>
              <a:gd name="connsiteY110" fmla="*/ 1580848 h 1583140"/>
              <a:gd name="connsiteX111" fmla="*/ 408381 w 9662615"/>
              <a:gd name="connsiteY111" fmla="*/ 1552940 h 1583140"/>
              <a:gd name="connsiteX112" fmla="*/ 267163 w 9662615"/>
              <a:gd name="connsiteY112" fmla="*/ 1531913 h 1583140"/>
              <a:gd name="connsiteX113" fmla="*/ 196644 w 9662615"/>
              <a:gd name="connsiteY113" fmla="*/ 1524565 h 1583140"/>
              <a:gd name="connsiteX114" fmla="*/ 86819 w 9662615"/>
              <a:gd name="connsiteY114" fmla="*/ 1519517 h 1583140"/>
              <a:gd name="connsiteX115" fmla="*/ 53369 w 9662615"/>
              <a:gd name="connsiteY115" fmla="*/ 1516853 h 1583140"/>
              <a:gd name="connsiteX116" fmla="*/ 2359 w 9662615"/>
              <a:gd name="connsiteY116" fmla="*/ 1515247 h 1583140"/>
              <a:gd name="connsiteX117" fmla="*/ 0 w 9662615"/>
              <a:gd name="connsiteY117" fmla="*/ 1514932 h 1583140"/>
              <a:gd name="connsiteX118" fmla="*/ 0 w 9662615"/>
              <a:gd name="connsiteY118" fmla="*/ 0 h 1583140"/>
              <a:gd name="connsiteX0" fmla="*/ 0 w 9662615"/>
              <a:gd name="connsiteY0" fmla="*/ 0 h 1583140"/>
              <a:gd name="connsiteX1" fmla="*/ 9662615 w 9662615"/>
              <a:gd name="connsiteY1" fmla="*/ 0 h 1583140"/>
              <a:gd name="connsiteX2" fmla="*/ 9662615 w 9662615"/>
              <a:gd name="connsiteY2" fmla="*/ 1280346 h 1583140"/>
              <a:gd name="connsiteX3" fmla="*/ 9618664 w 9662615"/>
              <a:gd name="connsiteY3" fmla="*/ 1331789 h 1583140"/>
              <a:gd name="connsiteX4" fmla="*/ 9469546 w 9662615"/>
              <a:gd name="connsiteY4" fmla="*/ 1289837 h 1583140"/>
              <a:gd name="connsiteX5" fmla="*/ 9326260 w 9662615"/>
              <a:gd name="connsiteY5" fmla="*/ 1277155 h 1583140"/>
              <a:gd name="connsiteX6" fmla="*/ 9144767 w 9662615"/>
              <a:gd name="connsiteY6" fmla="*/ 1264120 h 1583140"/>
              <a:gd name="connsiteX7" fmla="*/ 8976400 w 9662615"/>
              <a:gd name="connsiteY7" fmla="*/ 1326661 h 1583140"/>
              <a:gd name="connsiteX8" fmla="*/ 8828711 w 9662615"/>
              <a:gd name="connsiteY8" fmla="*/ 1346394 h 1583140"/>
              <a:gd name="connsiteX9" fmla="*/ 8695953 w 9662615"/>
              <a:gd name="connsiteY9" fmla="*/ 1346784 h 1583140"/>
              <a:gd name="connsiteX10" fmla="*/ 8652191 w 9662615"/>
              <a:gd name="connsiteY10" fmla="*/ 1345903 h 1583140"/>
              <a:gd name="connsiteX11" fmla="*/ 8591582 w 9662615"/>
              <a:gd name="connsiteY11" fmla="*/ 1341666 h 1583140"/>
              <a:gd name="connsiteX12" fmla="*/ 8537336 w 9662615"/>
              <a:gd name="connsiteY12" fmla="*/ 1341684 h 1583140"/>
              <a:gd name="connsiteX13" fmla="*/ 8416849 w 9662615"/>
              <a:gd name="connsiteY13" fmla="*/ 1367085 h 1583140"/>
              <a:gd name="connsiteX14" fmla="*/ 8278355 w 9662615"/>
              <a:gd name="connsiteY14" fmla="*/ 1386569 h 1583140"/>
              <a:gd name="connsiteX15" fmla="*/ 8197961 w 9662615"/>
              <a:gd name="connsiteY15" fmla="*/ 1392804 h 1583140"/>
              <a:gd name="connsiteX16" fmla="*/ 8171196 w 9662615"/>
              <a:gd name="connsiteY16" fmla="*/ 1397216 h 1583140"/>
              <a:gd name="connsiteX17" fmla="*/ 8087910 w 9662615"/>
              <a:gd name="connsiteY17" fmla="*/ 1386449 h 1583140"/>
              <a:gd name="connsiteX18" fmla="*/ 7974579 w 9662615"/>
              <a:gd name="connsiteY18" fmla="*/ 1383439 h 1583140"/>
              <a:gd name="connsiteX19" fmla="*/ 7768351 w 9662615"/>
              <a:gd name="connsiteY19" fmla="*/ 1395051 h 1583140"/>
              <a:gd name="connsiteX20" fmla="*/ 7635985 w 9662615"/>
              <a:gd name="connsiteY20" fmla="*/ 1386363 h 1583140"/>
              <a:gd name="connsiteX21" fmla="*/ 7466069 w 9662615"/>
              <a:gd name="connsiteY21" fmla="*/ 1377654 h 1583140"/>
              <a:gd name="connsiteX22" fmla="*/ 7355642 w 9662615"/>
              <a:gd name="connsiteY22" fmla="*/ 1407761 h 1583140"/>
              <a:gd name="connsiteX23" fmla="*/ 7215220 w 9662615"/>
              <a:gd name="connsiteY23" fmla="*/ 1397856 h 1583140"/>
              <a:gd name="connsiteX24" fmla="*/ 7082147 w 9662615"/>
              <a:gd name="connsiteY24" fmla="*/ 1406113 h 1583140"/>
              <a:gd name="connsiteX25" fmla="*/ 6987129 w 9662615"/>
              <a:gd name="connsiteY25" fmla="*/ 1404834 h 1583140"/>
              <a:gd name="connsiteX26" fmla="*/ 6907567 w 9662615"/>
              <a:gd name="connsiteY26" fmla="*/ 1419149 h 1583140"/>
              <a:gd name="connsiteX27" fmla="*/ 6748428 w 9662615"/>
              <a:gd name="connsiteY27" fmla="*/ 1420308 h 1583140"/>
              <a:gd name="connsiteX28" fmla="*/ 6654257 w 9662615"/>
              <a:gd name="connsiteY28" fmla="*/ 1424143 h 1583140"/>
              <a:gd name="connsiteX29" fmla="*/ 6620123 w 9662615"/>
              <a:gd name="connsiteY29" fmla="*/ 1430535 h 1583140"/>
              <a:gd name="connsiteX30" fmla="*/ 6571355 w 9662615"/>
              <a:gd name="connsiteY30" fmla="*/ 1436144 h 1583140"/>
              <a:gd name="connsiteX31" fmla="*/ 6486557 w 9662615"/>
              <a:gd name="connsiteY31" fmla="*/ 1449861 h 1583140"/>
              <a:gd name="connsiteX32" fmla="*/ 6370419 w 9662615"/>
              <a:gd name="connsiteY32" fmla="*/ 1461649 h 1583140"/>
              <a:gd name="connsiteX33" fmla="*/ 6278839 w 9662615"/>
              <a:gd name="connsiteY33" fmla="*/ 1449160 h 1583140"/>
              <a:gd name="connsiteX34" fmla="*/ 6272455 w 9662615"/>
              <a:gd name="connsiteY34" fmla="*/ 1453191 h 1583140"/>
              <a:gd name="connsiteX35" fmla="*/ 6212659 w 9662615"/>
              <a:gd name="connsiteY35" fmla="*/ 1454850 h 1583140"/>
              <a:gd name="connsiteX36" fmla="*/ 6069317 w 9662615"/>
              <a:gd name="connsiteY36" fmla="*/ 1445838 h 1583140"/>
              <a:gd name="connsiteX37" fmla="*/ 5878477 w 9662615"/>
              <a:gd name="connsiteY37" fmla="*/ 1439180 h 1583140"/>
              <a:gd name="connsiteX38" fmla="*/ 5838387 w 9662615"/>
              <a:gd name="connsiteY38" fmla="*/ 1444679 h 1583140"/>
              <a:gd name="connsiteX39" fmla="*/ 5771136 w 9662615"/>
              <a:gd name="connsiteY39" fmla="*/ 1453639 h 1583140"/>
              <a:gd name="connsiteX40" fmla="*/ 5724081 w 9662615"/>
              <a:gd name="connsiteY40" fmla="*/ 1470431 h 1583140"/>
              <a:gd name="connsiteX41" fmla="*/ 5666577 w 9662615"/>
              <a:gd name="connsiteY41" fmla="*/ 1473921 h 1583140"/>
              <a:gd name="connsiteX42" fmla="*/ 5649068 w 9662615"/>
              <a:gd name="connsiteY42" fmla="*/ 1461676 h 1583140"/>
              <a:gd name="connsiteX43" fmla="*/ 5588902 w 9662615"/>
              <a:gd name="connsiteY43" fmla="*/ 1469647 h 1583140"/>
              <a:gd name="connsiteX44" fmla="*/ 5498090 w 9662615"/>
              <a:gd name="connsiteY44" fmla="*/ 1483173 h 1583140"/>
              <a:gd name="connsiteX45" fmla="*/ 5444641 w 9662615"/>
              <a:gd name="connsiteY45" fmla="*/ 1487602 h 1583140"/>
              <a:gd name="connsiteX46" fmla="*/ 5299812 w 9662615"/>
              <a:gd name="connsiteY46" fmla="*/ 1503362 h 1583140"/>
              <a:gd name="connsiteX47" fmla="*/ 5245752 w 9662615"/>
              <a:gd name="connsiteY47" fmla="*/ 1520612 h 1583140"/>
              <a:gd name="connsiteX48" fmla="*/ 5177807 w 9662615"/>
              <a:gd name="connsiteY48" fmla="*/ 1526802 h 1583140"/>
              <a:gd name="connsiteX49" fmla="*/ 5113910 w 9662615"/>
              <a:gd name="connsiteY49" fmla="*/ 1533205 h 1583140"/>
              <a:gd name="connsiteX50" fmla="*/ 5059484 w 9662615"/>
              <a:gd name="connsiteY50" fmla="*/ 1546802 h 1583140"/>
              <a:gd name="connsiteX51" fmla="*/ 5038524 w 9662615"/>
              <a:gd name="connsiteY51" fmla="*/ 1545675 h 1583140"/>
              <a:gd name="connsiteX52" fmla="*/ 5026564 w 9662615"/>
              <a:gd name="connsiteY52" fmla="*/ 1545376 h 1583140"/>
              <a:gd name="connsiteX53" fmla="*/ 4969433 w 9662615"/>
              <a:gd name="connsiteY53" fmla="*/ 1550865 h 1583140"/>
              <a:gd name="connsiteX54" fmla="*/ 4929254 w 9662615"/>
              <a:gd name="connsiteY54" fmla="*/ 1563452 h 1583140"/>
              <a:gd name="connsiteX55" fmla="*/ 4871726 w 9662615"/>
              <a:gd name="connsiteY55" fmla="*/ 1570584 h 1583140"/>
              <a:gd name="connsiteX56" fmla="*/ 4843267 w 9662615"/>
              <a:gd name="connsiteY56" fmla="*/ 1561459 h 1583140"/>
              <a:gd name="connsiteX57" fmla="*/ 4821058 w 9662615"/>
              <a:gd name="connsiteY57" fmla="*/ 1553078 h 1583140"/>
              <a:gd name="connsiteX58" fmla="*/ 4791466 w 9662615"/>
              <a:gd name="connsiteY58" fmla="*/ 1561324 h 1583140"/>
              <a:gd name="connsiteX59" fmla="*/ 4784247 w 9662615"/>
              <a:gd name="connsiteY59" fmla="*/ 1562342 h 1583140"/>
              <a:gd name="connsiteX60" fmla="*/ 4739309 w 9662615"/>
              <a:gd name="connsiteY60" fmla="*/ 1553948 h 1583140"/>
              <a:gd name="connsiteX61" fmla="*/ 4697562 w 9662615"/>
              <a:gd name="connsiteY61" fmla="*/ 1551206 h 1583140"/>
              <a:gd name="connsiteX62" fmla="*/ 4650737 w 9662615"/>
              <a:gd name="connsiteY62" fmla="*/ 1537381 h 1583140"/>
              <a:gd name="connsiteX63" fmla="*/ 4583150 w 9662615"/>
              <a:gd name="connsiteY63" fmla="*/ 1529064 h 1583140"/>
              <a:gd name="connsiteX64" fmla="*/ 4521734 w 9662615"/>
              <a:gd name="connsiteY64" fmla="*/ 1529359 h 1583140"/>
              <a:gd name="connsiteX65" fmla="*/ 4382398 w 9662615"/>
              <a:gd name="connsiteY65" fmla="*/ 1534108 h 1583140"/>
              <a:gd name="connsiteX66" fmla="*/ 4221826 w 9662615"/>
              <a:gd name="connsiteY66" fmla="*/ 1500972 h 1583140"/>
              <a:gd name="connsiteX67" fmla="*/ 4096601 w 9662615"/>
              <a:gd name="connsiteY67" fmla="*/ 1521563 h 1583140"/>
              <a:gd name="connsiteX68" fmla="*/ 4002441 w 9662615"/>
              <a:gd name="connsiteY68" fmla="*/ 1528912 h 1583140"/>
              <a:gd name="connsiteX69" fmla="*/ 3833906 w 9662615"/>
              <a:gd name="connsiteY69" fmla="*/ 1516637 h 1583140"/>
              <a:gd name="connsiteX70" fmla="*/ 3763845 w 9662615"/>
              <a:gd name="connsiteY70" fmla="*/ 1501782 h 1583140"/>
              <a:gd name="connsiteX71" fmla="*/ 3641778 w 9662615"/>
              <a:gd name="connsiteY71" fmla="*/ 1505446 h 1583140"/>
              <a:gd name="connsiteX72" fmla="*/ 3565233 w 9662615"/>
              <a:gd name="connsiteY72" fmla="*/ 1515122 h 1583140"/>
              <a:gd name="connsiteX73" fmla="*/ 3560267 w 9662615"/>
              <a:gd name="connsiteY73" fmla="*/ 1516288 h 1583140"/>
              <a:gd name="connsiteX74" fmla="*/ 3540258 w 9662615"/>
              <a:gd name="connsiteY74" fmla="*/ 1516976 h 1583140"/>
              <a:gd name="connsiteX75" fmla="*/ 3534780 w 9662615"/>
              <a:gd name="connsiteY75" fmla="*/ 1522141 h 1583140"/>
              <a:gd name="connsiteX76" fmla="*/ 3504783 w 9662615"/>
              <a:gd name="connsiteY76" fmla="*/ 1526739 h 1583140"/>
              <a:gd name="connsiteX77" fmla="*/ 3430805 w 9662615"/>
              <a:gd name="connsiteY77" fmla="*/ 1542521 h 1583140"/>
              <a:gd name="connsiteX78" fmla="*/ 3292707 w 9662615"/>
              <a:gd name="connsiteY78" fmla="*/ 1520490 h 1583140"/>
              <a:gd name="connsiteX79" fmla="*/ 3187872 w 9662615"/>
              <a:gd name="connsiteY79" fmla="*/ 1519991 h 1583140"/>
              <a:gd name="connsiteX80" fmla="*/ 3148026 w 9662615"/>
              <a:gd name="connsiteY80" fmla="*/ 1524777 h 1583140"/>
              <a:gd name="connsiteX81" fmla="*/ 3092394 w 9662615"/>
              <a:gd name="connsiteY81" fmla="*/ 1528115 h 1583140"/>
              <a:gd name="connsiteX82" fmla="*/ 2994200 w 9662615"/>
              <a:gd name="connsiteY82" fmla="*/ 1537857 h 1583140"/>
              <a:gd name="connsiteX83" fmla="*/ 2862301 w 9662615"/>
              <a:gd name="connsiteY83" fmla="*/ 1544250 h 1583140"/>
              <a:gd name="connsiteX84" fmla="*/ 2766335 w 9662615"/>
              <a:gd name="connsiteY84" fmla="*/ 1527662 h 1583140"/>
              <a:gd name="connsiteX85" fmla="*/ 2757836 w 9662615"/>
              <a:gd name="connsiteY85" fmla="*/ 1531371 h 1583140"/>
              <a:gd name="connsiteX86" fmla="*/ 2691555 w 9662615"/>
              <a:gd name="connsiteY86" fmla="*/ 1530283 h 1583140"/>
              <a:gd name="connsiteX87" fmla="*/ 2491676 w 9662615"/>
              <a:gd name="connsiteY87" fmla="*/ 1500859 h 1583140"/>
              <a:gd name="connsiteX88" fmla="*/ 2378036 w 9662615"/>
              <a:gd name="connsiteY88" fmla="*/ 1520645 h 1583140"/>
              <a:gd name="connsiteX89" fmla="*/ 2284269 w 9662615"/>
              <a:gd name="connsiteY89" fmla="*/ 1503068 h 1583140"/>
              <a:gd name="connsiteX90" fmla="*/ 2207104 w 9662615"/>
              <a:gd name="connsiteY90" fmla="*/ 1508888 h 1583140"/>
              <a:gd name="connsiteX91" fmla="*/ 2149226 w 9662615"/>
              <a:gd name="connsiteY91" fmla="*/ 1523409 h 1583140"/>
              <a:gd name="connsiteX92" fmla="*/ 2084783 w 9662615"/>
              <a:gd name="connsiteY92" fmla="*/ 1524245 h 1583140"/>
              <a:gd name="connsiteX93" fmla="*/ 2070075 w 9662615"/>
              <a:gd name="connsiteY93" fmla="*/ 1511285 h 1583140"/>
              <a:gd name="connsiteX94" fmla="*/ 2001057 w 9662615"/>
              <a:gd name="connsiteY94" fmla="*/ 1516449 h 1583140"/>
              <a:gd name="connsiteX95" fmla="*/ 1896330 w 9662615"/>
              <a:gd name="connsiteY95" fmla="*/ 1525725 h 1583140"/>
              <a:gd name="connsiteX96" fmla="*/ 1835994 w 9662615"/>
              <a:gd name="connsiteY96" fmla="*/ 1527678 h 1583140"/>
              <a:gd name="connsiteX97" fmla="*/ 1671119 w 9662615"/>
              <a:gd name="connsiteY97" fmla="*/ 1536701 h 1583140"/>
              <a:gd name="connsiteX98" fmla="*/ 1601337 w 9662615"/>
              <a:gd name="connsiteY98" fmla="*/ 1548552 h 1583140"/>
              <a:gd name="connsiteX99" fmla="*/ 1407755 w 9662615"/>
              <a:gd name="connsiteY99" fmla="*/ 1571444 h 1583140"/>
              <a:gd name="connsiteX100" fmla="*/ 1271994 w 9662615"/>
              <a:gd name="connsiteY100" fmla="*/ 1579471 h 1583140"/>
              <a:gd name="connsiteX101" fmla="*/ 1249226 w 9662615"/>
              <a:gd name="connsiteY101" fmla="*/ 1583140 h 1583140"/>
              <a:gd name="connsiteX102" fmla="*/ 1217719 w 9662615"/>
              <a:gd name="connsiteY102" fmla="*/ 1580863 h 1583140"/>
              <a:gd name="connsiteX103" fmla="*/ 1091432 w 9662615"/>
              <a:gd name="connsiteY103" fmla="*/ 1571003 h 1583140"/>
              <a:gd name="connsiteX104" fmla="*/ 992039 w 9662615"/>
              <a:gd name="connsiteY104" fmla="*/ 1556662 h 1583140"/>
              <a:gd name="connsiteX105" fmla="*/ 868264 w 9662615"/>
              <a:gd name="connsiteY105" fmla="*/ 1566392 h 1583140"/>
              <a:gd name="connsiteX106" fmla="*/ 792765 w 9662615"/>
              <a:gd name="connsiteY106" fmla="*/ 1563102 h 1583140"/>
              <a:gd name="connsiteX107" fmla="*/ 669055 w 9662615"/>
              <a:gd name="connsiteY107" fmla="*/ 1543638 h 1583140"/>
              <a:gd name="connsiteX108" fmla="*/ 506152 w 9662615"/>
              <a:gd name="connsiteY108" fmla="*/ 1549124 h 1583140"/>
              <a:gd name="connsiteX109" fmla="*/ 472797 w 9662615"/>
              <a:gd name="connsiteY109" fmla="*/ 1568904 h 1583140"/>
              <a:gd name="connsiteX110" fmla="*/ 427864 w 9662615"/>
              <a:gd name="connsiteY110" fmla="*/ 1580848 h 1583140"/>
              <a:gd name="connsiteX111" fmla="*/ 408381 w 9662615"/>
              <a:gd name="connsiteY111" fmla="*/ 1552940 h 1583140"/>
              <a:gd name="connsiteX112" fmla="*/ 267163 w 9662615"/>
              <a:gd name="connsiteY112" fmla="*/ 1531913 h 1583140"/>
              <a:gd name="connsiteX113" fmla="*/ 196644 w 9662615"/>
              <a:gd name="connsiteY113" fmla="*/ 1524565 h 1583140"/>
              <a:gd name="connsiteX114" fmla="*/ 86819 w 9662615"/>
              <a:gd name="connsiteY114" fmla="*/ 1519517 h 1583140"/>
              <a:gd name="connsiteX115" fmla="*/ 53369 w 9662615"/>
              <a:gd name="connsiteY115" fmla="*/ 1516853 h 1583140"/>
              <a:gd name="connsiteX116" fmla="*/ 2359 w 9662615"/>
              <a:gd name="connsiteY116" fmla="*/ 1515247 h 1583140"/>
              <a:gd name="connsiteX117" fmla="*/ 0 w 9662615"/>
              <a:gd name="connsiteY117" fmla="*/ 1514932 h 1583140"/>
              <a:gd name="connsiteX118" fmla="*/ 0 w 9662615"/>
              <a:gd name="connsiteY118" fmla="*/ 0 h 1583140"/>
              <a:gd name="connsiteX0" fmla="*/ 0 w 9662615"/>
              <a:gd name="connsiteY0" fmla="*/ 0 h 1583140"/>
              <a:gd name="connsiteX1" fmla="*/ 9662615 w 9662615"/>
              <a:gd name="connsiteY1" fmla="*/ 0 h 1583140"/>
              <a:gd name="connsiteX2" fmla="*/ 9662615 w 9662615"/>
              <a:gd name="connsiteY2" fmla="*/ 1280346 h 1583140"/>
              <a:gd name="connsiteX3" fmla="*/ 9551077 w 9662615"/>
              <a:gd name="connsiteY3" fmla="*/ 1292033 h 1583140"/>
              <a:gd name="connsiteX4" fmla="*/ 9469546 w 9662615"/>
              <a:gd name="connsiteY4" fmla="*/ 1289837 h 1583140"/>
              <a:gd name="connsiteX5" fmla="*/ 9326260 w 9662615"/>
              <a:gd name="connsiteY5" fmla="*/ 1277155 h 1583140"/>
              <a:gd name="connsiteX6" fmla="*/ 9144767 w 9662615"/>
              <a:gd name="connsiteY6" fmla="*/ 1264120 h 1583140"/>
              <a:gd name="connsiteX7" fmla="*/ 8976400 w 9662615"/>
              <a:gd name="connsiteY7" fmla="*/ 1326661 h 1583140"/>
              <a:gd name="connsiteX8" fmla="*/ 8828711 w 9662615"/>
              <a:gd name="connsiteY8" fmla="*/ 1346394 h 1583140"/>
              <a:gd name="connsiteX9" fmla="*/ 8695953 w 9662615"/>
              <a:gd name="connsiteY9" fmla="*/ 1346784 h 1583140"/>
              <a:gd name="connsiteX10" fmla="*/ 8652191 w 9662615"/>
              <a:gd name="connsiteY10" fmla="*/ 1345903 h 1583140"/>
              <a:gd name="connsiteX11" fmla="*/ 8591582 w 9662615"/>
              <a:gd name="connsiteY11" fmla="*/ 1341666 h 1583140"/>
              <a:gd name="connsiteX12" fmla="*/ 8537336 w 9662615"/>
              <a:gd name="connsiteY12" fmla="*/ 1341684 h 1583140"/>
              <a:gd name="connsiteX13" fmla="*/ 8416849 w 9662615"/>
              <a:gd name="connsiteY13" fmla="*/ 1367085 h 1583140"/>
              <a:gd name="connsiteX14" fmla="*/ 8278355 w 9662615"/>
              <a:gd name="connsiteY14" fmla="*/ 1386569 h 1583140"/>
              <a:gd name="connsiteX15" fmla="*/ 8197961 w 9662615"/>
              <a:gd name="connsiteY15" fmla="*/ 1392804 h 1583140"/>
              <a:gd name="connsiteX16" fmla="*/ 8171196 w 9662615"/>
              <a:gd name="connsiteY16" fmla="*/ 1397216 h 1583140"/>
              <a:gd name="connsiteX17" fmla="*/ 8087910 w 9662615"/>
              <a:gd name="connsiteY17" fmla="*/ 1386449 h 1583140"/>
              <a:gd name="connsiteX18" fmla="*/ 7974579 w 9662615"/>
              <a:gd name="connsiteY18" fmla="*/ 1383439 h 1583140"/>
              <a:gd name="connsiteX19" fmla="*/ 7768351 w 9662615"/>
              <a:gd name="connsiteY19" fmla="*/ 1395051 h 1583140"/>
              <a:gd name="connsiteX20" fmla="*/ 7635985 w 9662615"/>
              <a:gd name="connsiteY20" fmla="*/ 1386363 h 1583140"/>
              <a:gd name="connsiteX21" fmla="*/ 7466069 w 9662615"/>
              <a:gd name="connsiteY21" fmla="*/ 1377654 h 1583140"/>
              <a:gd name="connsiteX22" fmla="*/ 7355642 w 9662615"/>
              <a:gd name="connsiteY22" fmla="*/ 1407761 h 1583140"/>
              <a:gd name="connsiteX23" fmla="*/ 7215220 w 9662615"/>
              <a:gd name="connsiteY23" fmla="*/ 1397856 h 1583140"/>
              <a:gd name="connsiteX24" fmla="*/ 7082147 w 9662615"/>
              <a:gd name="connsiteY24" fmla="*/ 1406113 h 1583140"/>
              <a:gd name="connsiteX25" fmla="*/ 6987129 w 9662615"/>
              <a:gd name="connsiteY25" fmla="*/ 1404834 h 1583140"/>
              <a:gd name="connsiteX26" fmla="*/ 6907567 w 9662615"/>
              <a:gd name="connsiteY26" fmla="*/ 1419149 h 1583140"/>
              <a:gd name="connsiteX27" fmla="*/ 6748428 w 9662615"/>
              <a:gd name="connsiteY27" fmla="*/ 1420308 h 1583140"/>
              <a:gd name="connsiteX28" fmla="*/ 6654257 w 9662615"/>
              <a:gd name="connsiteY28" fmla="*/ 1424143 h 1583140"/>
              <a:gd name="connsiteX29" fmla="*/ 6620123 w 9662615"/>
              <a:gd name="connsiteY29" fmla="*/ 1430535 h 1583140"/>
              <a:gd name="connsiteX30" fmla="*/ 6571355 w 9662615"/>
              <a:gd name="connsiteY30" fmla="*/ 1436144 h 1583140"/>
              <a:gd name="connsiteX31" fmla="*/ 6486557 w 9662615"/>
              <a:gd name="connsiteY31" fmla="*/ 1449861 h 1583140"/>
              <a:gd name="connsiteX32" fmla="*/ 6370419 w 9662615"/>
              <a:gd name="connsiteY32" fmla="*/ 1461649 h 1583140"/>
              <a:gd name="connsiteX33" fmla="*/ 6278839 w 9662615"/>
              <a:gd name="connsiteY33" fmla="*/ 1449160 h 1583140"/>
              <a:gd name="connsiteX34" fmla="*/ 6272455 w 9662615"/>
              <a:gd name="connsiteY34" fmla="*/ 1453191 h 1583140"/>
              <a:gd name="connsiteX35" fmla="*/ 6212659 w 9662615"/>
              <a:gd name="connsiteY35" fmla="*/ 1454850 h 1583140"/>
              <a:gd name="connsiteX36" fmla="*/ 6069317 w 9662615"/>
              <a:gd name="connsiteY36" fmla="*/ 1445838 h 1583140"/>
              <a:gd name="connsiteX37" fmla="*/ 5878477 w 9662615"/>
              <a:gd name="connsiteY37" fmla="*/ 1439180 h 1583140"/>
              <a:gd name="connsiteX38" fmla="*/ 5838387 w 9662615"/>
              <a:gd name="connsiteY38" fmla="*/ 1444679 h 1583140"/>
              <a:gd name="connsiteX39" fmla="*/ 5771136 w 9662615"/>
              <a:gd name="connsiteY39" fmla="*/ 1453639 h 1583140"/>
              <a:gd name="connsiteX40" fmla="*/ 5724081 w 9662615"/>
              <a:gd name="connsiteY40" fmla="*/ 1470431 h 1583140"/>
              <a:gd name="connsiteX41" fmla="*/ 5666577 w 9662615"/>
              <a:gd name="connsiteY41" fmla="*/ 1473921 h 1583140"/>
              <a:gd name="connsiteX42" fmla="*/ 5649068 w 9662615"/>
              <a:gd name="connsiteY42" fmla="*/ 1461676 h 1583140"/>
              <a:gd name="connsiteX43" fmla="*/ 5588902 w 9662615"/>
              <a:gd name="connsiteY43" fmla="*/ 1469647 h 1583140"/>
              <a:gd name="connsiteX44" fmla="*/ 5498090 w 9662615"/>
              <a:gd name="connsiteY44" fmla="*/ 1483173 h 1583140"/>
              <a:gd name="connsiteX45" fmla="*/ 5444641 w 9662615"/>
              <a:gd name="connsiteY45" fmla="*/ 1487602 h 1583140"/>
              <a:gd name="connsiteX46" fmla="*/ 5299812 w 9662615"/>
              <a:gd name="connsiteY46" fmla="*/ 1503362 h 1583140"/>
              <a:gd name="connsiteX47" fmla="*/ 5245752 w 9662615"/>
              <a:gd name="connsiteY47" fmla="*/ 1520612 h 1583140"/>
              <a:gd name="connsiteX48" fmla="*/ 5177807 w 9662615"/>
              <a:gd name="connsiteY48" fmla="*/ 1526802 h 1583140"/>
              <a:gd name="connsiteX49" fmla="*/ 5113910 w 9662615"/>
              <a:gd name="connsiteY49" fmla="*/ 1533205 h 1583140"/>
              <a:gd name="connsiteX50" fmla="*/ 5059484 w 9662615"/>
              <a:gd name="connsiteY50" fmla="*/ 1546802 h 1583140"/>
              <a:gd name="connsiteX51" fmla="*/ 5038524 w 9662615"/>
              <a:gd name="connsiteY51" fmla="*/ 1545675 h 1583140"/>
              <a:gd name="connsiteX52" fmla="*/ 5026564 w 9662615"/>
              <a:gd name="connsiteY52" fmla="*/ 1545376 h 1583140"/>
              <a:gd name="connsiteX53" fmla="*/ 4969433 w 9662615"/>
              <a:gd name="connsiteY53" fmla="*/ 1550865 h 1583140"/>
              <a:gd name="connsiteX54" fmla="*/ 4929254 w 9662615"/>
              <a:gd name="connsiteY54" fmla="*/ 1563452 h 1583140"/>
              <a:gd name="connsiteX55" fmla="*/ 4871726 w 9662615"/>
              <a:gd name="connsiteY55" fmla="*/ 1570584 h 1583140"/>
              <a:gd name="connsiteX56" fmla="*/ 4843267 w 9662615"/>
              <a:gd name="connsiteY56" fmla="*/ 1561459 h 1583140"/>
              <a:gd name="connsiteX57" fmla="*/ 4821058 w 9662615"/>
              <a:gd name="connsiteY57" fmla="*/ 1553078 h 1583140"/>
              <a:gd name="connsiteX58" fmla="*/ 4791466 w 9662615"/>
              <a:gd name="connsiteY58" fmla="*/ 1561324 h 1583140"/>
              <a:gd name="connsiteX59" fmla="*/ 4784247 w 9662615"/>
              <a:gd name="connsiteY59" fmla="*/ 1562342 h 1583140"/>
              <a:gd name="connsiteX60" fmla="*/ 4739309 w 9662615"/>
              <a:gd name="connsiteY60" fmla="*/ 1553948 h 1583140"/>
              <a:gd name="connsiteX61" fmla="*/ 4697562 w 9662615"/>
              <a:gd name="connsiteY61" fmla="*/ 1551206 h 1583140"/>
              <a:gd name="connsiteX62" fmla="*/ 4650737 w 9662615"/>
              <a:gd name="connsiteY62" fmla="*/ 1537381 h 1583140"/>
              <a:gd name="connsiteX63" fmla="*/ 4583150 w 9662615"/>
              <a:gd name="connsiteY63" fmla="*/ 1529064 h 1583140"/>
              <a:gd name="connsiteX64" fmla="*/ 4521734 w 9662615"/>
              <a:gd name="connsiteY64" fmla="*/ 1529359 h 1583140"/>
              <a:gd name="connsiteX65" fmla="*/ 4382398 w 9662615"/>
              <a:gd name="connsiteY65" fmla="*/ 1534108 h 1583140"/>
              <a:gd name="connsiteX66" fmla="*/ 4221826 w 9662615"/>
              <a:gd name="connsiteY66" fmla="*/ 1500972 h 1583140"/>
              <a:gd name="connsiteX67" fmla="*/ 4096601 w 9662615"/>
              <a:gd name="connsiteY67" fmla="*/ 1521563 h 1583140"/>
              <a:gd name="connsiteX68" fmla="*/ 4002441 w 9662615"/>
              <a:gd name="connsiteY68" fmla="*/ 1528912 h 1583140"/>
              <a:gd name="connsiteX69" fmla="*/ 3833906 w 9662615"/>
              <a:gd name="connsiteY69" fmla="*/ 1516637 h 1583140"/>
              <a:gd name="connsiteX70" fmla="*/ 3763845 w 9662615"/>
              <a:gd name="connsiteY70" fmla="*/ 1501782 h 1583140"/>
              <a:gd name="connsiteX71" fmla="*/ 3641778 w 9662615"/>
              <a:gd name="connsiteY71" fmla="*/ 1505446 h 1583140"/>
              <a:gd name="connsiteX72" fmla="*/ 3565233 w 9662615"/>
              <a:gd name="connsiteY72" fmla="*/ 1515122 h 1583140"/>
              <a:gd name="connsiteX73" fmla="*/ 3560267 w 9662615"/>
              <a:gd name="connsiteY73" fmla="*/ 1516288 h 1583140"/>
              <a:gd name="connsiteX74" fmla="*/ 3540258 w 9662615"/>
              <a:gd name="connsiteY74" fmla="*/ 1516976 h 1583140"/>
              <a:gd name="connsiteX75" fmla="*/ 3534780 w 9662615"/>
              <a:gd name="connsiteY75" fmla="*/ 1522141 h 1583140"/>
              <a:gd name="connsiteX76" fmla="*/ 3504783 w 9662615"/>
              <a:gd name="connsiteY76" fmla="*/ 1526739 h 1583140"/>
              <a:gd name="connsiteX77" fmla="*/ 3430805 w 9662615"/>
              <a:gd name="connsiteY77" fmla="*/ 1542521 h 1583140"/>
              <a:gd name="connsiteX78" fmla="*/ 3292707 w 9662615"/>
              <a:gd name="connsiteY78" fmla="*/ 1520490 h 1583140"/>
              <a:gd name="connsiteX79" fmla="*/ 3187872 w 9662615"/>
              <a:gd name="connsiteY79" fmla="*/ 1519991 h 1583140"/>
              <a:gd name="connsiteX80" fmla="*/ 3148026 w 9662615"/>
              <a:gd name="connsiteY80" fmla="*/ 1524777 h 1583140"/>
              <a:gd name="connsiteX81" fmla="*/ 3092394 w 9662615"/>
              <a:gd name="connsiteY81" fmla="*/ 1528115 h 1583140"/>
              <a:gd name="connsiteX82" fmla="*/ 2994200 w 9662615"/>
              <a:gd name="connsiteY82" fmla="*/ 1537857 h 1583140"/>
              <a:gd name="connsiteX83" fmla="*/ 2862301 w 9662615"/>
              <a:gd name="connsiteY83" fmla="*/ 1544250 h 1583140"/>
              <a:gd name="connsiteX84" fmla="*/ 2766335 w 9662615"/>
              <a:gd name="connsiteY84" fmla="*/ 1527662 h 1583140"/>
              <a:gd name="connsiteX85" fmla="*/ 2757836 w 9662615"/>
              <a:gd name="connsiteY85" fmla="*/ 1531371 h 1583140"/>
              <a:gd name="connsiteX86" fmla="*/ 2691555 w 9662615"/>
              <a:gd name="connsiteY86" fmla="*/ 1530283 h 1583140"/>
              <a:gd name="connsiteX87" fmla="*/ 2491676 w 9662615"/>
              <a:gd name="connsiteY87" fmla="*/ 1500859 h 1583140"/>
              <a:gd name="connsiteX88" fmla="*/ 2378036 w 9662615"/>
              <a:gd name="connsiteY88" fmla="*/ 1520645 h 1583140"/>
              <a:gd name="connsiteX89" fmla="*/ 2284269 w 9662615"/>
              <a:gd name="connsiteY89" fmla="*/ 1503068 h 1583140"/>
              <a:gd name="connsiteX90" fmla="*/ 2207104 w 9662615"/>
              <a:gd name="connsiteY90" fmla="*/ 1508888 h 1583140"/>
              <a:gd name="connsiteX91" fmla="*/ 2149226 w 9662615"/>
              <a:gd name="connsiteY91" fmla="*/ 1523409 h 1583140"/>
              <a:gd name="connsiteX92" fmla="*/ 2084783 w 9662615"/>
              <a:gd name="connsiteY92" fmla="*/ 1524245 h 1583140"/>
              <a:gd name="connsiteX93" fmla="*/ 2070075 w 9662615"/>
              <a:gd name="connsiteY93" fmla="*/ 1511285 h 1583140"/>
              <a:gd name="connsiteX94" fmla="*/ 2001057 w 9662615"/>
              <a:gd name="connsiteY94" fmla="*/ 1516449 h 1583140"/>
              <a:gd name="connsiteX95" fmla="*/ 1896330 w 9662615"/>
              <a:gd name="connsiteY95" fmla="*/ 1525725 h 1583140"/>
              <a:gd name="connsiteX96" fmla="*/ 1835994 w 9662615"/>
              <a:gd name="connsiteY96" fmla="*/ 1527678 h 1583140"/>
              <a:gd name="connsiteX97" fmla="*/ 1671119 w 9662615"/>
              <a:gd name="connsiteY97" fmla="*/ 1536701 h 1583140"/>
              <a:gd name="connsiteX98" fmla="*/ 1601337 w 9662615"/>
              <a:gd name="connsiteY98" fmla="*/ 1548552 h 1583140"/>
              <a:gd name="connsiteX99" fmla="*/ 1407755 w 9662615"/>
              <a:gd name="connsiteY99" fmla="*/ 1571444 h 1583140"/>
              <a:gd name="connsiteX100" fmla="*/ 1271994 w 9662615"/>
              <a:gd name="connsiteY100" fmla="*/ 1579471 h 1583140"/>
              <a:gd name="connsiteX101" fmla="*/ 1249226 w 9662615"/>
              <a:gd name="connsiteY101" fmla="*/ 1583140 h 1583140"/>
              <a:gd name="connsiteX102" fmla="*/ 1217719 w 9662615"/>
              <a:gd name="connsiteY102" fmla="*/ 1580863 h 1583140"/>
              <a:gd name="connsiteX103" fmla="*/ 1091432 w 9662615"/>
              <a:gd name="connsiteY103" fmla="*/ 1571003 h 1583140"/>
              <a:gd name="connsiteX104" fmla="*/ 992039 w 9662615"/>
              <a:gd name="connsiteY104" fmla="*/ 1556662 h 1583140"/>
              <a:gd name="connsiteX105" fmla="*/ 868264 w 9662615"/>
              <a:gd name="connsiteY105" fmla="*/ 1566392 h 1583140"/>
              <a:gd name="connsiteX106" fmla="*/ 792765 w 9662615"/>
              <a:gd name="connsiteY106" fmla="*/ 1563102 h 1583140"/>
              <a:gd name="connsiteX107" fmla="*/ 669055 w 9662615"/>
              <a:gd name="connsiteY107" fmla="*/ 1543638 h 1583140"/>
              <a:gd name="connsiteX108" fmla="*/ 506152 w 9662615"/>
              <a:gd name="connsiteY108" fmla="*/ 1549124 h 1583140"/>
              <a:gd name="connsiteX109" fmla="*/ 472797 w 9662615"/>
              <a:gd name="connsiteY109" fmla="*/ 1568904 h 1583140"/>
              <a:gd name="connsiteX110" fmla="*/ 427864 w 9662615"/>
              <a:gd name="connsiteY110" fmla="*/ 1580848 h 1583140"/>
              <a:gd name="connsiteX111" fmla="*/ 408381 w 9662615"/>
              <a:gd name="connsiteY111" fmla="*/ 1552940 h 1583140"/>
              <a:gd name="connsiteX112" fmla="*/ 267163 w 9662615"/>
              <a:gd name="connsiteY112" fmla="*/ 1531913 h 1583140"/>
              <a:gd name="connsiteX113" fmla="*/ 196644 w 9662615"/>
              <a:gd name="connsiteY113" fmla="*/ 1524565 h 1583140"/>
              <a:gd name="connsiteX114" fmla="*/ 86819 w 9662615"/>
              <a:gd name="connsiteY114" fmla="*/ 1519517 h 1583140"/>
              <a:gd name="connsiteX115" fmla="*/ 53369 w 9662615"/>
              <a:gd name="connsiteY115" fmla="*/ 1516853 h 1583140"/>
              <a:gd name="connsiteX116" fmla="*/ 2359 w 9662615"/>
              <a:gd name="connsiteY116" fmla="*/ 1515247 h 1583140"/>
              <a:gd name="connsiteX117" fmla="*/ 0 w 9662615"/>
              <a:gd name="connsiteY117" fmla="*/ 1514932 h 1583140"/>
              <a:gd name="connsiteX118" fmla="*/ 0 w 9662615"/>
              <a:gd name="connsiteY118" fmla="*/ 0 h 1583140"/>
              <a:gd name="connsiteX0" fmla="*/ 0 w 9662615"/>
              <a:gd name="connsiteY0" fmla="*/ 0 h 1583140"/>
              <a:gd name="connsiteX1" fmla="*/ 9662615 w 9662615"/>
              <a:gd name="connsiteY1" fmla="*/ 0 h 1583140"/>
              <a:gd name="connsiteX2" fmla="*/ 9662615 w 9662615"/>
              <a:gd name="connsiteY2" fmla="*/ 1280346 h 1583140"/>
              <a:gd name="connsiteX3" fmla="*/ 9551077 w 9662615"/>
              <a:gd name="connsiteY3" fmla="*/ 1292033 h 1583140"/>
              <a:gd name="connsiteX4" fmla="*/ 9469546 w 9662615"/>
              <a:gd name="connsiteY4" fmla="*/ 1289837 h 1583140"/>
              <a:gd name="connsiteX5" fmla="*/ 9326260 w 9662615"/>
              <a:gd name="connsiteY5" fmla="*/ 1277155 h 1583140"/>
              <a:gd name="connsiteX6" fmla="*/ 9144767 w 9662615"/>
              <a:gd name="connsiteY6" fmla="*/ 1264120 h 1583140"/>
              <a:gd name="connsiteX7" fmla="*/ 8976400 w 9662615"/>
              <a:gd name="connsiteY7" fmla="*/ 1326661 h 1583140"/>
              <a:gd name="connsiteX8" fmla="*/ 8828711 w 9662615"/>
              <a:gd name="connsiteY8" fmla="*/ 1346394 h 1583140"/>
              <a:gd name="connsiteX9" fmla="*/ 8695953 w 9662615"/>
              <a:gd name="connsiteY9" fmla="*/ 1346784 h 1583140"/>
              <a:gd name="connsiteX10" fmla="*/ 8652191 w 9662615"/>
              <a:gd name="connsiteY10" fmla="*/ 1345903 h 1583140"/>
              <a:gd name="connsiteX11" fmla="*/ 8591582 w 9662615"/>
              <a:gd name="connsiteY11" fmla="*/ 1341666 h 1583140"/>
              <a:gd name="connsiteX12" fmla="*/ 8537336 w 9662615"/>
              <a:gd name="connsiteY12" fmla="*/ 1341684 h 1583140"/>
              <a:gd name="connsiteX13" fmla="*/ 8416849 w 9662615"/>
              <a:gd name="connsiteY13" fmla="*/ 1367085 h 1583140"/>
              <a:gd name="connsiteX14" fmla="*/ 8278355 w 9662615"/>
              <a:gd name="connsiteY14" fmla="*/ 1386569 h 1583140"/>
              <a:gd name="connsiteX15" fmla="*/ 8197961 w 9662615"/>
              <a:gd name="connsiteY15" fmla="*/ 1392804 h 1583140"/>
              <a:gd name="connsiteX16" fmla="*/ 8171196 w 9662615"/>
              <a:gd name="connsiteY16" fmla="*/ 1397216 h 1583140"/>
              <a:gd name="connsiteX17" fmla="*/ 8087910 w 9662615"/>
              <a:gd name="connsiteY17" fmla="*/ 1386449 h 1583140"/>
              <a:gd name="connsiteX18" fmla="*/ 7974579 w 9662615"/>
              <a:gd name="connsiteY18" fmla="*/ 1383439 h 1583140"/>
              <a:gd name="connsiteX19" fmla="*/ 7768351 w 9662615"/>
              <a:gd name="connsiteY19" fmla="*/ 1395051 h 1583140"/>
              <a:gd name="connsiteX20" fmla="*/ 7635985 w 9662615"/>
              <a:gd name="connsiteY20" fmla="*/ 1386363 h 1583140"/>
              <a:gd name="connsiteX21" fmla="*/ 7466069 w 9662615"/>
              <a:gd name="connsiteY21" fmla="*/ 1377654 h 1583140"/>
              <a:gd name="connsiteX22" fmla="*/ 7355642 w 9662615"/>
              <a:gd name="connsiteY22" fmla="*/ 1407761 h 1583140"/>
              <a:gd name="connsiteX23" fmla="*/ 7215220 w 9662615"/>
              <a:gd name="connsiteY23" fmla="*/ 1397856 h 1583140"/>
              <a:gd name="connsiteX24" fmla="*/ 7082147 w 9662615"/>
              <a:gd name="connsiteY24" fmla="*/ 1406113 h 1583140"/>
              <a:gd name="connsiteX25" fmla="*/ 6987129 w 9662615"/>
              <a:gd name="connsiteY25" fmla="*/ 1404834 h 1583140"/>
              <a:gd name="connsiteX26" fmla="*/ 6907567 w 9662615"/>
              <a:gd name="connsiteY26" fmla="*/ 1419149 h 1583140"/>
              <a:gd name="connsiteX27" fmla="*/ 6748428 w 9662615"/>
              <a:gd name="connsiteY27" fmla="*/ 1420308 h 1583140"/>
              <a:gd name="connsiteX28" fmla="*/ 6654257 w 9662615"/>
              <a:gd name="connsiteY28" fmla="*/ 1424143 h 1583140"/>
              <a:gd name="connsiteX29" fmla="*/ 6620123 w 9662615"/>
              <a:gd name="connsiteY29" fmla="*/ 1430535 h 1583140"/>
              <a:gd name="connsiteX30" fmla="*/ 6571355 w 9662615"/>
              <a:gd name="connsiteY30" fmla="*/ 1436144 h 1583140"/>
              <a:gd name="connsiteX31" fmla="*/ 6486557 w 9662615"/>
              <a:gd name="connsiteY31" fmla="*/ 1449861 h 1583140"/>
              <a:gd name="connsiteX32" fmla="*/ 6370419 w 9662615"/>
              <a:gd name="connsiteY32" fmla="*/ 1461649 h 1583140"/>
              <a:gd name="connsiteX33" fmla="*/ 6278839 w 9662615"/>
              <a:gd name="connsiteY33" fmla="*/ 1449160 h 1583140"/>
              <a:gd name="connsiteX34" fmla="*/ 6272455 w 9662615"/>
              <a:gd name="connsiteY34" fmla="*/ 1453191 h 1583140"/>
              <a:gd name="connsiteX35" fmla="*/ 6212659 w 9662615"/>
              <a:gd name="connsiteY35" fmla="*/ 1454850 h 1583140"/>
              <a:gd name="connsiteX36" fmla="*/ 6069317 w 9662615"/>
              <a:gd name="connsiteY36" fmla="*/ 1445838 h 1583140"/>
              <a:gd name="connsiteX37" fmla="*/ 5878477 w 9662615"/>
              <a:gd name="connsiteY37" fmla="*/ 1439180 h 1583140"/>
              <a:gd name="connsiteX38" fmla="*/ 5838387 w 9662615"/>
              <a:gd name="connsiteY38" fmla="*/ 1444679 h 1583140"/>
              <a:gd name="connsiteX39" fmla="*/ 5771136 w 9662615"/>
              <a:gd name="connsiteY39" fmla="*/ 1453639 h 1583140"/>
              <a:gd name="connsiteX40" fmla="*/ 5724081 w 9662615"/>
              <a:gd name="connsiteY40" fmla="*/ 1470431 h 1583140"/>
              <a:gd name="connsiteX41" fmla="*/ 5666577 w 9662615"/>
              <a:gd name="connsiteY41" fmla="*/ 1473921 h 1583140"/>
              <a:gd name="connsiteX42" fmla="*/ 5649068 w 9662615"/>
              <a:gd name="connsiteY42" fmla="*/ 1461676 h 1583140"/>
              <a:gd name="connsiteX43" fmla="*/ 5588902 w 9662615"/>
              <a:gd name="connsiteY43" fmla="*/ 1469647 h 1583140"/>
              <a:gd name="connsiteX44" fmla="*/ 5498090 w 9662615"/>
              <a:gd name="connsiteY44" fmla="*/ 1483173 h 1583140"/>
              <a:gd name="connsiteX45" fmla="*/ 5444641 w 9662615"/>
              <a:gd name="connsiteY45" fmla="*/ 1487602 h 1583140"/>
              <a:gd name="connsiteX46" fmla="*/ 5299812 w 9662615"/>
              <a:gd name="connsiteY46" fmla="*/ 1503362 h 1583140"/>
              <a:gd name="connsiteX47" fmla="*/ 5245752 w 9662615"/>
              <a:gd name="connsiteY47" fmla="*/ 1520612 h 1583140"/>
              <a:gd name="connsiteX48" fmla="*/ 5177807 w 9662615"/>
              <a:gd name="connsiteY48" fmla="*/ 1526802 h 1583140"/>
              <a:gd name="connsiteX49" fmla="*/ 5113910 w 9662615"/>
              <a:gd name="connsiteY49" fmla="*/ 1533205 h 1583140"/>
              <a:gd name="connsiteX50" fmla="*/ 5059484 w 9662615"/>
              <a:gd name="connsiteY50" fmla="*/ 1546802 h 1583140"/>
              <a:gd name="connsiteX51" fmla="*/ 5038524 w 9662615"/>
              <a:gd name="connsiteY51" fmla="*/ 1545675 h 1583140"/>
              <a:gd name="connsiteX52" fmla="*/ 5026564 w 9662615"/>
              <a:gd name="connsiteY52" fmla="*/ 1545376 h 1583140"/>
              <a:gd name="connsiteX53" fmla="*/ 4969433 w 9662615"/>
              <a:gd name="connsiteY53" fmla="*/ 1550865 h 1583140"/>
              <a:gd name="connsiteX54" fmla="*/ 4871726 w 9662615"/>
              <a:gd name="connsiteY54" fmla="*/ 1570584 h 1583140"/>
              <a:gd name="connsiteX55" fmla="*/ 4843267 w 9662615"/>
              <a:gd name="connsiteY55" fmla="*/ 1561459 h 1583140"/>
              <a:gd name="connsiteX56" fmla="*/ 4821058 w 9662615"/>
              <a:gd name="connsiteY56" fmla="*/ 1553078 h 1583140"/>
              <a:gd name="connsiteX57" fmla="*/ 4791466 w 9662615"/>
              <a:gd name="connsiteY57" fmla="*/ 1561324 h 1583140"/>
              <a:gd name="connsiteX58" fmla="*/ 4784247 w 9662615"/>
              <a:gd name="connsiteY58" fmla="*/ 1562342 h 1583140"/>
              <a:gd name="connsiteX59" fmla="*/ 4739309 w 9662615"/>
              <a:gd name="connsiteY59" fmla="*/ 1553948 h 1583140"/>
              <a:gd name="connsiteX60" fmla="*/ 4697562 w 9662615"/>
              <a:gd name="connsiteY60" fmla="*/ 1551206 h 1583140"/>
              <a:gd name="connsiteX61" fmla="*/ 4650737 w 9662615"/>
              <a:gd name="connsiteY61" fmla="*/ 1537381 h 1583140"/>
              <a:gd name="connsiteX62" fmla="*/ 4583150 w 9662615"/>
              <a:gd name="connsiteY62" fmla="*/ 1529064 h 1583140"/>
              <a:gd name="connsiteX63" fmla="*/ 4521734 w 9662615"/>
              <a:gd name="connsiteY63" fmla="*/ 1529359 h 1583140"/>
              <a:gd name="connsiteX64" fmla="*/ 4382398 w 9662615"/>
              <a:gd name="connsiteY64" fmla="*/ 1534108 h 1583140"/>
              <a:gd name="connsiteX65" fmla="*/ 4221826 w 9662615"/>
              <a:gd name="connsiteY65" fmla="*/ 1500972 h 1583140"/>
              <a:gd name="connsiteX66" fmla="*/ 4096601 w 9662615"/>
              <a:gd name="connsiteY66" fmla="*/ 1521563 h 1583140"/>
              <a:gd name="connsiteX67" fmla="*/ 4002441 w 9662615"/>
              <a:gd name="connsiteY67" fmla="*/ 1528912 h 1583140"/>
              <a:gd name="connsiteX68" fmla="*/ 3833906 w 9662615"/>
              <a:gd name="connsiteY68" fmla="*/ 1516637 h 1583140"/>
              <a:gd name="connsiteX69" fmla="*/ 3763845 w 9662615"/>
              <a:gd name="connsiteY69" fmla="*/ 1501782 h 1583140"/>
              <a:gd name="connsiteX70" fmla="*/ 3641778 w 9662615"/>
              <a:gd name="connsiteY70" fmla="*/ 1505446 h 1583140"/>
              <a:gd name="connsiteX71" fmla="*/ 3565233 w 9662615"/>
              <a:gd name="connsiteY71" fmla="*/ 1515122 h 1583140"/>
              <a:gd name="connsiteX72" fmla="*/ 3560267 w 9662615"/>
              <a:gd name="connsiteY72" fmla="*/ 1516288 h 1583140"/>
              <a:gd name="connsiteX73" fmla="*/ 3540258 w 9662615"/>
              <a:gd name="connsiteY73" fmla="*/ 1516976 h 1583140"/>
              <a:gd name="connsiteX74" fmla="*/ 3534780 w 9662615"/>
              <a:gd name="connsiteY74" fmla="*/ 1522141 h 1583140"/>
              <a:gd name="connsiteX75" fmla="*/ 3504783 w 9662615"/>
              <a:gd name="connsiteY75" fmla="*/ 1526739 h 1583140"/>
              <a:gd name="connsiteX76" fmla="*/ 3430805 w 9662615"/>
              <a:gd name="connsiteY76" fmla="*/ 1542521 h 1583140"/>
              <a:gd name="connsiteX77" fmla="*/ 3292707 w 9662615"/>
              <a:gd name="connsiteY77" fmla="*/ 1520490 h 1583140"/>
              <a:gd name="connsiteX78" fmla="*/ 3187872 w 9662615"/>
              <a:gd name="connsiteY78" fmla="*/ 1519991 h 1583140"/>
              <a:gd name="connsiteX79" fmla="*/ 3148026 w 9662615"/>
              <a:gd name="connsiteY79" fmla="*/ 1524777 h 1583140"/>
              <a:gd name="connsiteX80" fmla="*/ 3092394 w 9662615"/>
              <a:gd name="connsiteY80" fmla="*/ 1528115 h 1583140"/>
              <a:gd name="connsiteX81" fmla="*/ 2994200 w 9662615"/>
              <a:gd name="connsiteY81" fmla="*/ 1537857 h 1583140"/>
              <a:gd name="connsiteX82" fmla="*/ 2862301 w 9662615"/>
              <a:gd name="connsiteY82" fmla="*/ 1544250 h 1583140"/>
              <a:gd name="connsiteX83" fmla="*/ 2766335 w 9662615"/>
              <a:gd name="connsiteY83" fmla="*/ 1527662 h 1583140"/>
              <a:gd name="connsiteX84" fmla="*/ 2757836 w 9662615"/>
              <a:gd name="connsiteY84" fmla="*/ 1531371 h 1583140"/>
              <a:gd name="connsiteX85" fmla="*/ 2691555 w 9662615"/>
              <a:gd name="connsiteY85" fmla="*/ 1530283 h 1583140"/>
              <a:gd name="connsiteX86" fmla="*/ 2491676 w 9662615"/>
              <a:gd name="connsiteY86" fmla="*/ 1500859 h 1583140"/>
              <a:gd name="connsiteX87" fmla="*/ 2378036 w 9662615"/>
              <a:gd name="connsiteY87" fmla="*/ 1520645 h 1583140"/>
              <a:gd name="connsiteX88" fmla="*/ 2284269 w 9662615"/>
              <a:gd name="connsiteY88" fmla="*/ 1503068 h 1583140"/>
              <a:gd name="connsiteX89" fmla="*/ 2207104 w 9662615"/>
              <a:gd name="connsiteY89" fmla="*/ 1508888 h 1583140"/>
              <a:gd name="connsiteX90" fmla="*/ 2149226 w 9662615"/>
              <a:gd name="connsiteY90" fmla="*/ 1523409 h 1583140"/>
              <a:gd name="connsiteX91" fmla="*/ 2084783 w 9662615"/>
              <a:gd name="connsiteY91" fmla="*/ 1524245 h 1583140"/>
              <a:gd name="connsiteX92" fmla="*/ 2070075 w 9662615"/>
              <a:gd name="connsiteY92" fmla="*/ 1511285 h 1583140"/>
              <a:gd name="connsiteX93" fmla="*/ 2001057 w 9662615"/>
              <a:gd name="connsiteY93" fmla="*/ 1516449 h 1583140"/>
              <a:gd name="connsiteX94" fmla="*/ 1896330 w 9662615"/>
              <a:gd name="connsiteY94" fmla="*/ 1525725 h 1583140"/>
              <a:gd name="connsiteX95" fmla="*/ 1835994 w 9662615"/>
              <a:gd name="connsiteY95" fmla="*/ 1527678 h 1583140"/>
              <a:gd name="connsiteX96" fmla="*/ 1671119 w 9662615"/>
              <a:gd name="connsiteY96" fmla="*/ 1536701 h 1583140"/>
              <a:gd name="connsiteX97" fmla="*/ 1601337 w 9662615"/>
              <a:gd name="connsiteY97" fmla="*/ 1548552 h 1583140"/>
              <a:gd name="connsiteX98" fmla="*/ 1407755 w 9662615"/>
              <a:gd name="connsiteY98" fmla="*/ 1571444 h 1583140"/>
              <a:gd name="connsiteX99" fmla="*/ 1271994 w 9662615"/>
              <a:gd name="connsiteY99" fmla="*/ 1579471 h 1583140"/>
              <a:gd name="connsiteX100" fmla="*/ 1249226 w 9662615"/>
              <a:gd name="connsiteY100" fmla="*/ 1583140 h 1583140"/>
              <a:gd name="connsiteX101" fmla="*/ 1217719 w 9662615"/>
              <a:gd name="connsiteY101" fmla="*/ 1580863 h 1583140"/>
              <a:gd name="connsiteX102" fmla="*/ 1091432 w 9662615"/>
              <a:gd name="connsiteY102" fmla="*/ 1571003 h 1583140"/>
              <a:gd name="connsiteX103" fmla="*/ 992039 w 9662615"/>
              <a:gd name="connsiteY103" fmla="*/ 1556662 h 1583140"/>
              <a:gd name="connsiteX104" fmla="*/ 868264 w 9662615"/>
              <a:gd name="connsiteY104" fmla="*/ 1566392 h 1583140"/>
              <a:gd name="connsiteX105" fmla="*/ 792765 w 9662615"/>
              <a:gd name="connsiteY105" fmla="*/ 1563102 h 1583140"/>
              <a:gd name="connsiteX106" fmla="*/ 669055 w 9662615"/>
              <a:gd name="connsiteY106" fmla="*/ 1543638 h 1583140"/>
              <a:gd name="connsiteX107" fmla="*/ 506152 w 9662615"/>
              <a:gd name="connsiteY107" fmla="*/ 1549124 h 1583140"/>
              <a:gd name="connsiteX108" fmla="*/ 472797 w 9662615"/>
              <a:gd name="connsiteY108" fmla="*/ 1568904 h 1583140"/>
              <a:gd name="connsiteX109" fmla="*/ 427864 w 9662615"/>
              <a:gd name="connsiteY109" fmla="*/ 1580848 h 1583140"/>
              <a:gd name="connsiteX110" fmla="*/ 408381 w 9662615"/>
              <a:gd name="connsiteY110" fmla="*/ 1552940 h 1583140"/>
              <a:gd name="connsiteX111" fmla="*/ 267163 w 9662615"/>
              <a:gd name="connsiteY111" fmla="*/ 1531913 h 1583140"/>
              <a:gd name="connsiteX112" fmla="*/ 196644 w 9662615"/>
              <a:gd name="connsiteY112" fmla="*/ 1524565 h 1583140"/>
              <a:gd name="connsiteX113" fmla="*/ 86819 w 9662615"/>
              <a:gd name="connsiteY113" fmla="*/ 1519517 h 1583140"/>
              <a:gd name="connsiteX114" fmla="*/ 53369 w 9662615"/>
              <a:gd name="connsiteY114" fmla="*/ 1516853 h 1583140"/>
              <a:gd name="connsiteX115" fmla="*/ 2359 w 9662615"/>
              <a:gd name="connsiteY115" fmla="*/ 1515247 h 1583140"/>
              <a:gd name="connsiteX116" fmla="*/ 0 w 9662615"/>
              <a:gd name="connsiteY116" fmla="*/ 1514932 h 1583140"/>
              <a:gd name="connsiteX117" fmla="*/ 0 w 9662615"/>
              <a:gd name="connsiteY117" fmla="*/ 0 h 1583140"/>
              <a:gd name="connsiteX0" fmla="*/ 0 w 9662615"/>
              <a:gd name="connsiteY0" fmla="*/ 0 h 1583140"/>
              <a:gd name="connsiteX1" fmla="*/ 9662615 w 9662615"/>
              <a:gd name="connsiteY1" fmla="*/ 0 h 1583140"/>
              <a:gd name="connsiteX2" fmla="*/ 9662615 w 9662615"/>
              <a:gd name="connsiteY2" fmla="*/ 1280346 h 1583140"/>
              <a:gd name="connsiteX3" fmla="*/ 9551077 w 9662615"/>
              <a:gd name="connsiteY3" fmla="*/ 1292033 h 1583140"/>
              <a:gd name="connsiteX4" fmla="*/ 9469546 w 9662615"/>
              <a:gd name="connsiteY4" fmla="*/ 1289837 h 1583140"/>
              <a:gd name="connsiteX5" fmla="*/ 9326260 w 9662615"/>
              <a:gd name="connsiteY5" fmla="*/ 1277155 h 1583140"/>
              <a:gd name="connsiteX6" fmla="*/ 9144767 w 9662615"/>
              <a:gd name="connsiteY6" fmla="*/ 1264120 h 1583140"/>
              <a:gd name="connsiteX7" fmla="*/ 8976400 w 9662615"/>
              <a:gd name="connsiteY7" fmla="*/ 1326661 h 1583140"/>
              <a:gd name="connsiteX8" fmla="*/ 8828711 w 9662615"/>
              <a:gd name="connsiteY8" fmla="*/ 1346394 h 1583140"/>
              <a:gd name="connsiteX9" fmla="*/ 8695953 w 9662615"/>
              <a:gd name="connsiteY9" fmla="*/ 1346784 h 1583140"/>
              <a:gd name="connsiteX10" fmla="*/ 8652191 w 9662615"/>
              <a:gd name="connsiteY10" fmla="*/ 1345903 h 1583140"/>
              <a:gd name="connsiteX11" fmla="*/ 8591582 w 9662615"/>
              <a:gd name="connsiteY11" fmla="*/ 1341666 h 1583140"/>
              <a:gd name="connsiteX12" fmla="*/ 8537336 w 9662615"/>
              <a:gd name="connsiteY12" fmla="*/ 1341684 h 1583140"/>
              <a:gd name="connsiteX13" fmla="*/ 8416849 w 9662615"/>
              <a:gd name="connsiteY13" fmla="*/ 1367085 h 1583140"/>
              <a:gd name="connsiteX14" fmla="*/ 8278355 w 9662615"/>
              <a:gd name="connsiteY14" fmla="*/ 1386569 h 1583140"/>
              <a:gd name="connsiteX15" fmla="*/ 8197961 w 9662615"/>
              <a:gd name="connsiteY15" fmla="*/ 1392804 h 1583140"/>
              <a:gd name="connsiteX16" fmla="*/ 8171196 w 9662615"/>
              <a:gd name="connsiteY16" fmla="*/ 1397216 h 1583140"/>
              <a:gd name="connsiteX17" fmla="*/ 8087910 w 9662615"/>
              <a:gd name="connsiteY17" fmla="*/ 1386449 h 1583140"/>
              <a:gd name="connsiteX18" fmla="*/ 7974579 w 9662615"/>
              <a:gd name="connsiteY18" fmla="*/ 1383439 h 1583140"/>
              <a:gd name="connsiteX19" fmla="*/ 7768351 w 9662615"/>
              <a:gd name="connsiteY19" fmla="*/ 1395051 h 1583140"/>
              <a:gd name="connsiteX20" fmla="*/ 7635985 w 9662615"/>
              <a:gd name="connsiteY20" fmla="*/ 1386363 h 1583140"/>
              <a:gd name="connsiteX21" fmla="*/ 7466069 w 9662615"/>
              <a:gd name="connsiteY21" fmla="*/ 1377654 h 1583140"/>
              <a:gd name="connsiteX22" fmla="*/ 7355642 w 9662615"/>
              <a:gd name="connsiteY22" fmla="*/ 1407761 h 1583140"/>
              <a:gd name="connsiteX23" fmla="*/ 7215220 w 9662615"/>
              <a:gd name="connsiteY23" fmla="*/ 1397856 h 1583140"/>
              <a:gd name="connsiteX24" fmla="*/ 7082147 w 9662615"/>
              <a:gd name="connsiteY24" fmla="*/ 1406113 h 1583140"/>
              <a:gd name="connsiteX25" fmla="*/ 6987129 w 9662615"/>
              <a:gd name="connsiteY25" fmla="*/ 1404834 h 1583140"/>
              <a:gd name="connsiteX26" fmla="*/ 6907567 w 9662615"/>
              <a:gd name="connsiteY26" fmla="*/ 1419149 h 1583140"/>
              <a:gd name="connsiteX27" fmla="*/ 6748428 w 9662615"/>
              <a:gd name="connsiteY27" fmla="*/ 1420308 h 1583140"/>
              <a:gd name="connsiteX28" fmla="*/ 6654257 w 9662615"/>
              <a:gd name="connsiteY28" fmla="*/ 1424143 h 1583140"/>
              <a:gd name="connsiteX29" fmla="*/ 6620123 w 9662615"/>
              <a:gd name="connsiteY29" fmla="*/ 1430535 h 1583140"/>
              <a:gd name="connsiteX30" fmla="*/ 6571355 w 9662615"/>
              <a:gd name="connsiteY30" fmla="*/ 1436144 h 1583140"/>
              <a:gd name="connsiteX31" fmla="*/ 6486557 w 9662615"/>
              <a:gd name="connsiteY31" fmla="*/ 1449861 h 1583140"/>
              <a:gd name="connsiteX32" fmla="*/ 6370419 w 9662615"/>
              <a:gd name="connsiteY32" fmla="*/ 1461649 h 1583140"/>
              <a:gd name="connsiteX33" fmla="*/ 6278839 w 9662615"/>
              <a:gd name="connsiteY33" fmla="*/ 1449160 h 1583140"/>
              <a:gd name="connsiteX34" fmla="*/ 6272455 w 9662615"/>
              <a:gd name="connsiteY34" fmla="*/ 1453191 h 1583140"/>
              <a:gd name="connsiteX35" fmla="*/ 6212659 w 9662615"/>
              <a:gd name="connsiteY35" fmla="*/ 1454850 h 1583140"/>
              <a:gd name="connsiteX36" fmla="*/ 6069317 w 9662615"/>
              <a:gd name="connsiteY36" fmla="*/ 1445838 h 1583140"/>
              <a:gd name="connsiteX37" fmla="*/ 5878477 w 9662615"/>
              <a:gd name="connsiteY37" fmla="*/ 1439180 h 1583140"/>
              <a:gd name="connsiteX38" fmla="*/ 5838387 w 9662615"/>
              <a:gd name="connsiteY38" fmla="*/ 1444679 h 1583140"/>
              <a:gd name="connsiteX39" fmla="*/ 5771136 w 9662615"/>
              <a:gd name="connsiteY39" fmla="*/ 1453639 h 1583140"/>
              <a:gd name="connsiteX40" fmla="*/ 5724081 w 9662615"/>
              <a:gd name="connsiteY40" fmla="*/ 1470431 h 1583140"/>
              <a:gd name="connsiteX41" fmla="*/ 5666577 w 9662615"/>
              <a:gd name="connsiteY41" fmla="*/ 1473921 h 1583140"/>
              <a:gd name="connsiteX42" fmla="*/ 5649068 w 9662615"/>
              <a:gd name="connsiteY42" fmla="*/ 1461676 h 1583140"/>
              <a:gd name="connsiteX43" fmla="*/ 5588902 w 9662615"/>
              <a:gd name="connsiteY43" fmla="*/ 1469647 h 1583140"/>
              <a:gd name="connsiteX44" fmla="*/ 5498090 w 9662615"/>
              <a:gd name="connsiteY44" fmla="*/ 1483173 h 1583140"/>
              <a:gd name="connsiteX45" fmla="*/ 5444641 w 9662615"/>
              <a:gd name="connsiteY45" fmla="*/ 1487602 h 1583140"/>
              <a:gd name="connsiteX46" fmla="*/ 5299812 w 9662615"/>
              <a:gd name="connsiteY46" fmla="*/ 1503362 h 1583140"/>
              <a:gd name="connsiteX47" fmla="*/ 5245752 w 9662615"/>
              <a:gd name="connsiteY47" fmla="*/ 1520612 h 1583140"/>
              <a:gd name="connsiteX48" fmla="*/ 5177807 w 9662615"/>
              <a:gd name="connsiteY48" fmla="*/ 1526802 h 1583140"/>
              <a:gd name="connsiteX49" fmla="*/ 5113910 w 9662615"/>
              <a:gd name="connsiteY49" fmla="*/ 1533205 h 1583140"/>
              <a:gd name="connsiteX50" fmla="*/ 5059484 w 9662615"/>
              <a:gd name="connsiteY50" fmla="*/ 1546802 h 1583140"/>
              <a:gd name="connsiteX51" fmla="*/ 5038524 w 9662615"/>
              <a:gd name="connsiteY51" fmla="*/ 1545675 h 1583140"/>
              <a:gd name="connsiteX52" fmla="*/ 5026564 w 9662615"/>
              <a:gd name="connsiteY52" fmla="*/ 1545376 h 1583140"/>
              <a:gd name="connsiteX53" fmla="*/ 4969433 w 9662615"/>
              <a:gd name="connsiteY53" fmla="*/ 1550865 h 1583140"/>
              <a:gd name="connsiteX54" fmla="*/ 4871726 w 9662615"/>
              <a:gd name="connsiteY54" fmla="*/ 1570584 h 1583140"/>
              <a:gd name="connsiteX55" fmla="*/ 4843267 w 9662615"/>
              <a:gd name="connsiteY55" fmla="*/ 1561459 h 1583140"/>
              <a:gd name="connsiteX56" fmla="*/ 4821058 w 9662615"/>
              <a:gd name="connsiteY56" fmla="*/ 1553078 h 1583140"/>
              <a:gd name="connsiteX57" fmla="*/ 4791466 w 9662615"/>
              <a:gd name="connsiteY57" fmla="*/ 1561324 h 1583140"/>
              <a:gd name="connsiteX58" fmla="*/ 4784247 w 9662615"/>
              <a:gd name="connsiteY58" fmla="*/ 1562342 h 1583140"/>
              <a:gd name="connsiteX59" fmla="*/ 4739309 w 9662615"/>
              <a:gd name="connsiteY59" fmla="*/ 1553948 h 1583140"/>
              <a:gd name="connsiteX60" fmla="*/ 4697562 w 9662615"/>
              <a:gd name="connsiteY60" fmla="*/ 1551206 h 1583140"/>
              <a:gd name="connsiteX61" fmla="*/ 4650737 w 9662615"/>
              <a:gd name="connsiteY61" fmla="*/ 1537381 h 1583140"/>
              <a:gd name="connsiteX62" fmla="*/ 4583150 w 9662615"/>
              <a:gd name="connsiteY62" fmla="*/ 1529064 h 1583140"/>
              <a:gd name="connsiteX63" fmla="*/ 4521734 w 9662615"/>
              <a:gd name="connsiteY63" fmla="*/ 1529359 h 1583140"/>
              <a:gd name="connsiteX64" fmla="*/ 4382398 w 9662615"/>
              <a:gd name="connsiteY64" fmla="*/ 1534108 h 1583140"/>
              <a:gd name="connsiteX65" fmla="*/ 4221826 w 9662615"/>
              <a:gd name="connsiteY65" fmla="*/ 1500972 h 1583140"/>
              <a:gd name="connsiteX66" fmla="*/ 4096601 w 9662615"/>
              <a:gd name="connsiteY66" fmla="*/ 1521563 h 1583140"/>
              <a:gd name="connsiteX67" fmla="*/ 4002441 w 9662615"/>
              <a:gd name="connsiteY67" fmla="*/ 1528912 h 1583140"/>
              <a:gd name="connsiteX68" fmla="*/ 3833906 w 9662615"/>
              <a:gd name="connsiteY68" fmla="*/ 1516637 h 1583140"/>
              <a:gd name="connsiteX69" fmla="*/ 3763845 w 9662615"/>
              <a:gd name="connsiteY69" fmla="*/ 1501782 h 1583140"/>
              <a:gd name="connsiteX70" fmla="*/ 3641778 w 9662615"/>
              <a:gd name="connsiteY70" fmla="*/ 1505446 h 1583140"/>
              <a:gd name="connsiteX71" fmla="*/ 3565233 w 9662615"/>
              <a:gd name="connsiteY71" fmla="*/ 1515122 h 1583140"/>
              <a:gd name="connsiteX72" fmla="*/ 3560267 w 9662615"/>
              <a:gd name="connsiteY72" fmla="*/ 1516288 h 1583140"/>
              <a:gd name="connsiteX73" fmla="*/ 3540258 w 9662615"/>
              <a:gd name="connsiteY73" fmla="*/ 1516976 h 1583140"/>
              <a:gd name="connsiteX74" fmla="*/ 3534780 w 9662615"/>
              <a:gd name="connsiteY74" fmla="*/ 1522141 h 1583140"/>
              <a:gd name="connsiteX75" fmla="*/ 3504783 w 9662615"/>
              <a:gd name="connsiteY75" fmla="*/ 1526739 h 1583140"/>
              <a:gd name="connsiteX76" fmla="*/ 3430805 w 9662615"/>
              <a:gd name="connsiteY76" fmla="*/ 1542521 h 1583140"/>
              <a:gd name="connsiteX77" fmla="*/ 3292707 w 9662615"/>
              <a:gd name="connsiteY77" fmla="*/ 1520490 h 1583140"/>
              <a:gd name="connsiteX78" fmla="*/ 3187872 w 9662615"/>
              <a:gd name="connsiteY78" fmla="*/ 1519991 h 1583140"/>
              <a:gd name="connsiteX79" fmla="*/ 3148026 w 9662615"/>
              <a:gd name="connsiteY79" fmla="*/ 1524777 h 1583140"/>
              <a:gd name="connsiteX80" fmla="*/ 3092394 w 9662615"/>
              <a:gd name="connsiteY80" fmla="*/ 1528115 h 1583140"/>
              <a:gd name="connsiteX81" fmla="*/ 2994200 w 9662615"/>
              <a:gd name="connsiteY81" fmla="*/ 1537857 h 1583140"/>
              <a:gd name="connsiteX82" fmla="*/ 2862301 w 9662615"/>
              <a:gd name="connsiteY82" fmla="*/ 1544250 h 1583140"/>
              <a:gd name="connsiteX83" fmla="*/ 2766335 w 9662615"/>
              <a:gd name="connsiteY83" fmla="*/ 1527662 h 1583140"/>
              <a:gd name="connsiteX84" fmla="*/ 2757836 w 9662615"/>
              <a:gd name="connsiteY84" fmla="*/ 1531371 h 1583140"/>
              <a:gd name="connsiteX85" fmla="*/ 2691555 w 9662615"/>
              <a:gd name="connsiteY85" fmla="*/ 1530283 h 1583140"/>
              <a:gd name="connsiteX86" fmla="*/ 2491676 w 9662615"/>
              <a:gd name="connsiteY86" fmla="*/ 1500859 h 1583140"/>
              <a:gd name="connsiteX87" fmla="*/ 2378036 w 9662615"/>
              <a:gd name="connsiteY87" fmla="*/ 1520645 h 1583140"/>
              <a:gd name="connsiteX88" fmla="*/ 2284269 w 9662615"/>
              <a:gd name="connsiteY88" fmla="*/ 1503068 h 1583140"/>
              <a:gd name="connsiteX89" fmla="*/ 2207104 w 9662615"/>
              <a:gd name="connsiteY89" fmla="*/ 1508888 h 1583140"/>
              <a:gd name="connsiteX90" fmla="*/ 2149226 w 9662615"/>
              <a:gd name="connsiteY90" fmla="*/ 1523409 h 1583140"/>
              <a:gd name="connsiteX91" fmla="*/ 2084783 w 9662615"/>
              <a:gd name="connsiteY91" fmla="*/ 1524245 h 1583140"/>
              <a:gd name="connsiteX92" fmla="*/ 2070075 w 9662615"/>
              <a:gd name="connsiteY92" fmla="*/ 1511285 h 1583140"/>
              <a:gd name="connsiteX93" fmla="*/ 2001057 w 9662615"/>
              <a:gd name="connsiteY93" fmla="*/ 1516449 h 1583140"/>
              <a:gd name="connsiteX94" fmla="*/ 1896330 w 9662615"/>
              <a:gd name="connsiteY94" fmla="*/ 1525725 h 1583140"/>
              <a:gd name="connsiteX95" fmla="*/ 1835994 w 9662615"/>
              <a:gd name="connsiteY95" fmla="*/ 1527678 h 1583140"/>
              <a:gd name="connsiteX96" fmla="*/ 1671119 w 9662615"/>
              <a:gd name="connsiteY96" fmla="*/ 1536701 h 1583140"/>
              <a:gd name="connsiteX97" fmla="*/ 1601337 w 9662615"/>
              <a:gd name="connsiteY97" fmla="*/ 1548552 h 1583140"/>
              <a:gd name="connsiteX98" fmla="*/ 1407755 w 9662615"/>
              <a:gd name="connsiteY98" fmla="*/ 1571444 h 1583140"/>
              <a:gd name="connsiteX99" fmla="*/ 1271994 w 9662615"/>
              <a:gd name="connsiteY99" fmla="*/ 1579471 h 1583140"/>
              <a:gd name="connsiteX100" fmla="*/ 1249226 w 9662615"/>
              <a:gd name="connsiteY100" fmla="*/ 1583140 h 1583140"/>
              <a:gd name="connsiteX101" fmla="*/ 1217719 w 9662615"/>
              <a:gd name="connsiteY101" fmla="*/ 1580863 h 1583140"/>
              <a:gd name="connsiteX102" fmla="*/ 1091432 w 9662615"/>
              <a:gd name="connsiteY102" fmla="*/ 1571003 h 1583140"/>
              <a:gd name="connsiteX103" fmla="*/ 992039 w 9662615"/>
              <a:gd name="connsiteY103" fmla="*/ 1556662 h 1583140"/>
              <a:gd name="connsiteX104" fmla="*/ 868264 w 9662615"/>
              <a:gd name="connsiteY104" fmla="*/ 1566392 h 1583140"/>
              <a:gd name="connsiteX105" fmla="*/ 792765 w 9662615"/>
              <a:gd name="connsiteY105" fmla="*/ 1563102 h 1583140"/>
              <a:gd name="connsiteX106" fmla="*/ 669055 w 9662615"/>
              <a:gd name="connsiteY106" fmla="*/ 1543638 h 1583140"/>
              <a:gd name="connsiteX107" fmla="*/ 506152 w 9662615"/>
              <a:gd name="connsiteY107" fmla="*/ 1549124 h 1583140"/>
              <a:gd name="connsiteX108" fmla="*/ 472797 w 9662615"/>
              <a:gd name="connsiteY108" fmla="*/ 1568904 h 1583140"/>
              <a:gd name="connsiteX109" fmla="*/ 427864 w 9662615"/>
              <a:gd name="connsiteY109" fmla="*/ 1580848 h 1583140"/>
              <a:gd name="connsiteX110" fmla="*/ 336819 w 9662615"/>
              <a:gd name="connsiteY110" fmla="*/ 1560892 h 1583140"/>
              <a:gd name="connsiteX111" fmla="*/ 267163 w 9662615"/>
              <a:gd name="connsiteY111" fmla="*/ 1531913 h 1583140"/>
              <a:gd name="connsiteX112" fmla="*/ 196644 w 9662615"/>
              <a:gd name="connsiteY112" fmla="*/ 1524565 h 1583140"/>
              <a:gd name="connsiteX113" fmla="*/ 86819 w 9662615"/>
              <a:gd name="connsiteY113" fmla="*/ 1519517 h 1583140"/>
              <a:gd name="connsiteX114" fmla="*/ 53369 w 9662615"/>
              <a:gd name="connsiteY114" fmla="*/ 1516853 h 1583140"/>
              <a:gd name="connsiteX115" fmla="*/ 2359 w 9662615"/>
              <a:gd name="connsiteY115" fmla="*/ 1515247 h 1583140"/>
              <a:gd name="connsiteX116" fmla="*/ 0 w 9662615"/>
              <a:gd name="connsiteY116" fmla="*/ 1514932 h 1583140"/>
              <a:gd name="connsiteX117" fmla="*/ 0 w 9662615"/>
              <a:gd name="connsiteY117" fmla="*/ 0 h 1583140"/>
              <a:gd name="connsiteX0" fmla="*/ 0 w 9662615"/>
              <a:gd name="connsiteY0" fmla="*/ 0 h 1583140"/>
              <a:gd name="connsiteX1" fmla="*/ 9662615 w 9662615"/>
              <a:gd name="connsiteY1" fmla="*/ 0 h 1583140"/>
              <a:gd name="connsiteX2" fmla="*/ 9662615 w 9662615"/>
              <a:gd name="connsiteY2" fmla="*/ 1280346 h 1583140"/>
              <a:gd name="connsiteX3" fmla="*/ 9551077 w 9662615"/>
              <a:gd name="connsiteY3" fmla="*/ 1292033 h 1583140"/>
              <a:gd name="connsiteX4" fmla="*/ 9469546 w 9662615"/>
              <a:gd name="connsiteY4" fmla="*/ 1289837 h 1583140"/>
              <a:gd name="connsiteX5" fmla="*/ 9326260 w 9662615"/>
              <a:gd name="connsiteY5" fmla="*/ 1277155 h 1583140"/>
              <a:gd name="connsiteX6" fmla="*/ 9144767 w 9662615"/>
              <a:gd name="connsiteY6" fmla="*/ 1264120 h 1583140"/>
              <a:gd name="connsiteX7" fmla="*/ 8976400 w 9662615"/>
              <a:gd name="connsiteY7" fmla="*/ 1326661 h 1583140"/>
              <a:gd name="connsiteX8" fmla="*/ 8828711 w 9662615"/>
              <a:gd name="connsiteY8" fmla="*/ 1346394 h 1583140"/>
              <a:gd name="connsiteX9" fmla="*/ 8695953 w 9662615"/>
              <a:gd name="connsiteY9" fmla="*/ 1346784 h 1583140"/>
              <a:gd name="connsiteX10" fmla="*/ 8652191 w 9662615"/>
              <a:gd name="connsiteY10" fmla="*/ 1345903 h 1583140"/>
              <a:gd name="connsiteX11" fmla="*/ 8591582 w 9662615"/>
              <a:gd name="connsiteY11" fmla="*/ 1341666 h 1583140"/>
              <a:gd name="connsiteX12" fmla="*/ 8537336 w 9662615"/>
              <a:gd name="connsiteY12" fmla="*/ 1341684 h 1583140"/>
              <a:gd name="connsiteX13" fmla="*/ 8416849 w 9662615"/>
              <a:gd name="connsiteY13" fmla="*/ 1367085 h 1583140"/>
              <a:gd name="connsiteX14" fmla="*/ 8278355 w 9662615"/>
              <a:gd name="connsiteY14" fmla="*/ 1386569 h 1583140"/>
              <a:gd name="connsiteX15" fmla="*/ 8197961 w 9662615"/>
              <a:gd name="connsiteY15" fmla="*/ 1392804 h 1583140"/>
              <a:gd name="connsiteX16" fmla="*/ 8171196 w 9662615"/>
              <a:gd name="connsiteY16" fmla="*/ 1397216 h 1583140"/>
              <a:gd name="connsiteX17" fmla="*/ 8087910 w 9662615"/>
              <a:gd name="connsiteY17" fmla="*/ 1386449 h 1583140"/>
              <a:gd name="connsiteX18" fmla="*/ 7974579 w 9662615"/>
              <a:gd name="connsiteY18" fmla="*/ 1383439 h 1583140"/>
              <a:gd name="connsiteX19" fmla="*/ 7768351 w 9662615"/>
              <a:gd name="connsiteY19" fmla="*/ 1395051 h 1583140"/>
              <a:gd name="connsiteX20" fmla="*/ 7635985 w 9662615"/>
              <a:gd name="connsiteY20" fmla="*/ 1386363 h 1583140"/>
              <a:gd name="connsiteX21" fmla="*/ 7466069 w 9662615"/>
              <a:gd name="connsiteY21" fmla="*/ 1377654 h 1583140"/>
              <a:gd name="connsiteX22" fmla="*/ 7355642 w 9662615"/>
              <a:gd name="connsiteY22" fmla="*/ 1407761 h 1583140"/>
              <a:gd name="connsiteX23" fmla="*/ 7215220 w 9662615"/>
              <a:gd name="connsiteY23" fmla="*/ 1397856 h 1583140"/>
              <a:gd name="connsiteX24" fmla="*/ 7082147 w 9662615"/>
              <a:gd name="connsiteY24" fmla="*/ 1406113 h 1583140"/>
              <a:gd name="connsiteX25" fmla="*/ 6987129 w 9662615"/>
              <a:gd name="connsiteY25" fmla="*/ 1404834 h 1583140"/>
              <a:gd name="connsiteX26" fmla="*/ 6907567 w 9662615"/>
              <a:gd name="connsiteY26" fmla="*/ 1419149 h 1583140"/>
              <a:gd name="connsiteX27" fmla="*/ 6748428 w 9662615"/>
              <a:gd name="connsiteY27" fmla="*/ 1420308 h 1583140"/>
              <a:gd name="connsiteX28" fmla="*/ 6654257 w 9662615"/>
              <a:gd name="connsiteY28" fmla="*/ 1424143 h 1583140"/>
              <a:gd name="connsiteX29" fmla="*/ 6620123 w 9662615"/>
              <a:gd name="connsiteY29" fmla="*/ 1430535 h 1583140"/>
              <a:gd name="connsiteX30" fmla="*/ 6571355 w 9662615"/>
              <a:gd name="connsiteY30" fmla="*/ 1436144 h 1583140"/>
              <a:gd name="connsiteX31" fmla="*/ 6486557 w 9662615"/>
              <a:gd name="connsiteY31" fmla="*/ 1449861 h 1583140"/>
              <a:gd name="connsiteX32" fmla="*/ 6370419 w 9662615"/>
              <a:gd name="connsiteY32" fmla="*/ 1461649 h 1583140"/>
              <a:gd name="connsiteX33" fmla="*/ 6278839 w 9662615"/>
              <a:gd name="connsiteY33" fmla="*/ 1449160 h 1583140"/>
              <a:gd name="connsiteX34" fmla="*/ 6272455 w 9662615"/>
              <a:gd name="connsiteY34" fmla="*/ 1453191 h 1583140"/>
              <a:gd name="connsiteX35" fmla="*/ 6212659 w 9662615"/>
              <a:gd name="connsiteY35" fmla="*/ 1454850 h 1583140"/>
              <a:gd name="connsiteX36" fmla="*/ 6069317 w 9662615"/>
              <a:gd name="connsiteY36" fmla="*/ 1445838 h 1583140"/>
              <a:gd name="connsiteX37" fmla="*/ 5878477 w 9662615"/>
              <a:gd name="connsiteY37" fmla="*/ 1439180 h 1583140"/>
              <a:gd name="connsiteX38" fmla="*/ 5838387 w 9662615"/>
              <a:gd name="connsiteY38" fmla="*/ 1444679 h 1583140"/>
              <a:gd name="connsiteX39" fmla="*/ 5771136 w 9662615"/>
              <a:gd name="connsiteY39" fmla="*/ 1453639 h 1583140"/>
              <a:gd name="connsiteX40" fmla="*/ 5724081 w 9662615"/>
              <a:gd name="connsiteY40" fmla="*/ 1470431 h 1583140"/>
              <a:gd name="connsiteX41" fmla="*/ 5666577 w 9662615"/>
              <a:gd name="connsiteY41" fmla="*/ 1473921 h 1583140"/>
              <a:gd name="connsiteX42" fmla="*/ 5649068 w 9662615"/>
              <a:gd name="connsiteY42" fmla="*/ 1461676 h 1583140"/>
              <a:gd name="connsiteX43" fmla="*/ 5588902 w 9662615"/>
              <a:gd name="connsiteY43" fmla="*/ 1469647 h 1583140"/>
              <a:gd name="connsiteX44" fmla="*/ 5498090 w 9662615"/>
              <a:gd name="connsiteY44" fmla="*/ 1483173 h 1583140"/>
              <a:gd name="connsiteX45" fmla="*/ 5444641 w 9662615"/>
              <a:gd name="connsiteY45" fmla="*/ 1487602 h 1583140"/>
              <a:gd name="connsiteX46" fmla="*/ 5299812 w 9662615"/>
              <a:gd name="connsiteY46" fmla="*/ 1503362 h 1583140"/>
              <a:gd name="connsiteX47" fmla="*/ 5245752 w 9662615"/>
              <a:gd name="connsiteY47" fmla="*/ 1520612 h 1583140"/>
              <a:gd name="connsiteX48" fmla="*/ 5177807 w 9662615"/>
              <a:gd name="connsiteY48" fmla="*/ 1526802 h 1583140"/>
              <a:gd name="connsiteX49" fmla="*/ 5113910 w 9662615"/>
              <a:gd name="connsiteY49" fmla="*/ 1533205 h 1583140"/>
              <a:gd name="connsiteX50" fmla="*/ 5059484 w 9662615"/>
              <a:gd name="connsiteY50" fmla="*/ 1546802 h 1583140"/>
              <a:gd name="connsiteX51" fmla="*/ 5038524 w 9662615"/>
              <a:gd name="connsiteY51" fmla="*/ 1545675 h 1583140"/>
              <a:gd name="connsiteX52" fmla="*/ 5026564 w 9662615"/>
              <a:gd name="connsiteY52" fmla="*/ 1545376 h 1583140"/>
              <a:gd name="connsiteX53" fmla="*/ 4969433 w 9662615"/>
              <a:gd name="connsiteY53" fmla="*/ 1550865 h 1583140"/>
              <a:gd name="connsiteX54" fmla="*/ 4871726 w 9662615"/>
              <a:gd name="connsiteY54" fmla="*/ 1570584 h 1583140"/>
              <a:gd name="connsiteX55" fmla="*/ 4843267 w 9662615"/>
              <a:gd name="connsiteY55" fmla="*/ 1561459 h 1583140"/>
              <a:gd name="connsiteX56" fmla="*/ 4821058 w 9662615"/>
              <a:gd name="connsiteY56" fmla="*/ 1553078 h 1583140"/>
              <a:gd name="connsiteX57" fmla="*/ 4791466 w 9662615"/>
              <a:gd name="connsiteY57" fmla="*/ 1561324 h 1583140"/>
              <a:gd name="connsiteX58" fmla="*/ 4784247 w 9662615"/>
              <a:gd name="connsiteY58" fmla="*/ 1562342 h 1583140"/>
              <a:gd name="connsiteX59" fmla="*/ 4739309 w 9662615"/>
              <a:gd name="connsiteY59" fmla="*/ 1553948 h 1583140"/>
              <a:gd name="connsiteX60" fmla="*/ 4697562 w 9662615"/>
              <a:gd name="connsiteY60" fmla="*/ 1551206 h 1583140"/>
              <a:gd name="connsiteX61" fmla="*/ 4650737 w 9662615"/>
              <a:gd name="connsiteY61" fmla="*/ 1537381 h 1583140"/>
              <a:gd name="connsiteX62" fmla="*/ 4583150 w 9662615"/>
              <a:gd name="connsiteY62" fmla="*/ 1529064 h 1583140"/>
              <a:gd name="connsiteX63" fmla="*/ 4521734 w 9662615"/>
              <a:gd name="connsiteY63" fmla="*/ 1529359 h 1583140"/>
              <a:gd name="connsiteX64" fmla="*/ 4382398 w 9662615"/>
              <a:gd name="connsiteY64" fmla="*/ 1534108 h 1583140"/>
              <a:gd name="connsiteX65" fmla="*/ 4221826 w 9662615"/>
              <a:gd name="connsiteY65" fmla="*/ 1500972 h 1583140"/>
              <a:gd name="connsiteX66" fmla="*/ 4096601 w 9662615"/>
              <a:gd name="connsiteY66" fmla="*/ 1521563 h 1583140"/>
              <a:gd name="connsiteX67" fmla="*/ 4002441 w 9662615"/>
              <a:gd name="connsiteY67" fmla="*/ 1528912 h 1583140"/>
              <a:gd name="connsiteX68" fmla="*/ 3833906 w 9662615"/>
              <a:gd name="connsiteY68" fmla="*/ 1516637 h 1583140"/>
              <a:gd name="connsiteX69" fmla="*/ 3763845 w 9662615"/>
              <a:gd name="connsiteY69" fmla="*/ 1501782 h 1583140"/>
              <a:gd name="connsiteX70" fmla="*/ 3641778 w 9662615"/>
              <a:gd name="connsiteY70" fmla="*/ 1505446 h 1583140"/>
              <a:gd name="connsiteX71" fmla="*/ 3565233 w 9662615"/>
              <a:gd name="connsiteY71" fmla="*/ 1515122 h 1583140"/>
              <a:gd name="connsiteX72" fmla="*/ 3560267 w 9662615"/>
              <a:gd name="connsiteY72" fmla="*/ 1516288 h 1583140"/>
              <a:gd name="connsiteX73" fmla="*/ 3540258 w 9662615"/>
              <a:gd name="connsiteY73" fmla="*/ 1516976 h 1583140"/>
              <a:gd name="connsiteX74" fmla="*/ 3534780 w 9662615"/>
              <a:gd name="connsiteY74" fmla="*/ 1522141 h 1583140"/>
              <a:gd name="connsiteX75" fmla="*/ 3504783 w 9662615"/>
              <a:gd name="connsiteY75" fmla="*/ 1526739 h 1583140"/>
              <a:gd name="connsiteX76" fmla="*/ 3430805 w 9662615"/>
              <a:gd name="connsiteY76" fmla="*/ 1542521 h 1583140"/>
              <a:gd name="connsiteX77" fmla="*/ 3292707 w 9662615"/>
              <a:gd name="connsiteY77" fmla="*/ 1520490 h 1583140"/>
              <a:gd name="connsiteX78" fmla="*/ 3187872 w 9662615"/>
              <a:gd name="connsiteY78" fmla="*/ 1519991 h 1583140"/>
              <a:gd name="connsiteX79" fmla="*/ 3148026 w 9662615"/>
              <a:gd name="connsiteY79" fmla="*/ 1524777 h 1583140"/>
              <a:gd name="connsiteX80" fmla="*/ 3092394 w 9662615"/>
              <a:gd name="connsiteY80" fmla="*/ 1528115 h 1583140"/>
              <a:gd name="connsiteX81" fmla="*/ 2994200 w 9662615"/>
              <a:gd name="connsiteY81" fmla="*/ 1537857 h 1583140"/>
              <a:gd name="connsiteX82" fmla="*/ 2862301 w 9662615"/>
              <a:gd name="connsiteY82" fmla="*/ 1544250 h 1583140"/>
              <a:gd name="connsiteX83" fmla="*/ 2766335 w 9662615"/>
              <a:gd name="connsiteY83" fmla="*/ 1527662 h 1583140"/>
              <a:gd name="connsiteX84" fmla="*/ 2757836 w 9662615"/>
              <a:gd name="connsiteY84" fmla="*/ 1531371 h 1583140"/>
              <a:gd name="connsiteX85" fmla="*/ 2691555 w 9662615"/>
              <a:gd name="connsiteY85" fmla="*/ 1530283 h 1583140"/>
              <a:gd name="connsiteX86" fmla="*/ 2491676 w 9662615"/>
              <a:gd name="connsiteY86" fmla="*/ 1500859 h 1583140"/>
              <a:gd name="connsiteX87" fmla="*/ 2378036 w 9662615"/>
              <a:gd name="connsiteY87" fmla="*/ 1520645 h 1583140"/>
              <a:gd name="connsiteX88" fmla="*/ 2284269 w 9662615"/>
              <a:gd name="connsiteY88" fmla="*/ 1503068 h 1583140"/>
              <a:gd name="connsiteX89" fmla="*/ 2207104 w 9662615"/>
              <a:gd name="connsiteY89" fmla="*/ 1508888 h 1583140"/>
              <a:gd name="connsiteX90" fmla="*/ 2149226 w 9662615"/>
              <a:gd name="connsiteY90" fmla="*/ 1523409 h 1583140"/>
              <a:gd name="connsiteX91" fmla="*/ 2084783 w 9662615"/>
              <a:gd name="connsiteY91" fmla="*/ 1524245 h 1583140"/>
              <a:gd name="connsiteX92" fmla="*/ 2070075 w 9662615"/>
              <a:gd name="connsiteY92" fmla="*/ 1511285 h 1583140"/>
              <a:gd name="connsiteX93" fmla="*/ 2001057 w 9662615"/>
              <a:gd name="connsiteY93" fmla="*/ 1516449 h 1583140"/>
              <a:gd name="connsiteX94" fmla="*/ 1896330 w 9662615"/>
              <a:gd name="connsiteY94" fmla="*/ 1525725 h 1583140"/>
              <a:gd name="connsiteX95" fmla="*/ 1835994 w 9662615"/>
              <a:gd name="connsiteY95" fmla="*/ 1527678 h 1583140"/>
              <a:gd name="connsiteX96" fmla="*/ 1671119 w 9662615"/>
              <a:gd name="connsiteY96" fmla="*/ 1536701 h 1583140"/>
              <a:gd name="connsiteX97" fmla="*/ 1601337 w 9662615"/>
              <a:gd name="connsiteY97" fmla="*/ 1548552 h 1583140"/>
              <a:gd name="connsiteX98" fmla="*/ 1407755 w 9662615"/>
              <a:gd name="connsiteY98" fmla="*/ 1571444 h 1583140"/>
              <a:gd name="connsiteX99" fmla="*/ 1271994 w 9662615"/>
              <a:gd name="connsiteY99" fmla="*/ 1579471 h 1583140"/>
              <a:gd name="connsiteX100" fmla="*/ 1249226 w 9662615"/>
              <a:gd name="connsiteY100" fmla="*/ 1583140 h 1583140"/>
              <a:gd name="connsiteX101" fmla="*/ 1217719 w 9662615"/>
              <a:gd name="connsiteY101" fmla="*/ 1580863 h 1583140"/>
              <a:gd name="connsiteX102" fmla="*/ 1091432 w 9662615"/>
              <a:gd name="connsiteY102" fmla="*/ 1571003 h 1583140"/>
              <a:gd name="connsiteX103" fmla="*/ 992039 w 9662615"/>
              <a:gd name="connsiteY103" fmla="*/ 1556662 h 1583140"/>
              <a:gd name="connsiteX104" fmla="*/ 868264 w 9662615"/>
              <a:gd name="connsiteY104" fmla="*/ 1566392 h 1583140"/>
              <a:gd name="connsiteX105" fmla="*/ 792765 w 9662615"/>
              <a:gd name="connsiteY105" fmla="*/ 1563102 h 1583140"/>
              <a:gd name="connsiteX106" fmla="*/ 669055 w 9662615"/>
              <a:gd name="connsiteY106" fmla="*/ 1543638 h 1583140"/>
              <a:gd name="connsiteX107" fmla="*/ 506152 w 9662615"/>
              <a:gd name="connsiteY107" fmla="*/ 1549124 h 1583140"/>
              <a:gd name="connsiteX108" fmla="*/ 472797 w 9662615"/>
              <a:gd name="connsiteY108" fmla="*/ 1568904 h 1583140"/>
              <a:gd name="connsiteX109" fmla="*/ 396059 w 9662615"/>
              <a:gd name="connsiteY109" fmla="*/ 1560970 h 1583140"/>
              <a:gd name="connsiteX110" fmla="*/ 336819 w 9662615"/>
              <a:gd name="connsiteY110" fmla="*/ 1560892 h 1583140"/>
              <a:gd name="connsiteX111" fmla="*/ 267163 w 9662615"/>
              <a:gd name="connsiteY111" fmla="*/ 1531913 h 1583140"/>
              <a:gd name="connsiteX112" fmla="*/ 196644 w 9662615"/>
              <a:gd name="connsiteY112" fmla="*/ 1524565 h 1583140"/>
              <a:gd name="connsiteX113" fmla="*/ 86819 w 9662615"/>
              <a:gd name="connsiteY113" fmla="*/ 1519517 h 1583140"/>
              <a:gd name="connsiteX114" fmla="*/ 53369 w 9662615"/>
              <a:gd name="connsiteY114" fmla="*/ 1516853 h 1583140"/>
              <a:gd name="connsiteX115" fmla="*/ 2359 w 9662615"/>
              <a:gd name="connsiteY115" fmla="*/ 1515247 h 1583140"/>
              <a:gd name="connsiteX116" fmla="*/ 0 w 9662615"/>
              <a:gd name="connsiteY116" fmla="*/ 1514932 h 1583140"/>
              <a:gd name="connsiteX117" fmla="*/ 0 w 9662615"/>
              <a:gd name="connsiteY117" fmla="*/ 0 h 1583140"/>
              <a:gd name="connsiteX0" fmla="*/ 0 w 9662615"/>
              <a:gd name="connsiteY0" fmla="*/ 0 h 1583140"/>
              <a:gd name="connsiteX1" fmla="*/ 9662615 w 9662615"/>
              <a:gd name="connsiteY1" fmla="*/ 0 h 1583140"/>
              <a:gd name="connsiteX2" fmla="*/ 9662615 w 9662615"/>
              <a:gd name="connsiteY2" fmla="*/ 1280346 h 1583140"/>
              <a:gd name="connsiteX3" fmla="*/ 9551077 w 9662615"/>
              <a:gd name="connsiteY3" fmla="*/ 1292033 h 1583140"/>
              <a:gd name="connsiteX4" fmla="*/ 9469546 w 9662615"/>
              <a:gd name="connsiteY4" fmla="*/ 1289837 h 1583140"/>
              <a:gd name="connsiteX5" fmla="*/ 9326260 w 9662615"/>
              <a:gd name="connsiteY5" fmla="*/ 1277155 h 1583140"/>
              <a:gd name="connsiteX6" fmla="*/ 9144767 w 9662615"/>
              <a:gd name="connsiteY6" fmla="*/ 1264120 h 1583140"/>
              <a:gd name="connsiteX7" fmla="*/ 8976400 w 9662615"/>
              <a:gd name="connsiteY7" fmla="*/ 1326661 h 1583140"/>
              <a:gd name="connsiteX8" fmla="*/ 8828711 w 9662615"/>
              <a:gd name="connsiteY8" fmla="*/ 1346394 h 1583140"/>
              <a:gd name="connsiteX9" fmla="*/ 8695953 w 9662615"/>
              <a:gd name="connsiteY9" fmla="*/ 1346784 h 1583140"/>
              <a:gd name="connsiteX10" fmla="*/ 8652191 w 9662615"/>
              <a:gd name="connsiteY10" fmla="*/ 1345903 h 1583140"/>
              <a:gd name="connsiteX11" fmla="*/ 8591582 w 9662615"/>
              <a:gd name="connsiteY11" fmla="*/ 1341666 h 1583140"/>
              <a:gd name="connsiteX12" fmla="*/ 8537336 w 9662615"/>
              <a:gd name="connsiteY12" fmla="*/ 1341684 h 1583140"/>
              <a:gd name="connsiteX13" fmla="*/ 8416849 w 9662615"/>
              <a:gd name="connsiteY13" fmla="*/ 1367085 h 1583140"/>
              <a:gd name="connsiteX14" fmla="*/ 8278355 w 9662615"/>
              <a:gd name="connsiteY14" fmla="*/ 1386569 h 1583140"/>
              <a:gd name="connsiteX15" fmla="*/ 8197961 w 9662615"/>
              <a:gd name="connsiteY15" fmla="*/ 1392804 h 1583140"/>
              <a:gd name="connsiteX16" fmla="*/ 8171196 w 9662615"/>
              <a:gd name="connsiteY16" fmla="*/ 1397216 h 1583140"/>
              <a:gd name="connsiteX17" fmla="*/ 8087910 w 9662615"/>
              <a:gd name="connsiteY17" fmla="*/ 1386449 h 1583140"/>
              <a:gd name="connsiteX18" fmla="*/ 7974579 w 9662615"/>
              <a:gd name="connsiteY18" fmla="*/ 1383439 h 1583140"/>
              <a:gd name="connsiteX19" fmla="*/ 7768351 w 9662615"/>
              <a:gd name="connsiteY19" fmla="*/ 1395051 h 1583140"/>
              <a:gd name="connsiteX20" fmla="*/ 7635985 w 9662615"/>
              <a:gd name="connsiteY20" fmla="*/ 1386363 h 1583140"/>
              <a:gd name="connsiteX21" fmla="*/ 7466069 w 9662615"/>
              <a:gd name="connsiteY21" fmla="*/ 1377654 h 1583140"/>
              <a:gd name="connsiteX22" fmla="*/ 7355642 w 9662615"/>
              <a:gd name="connsiteY22" fmla="*/ 1407761 h 1583140"/>
              <a:gd name="connsiteX23" fmla="*/ 7215220 w 9662615"/>
              <a:gd name="connsiteY23" fmla="*/ 1397856 h 1583140"/>
              <a:gd name="connsiteX24" fmla="*/ 7082147 w 9662615"/>
              <a:gd name="connsiteY24" fmla="*/ 1406113 h 1583140"/>
              <a:gd name="connsiteX25" fmla="*/ 6987129 w 9662615"/>
              <a:gd name="connsiteY25" fmla="*/ 1404834 h 1583140"/>
              <a:gd name="connsiteX26" fmla="*/ 6907567 w 9662615"/>
              <a:gd name="connsiteY26" fmla="*/ 1419149 h 1583140"/>
              <a:gd name="connsiteX27" fmla="*/ 6748428 w 9662615"/>
              <a:gd name="connsiteY27" fmla="*/ 1420308 h 1583140"/>
              <a:gd name="connsiteX28" fmla="*/ 6654257 w 9662615"/>
              <a:gd name="connsiteY28" fmla="*/ 1424143 h 1583140"/>
              <a:gd name="connsiteX29" fmla="*/ 6620123 w 9662615"/>
              <a:gd name="connsiteY29" fmla="*/ 1430535 h 1583140"/>
              <a:gd name="connsiteX30" fmla="*/ 6571355 w 9662615"/>
              <a:gd name="connsiteY30" fmla="*/ 1436144 h 1583140"/>
              <a:gd name="connsiteX31" fmla="*/ 6486557 w 9662615"/>
              <a:gd name="connsiteY31" fmla="*/ 1449861 h 1583140"/>
              <a:gd name="connsiteX32" fmla="*/ 6370419 w 9662615"/>
              <a:gd name="connsiteY32" fmla="*/ 1461649 h 1583140"/>
              <a:gd name="connsiteX33" fmla="*/ 6278839 w 9662615"/>
              <a:gd name="connsiteY33" fmla="*/ 1449160 h 1583140"/>
              <a:gd name="connsiteX34" fmla="*/ 6272455 w 9662615"/>
              <a:gd name="connsiteY34" fmla="*/ 1453191 h 1583140"/>
              <a:gd name="connsiteX35" fmla="*/ 6212659 w 9662615"/>
              <a:gd name="connsiteY35" fmla="*/ 1454850 h 1583140"/>
              <a:gd name="connsiteX36" fmla="*/ 6069317 w 9662615"/>
              <a:gd name="connsiteY36" fmla="*/ 1445838 h 1583140"/>
              <a:gd name="connsiteX37" fmla="*/ 5878477 w 9662615"/>
              <a:gd name="connsiteY37" fmla="*/ 1439180 h 1583140"/>
              <a:gd name="connsiteX38" fmla="*/ 5838387 w 9662615"/>
              <a:gd name="connsiteY38" fmla="*/ 1444679 h 1583140"/>
              <a:gd name="connsiteX39" fmla="*/ 5771136 w 9662615"/>
              <a:gd name="connsiteY39" fmla="*/ 1453639 h 1583140"/>
              <a:gd name="connsiteX40" fmla="*/ 5724081 w 9662615"/>
              <a:gd name="connsiteY40" fmla="*/ 1470431 h 1583140"/>
              <a:gd name="connsiteX41" fmla="*/ 5666577 w 9662615"/>
              <a:gd name="connsiteY41" fmla="*/ 1473921 h 1583140"/>
              <a:gd name="connsiteX42" fmla="*/ 5649068 w 9662615"/>
              <a:gd name="connsiteY42" fmla="*/ 1461676 h 1583140"/>
              <a:gd name="connsiteX43" fmla="*/ 5588902 w 9662615"/>
              <a:gd name="connsiteY43" fmla="*/ 1469647 h 1583140"/>
              <a:gd name="connsiteX44" fmla="*/ 5498090 w 9662615"/>
              <a:gd name="connsiteY44" fmla="*/ 1483173 h 1583140"/>
              <a:gd name="connsiteX45" fmla="*/ 5444641 w 9662615"/>
              <a:gd name="connsiteY45" fmla="*/ 1487602 h 1583140"/>
              <a:gd name="connsiteX46" fmla="*/ 5299812 w 9662615"/>
              <a:gd name="connsiteY46" fmla="*/ 1503362 h 1583140"/>
              <a:gd name="connsiteX47" fmla="*/ 5245752 w 9662615"/>
              <a:gd name="connsiteY47" fmla="*/ 1520612 h 1583140"/>
              <a:gd name="connsiteX48" fmla="*/ 5177807 w 9662615"/>
              <a:gd name="connsiteY48" fmla="*/ 1526802 h 1583140"/>
              <a:gd name="connsiteX49" fmla="*/ 5113910 w 9662615"/>
              <a:gd name="connsiteY49" fmla="*/ 1533205 h 1583140"/>
              <a:gd name="connsiteX50" fmla="*/ 5059484 w 9662615"/>
              <a:gd name="connsiteY50" fmla="*/ 1546802 h 1583140"/>
              <a:gd name="connsiteX51" fmla="*/ 5038524 w 9662615"/>
              <a:gd name="connsiteY51" fmla="*/ 1545675 h 1583140"/>
              <a:gd name="connsiteX52" fmla="*/ 5026564 w 9662615"/>
              <a:gd name="connsiteY52" fmla="*/ 1545376 h 1583140"/>
              <a:gd name="connsiteX53" fmla="*/ 4969433 w 9662615"/>
              <a:gd name="connsiteY53" fmla="*/ 1550865 h 1583140"/>
              <a:gd name="connsiteX54" fmla="*/ 4871726 w 9662615"/>
              <a:gd name="connsiteY54" fmla="*/ 1570584 h 1583140"/>
              <a:gd name="connsiteX55" fmla="*/ 4843267 w 9662615"/>
              <a:gd name="connsiteY55" fmla="*/ 1561459 h 1583140"/>
              <a:gd name="connsiteX56" fmla="*/ 4821058 w 9662615"/>
              <a:gd name="connsiteY56" fmla="*/ 1553078 h 1583140"/>
              <a:gd name="connsiteX57" fmla="*/ 4791466 w 9662615"/>
              <a:gd name="connsiteY57" fmla="*/ 1561324 h 1583140"/>
              <a:gd name="connsiteX58" fmla="*/ 4784247 w 9662615"/>
              <a:gd name="connsiteY58" fmla="*/ 1562342 h 1583140"/>
              <a:gd name="connsiteX59" fmla="*/ 4739309 w 9662615"/>
              <a:gd name="connsiteY59" fmla="*/ 1553948 h 1583140"/>
              <a:gd name="connsiteX60" fmla="*/ 4697562 w 9662615"/>
              <a:gd name="connsiteY60" fmla="*/ 1551206 h 1583140"/>
              <a:gd name="connsiteX61" fmla="*/ 4650737 w 9662615"/>
              <a:gd name="connsiteY61" fmla="*/ 1537381 h 1583140"/>
              <a:gd name="connsiteX62" fmla="*/ 4583150 w 9662615"/>
              <a:gd name="connsiteY62" fmla="*/ 1529064 h 1583140"/>
              <a:gd name="connsiteX63" fmla="*/ 4521734 w 9662615"/>
              <a:gd name="connsiteY63" fmla="*/ 1529359 h 1583140"/>
              <a:gd name="connsiteX64" fmla="*/ 4382398 w 9662615"/>
              <a:gd name="connsiteY64" fmla="*/ 1534108 h 1583140"/>
              <a:gd name="connsiteX65" fmla="*/ 4221826 w 9662615"/>
              <a:gd name="connsiteY65" fmla="*/ 1500972 h 1583140"/>
              <a:gd name="connsiteX66" fmla="*/ 4096601 w 9662615"/>
              <a:gd name="connsiteY66" fmla="*/ 1521563 h 1583140"/>
              <a:gd name="connsiteX67" fmla="*/ 4002441 w 9662615"/>
              <a:gd name="connsiteY67" fmla="*/ 1528912 h 1583140"/>
              <a:gd name="connsiteX68" fmla="*/ 3833906 w 9662615"/>
              <a:gd name="connsiteY68" fmla="*/ 1516637 h 1583140"/>
              <a:gd name="connsiteX69" fmla="*/ 3763845 w 9662615"/>
              <a:gd name="connsiteY69" fmla="*/ 1501782 h 1583140"/>
              <a:gd name="connsiteX70" fmla="*/ 3641778 w 9662615"/>
              <a:gd name="connsiteY70" fmla="*/ 1505446 h 1583140"/>
              <a:gd name="connsiteX71" fmla="*/ 3565233 w 9662615"/>
              <a:gd name="connsiteY71" fmla="*/ 1515122 h 1583140"/>
              <a:gd name="connsiteX72" fmla="*/ 3560267 w 9662615"/>
              <a:gd name="connsiteY72" fmla="*/ 1516288 h 1583140"/>
              <a:gd name="connsiteX73" fmla="*/ 3540258 w 9662615"/>
              <a:gd name="connsiteY73" fmla="*/ 1516976 h 1583140"/>
              <a:gd name="connsiteX74" fmla="*/ 3534780 w 9662615"/>
              <a:gd name="connsiteY74" fmla="*/ 1522141 h 1583140"/>
              <a:gd name="connsiteX75" fmla="*/ 3504783 w 9662615"/>
              <a:gd name="connsiteY75" fmla="*/ 1526739 h 1583140"/>
              <a:gd name="connsiteX76" fmla="*/ 3430805 w 9662615"/>
              <a:gd name="connsiteY76" fmla="*/ 1542521 h 1583140"/>
              <a:gd name="connsiteX77" fmla="*/ 3292707 w 9662615"/>
              <a:gd name="connsiteY77" fmla="*/ 1520490 h 1583140"/>
              <a:gd name="connsiteX78" fmla="*/ 3187872 w 9662615"/>
              <a:gd name="connsiteY78" fmla="*/ 1519991 h 1583140"/>
              <a:gd name="connsiteX79" fmla="*/ 3148026 w 9662615"/>
              <a:gd name="connsiteY79" fmla="*/ 1524777 h 1583140"/>
              <a:gd name="connsiteX80" fmla="*/ 3092394 w 9662615"/>
              <a:gd name="connsiteY80" fmla="*/ 1528115 h 1583140"/>
              <a:gd name="connsiteX81" fmla="*/ 2994200 w 9662615"/>
              <a:gd name="connsiteY81" fmla="*/ 1537857 h 1583140"/>
              <a:gd name="connsiteX82" fmla="*/ 2862301 w 9662615"/>
              <a:gd name="connsiteY82" fmla="*/ 1544250 h 1583140"/>
              <a:gd name="connsiteX83" fmla="*/ 2766335 w 9662615"/>
              <a:gd name="connsiteY83" fmla="*/ 1527662 h 1583140"/>
              <a:gd name="connsiteX84" fmla="*/ 2757836 w 9662615"/>
              <a:gd name="connsiteY84" fmla="*/ 1531371 h 1583140"/>
              <a:gd name="connsiteX85" fmla="*/ 2691555 w 9662615"/>
              <a:gd name="connsiteY85" fmla="*/ 1530283 h 1583140"/>
              <a:gd name="connsiteX86" fmla="*/ 2491676 w 9662615"/>
              <a:gd name="connsiteY86" fmla="*/ 1500859 h 1583140"/>
              <a:gd name="connsiteX87" fmla="*/ 2378036 w 9662615"/>
              <a:gd name="connsiteY87" fmla="*/ 1520645 h 1583140"/>
              <a:gd name="connsiteX88" fmla="*/ 2284269 w 9662615"/>
              <a:gd name="connsiteY88" fmla="*/ 1503068 h 1583140"/>
              <a:gd name="connsiteX89" fmla="*/ 2207104 w 9662615"/>
              <a:gd name="connsiteY89" fmla="*/ 1508888 h 1583140"/>
              <a:gd name="connsiteX90" fmla="*/ 2149226 w 9662615"/>
              <a:gd name="connsiteY90" fmla="*/ 1523409 h 1583140"/>
              <a:gd name="connsiteX91" fmla="*/ 2084783 w 9662615"/>
              <a:gd name="connsiteY91" fmla="*/ 1524245 h 1583140"/>
              <a:gd name="connsiteX92" fmla="*/ 2070075 w 9662615"/>
              <a:gd name="connsiteY92" fmla="*/ 1511285 h 1583140"/>
              <a:gd name="connsiteX93" fmla="*/ 2001057 w 9662615"/>
              <a:gd name="connsiteY93" fmla="*/ 1516449 h 1583140"/>
              <a:gd name="connsiteX94" fmla="*/ 1896330 w 9662615"/>
              <a:gd name="connsiteY94" fmla="*/ 1525725 h 1583140"/>
              <a:gd name="connsiteX95" fmla="*/ 1835994 w 9662615"/>
              <a:gd name="connsiteY95" fmla="*/ 1527678 h 1583140"/>
              <a:gd name="connsiteX96" fmla="*/ 1671119 w 9662615"/>
              <a:gd name="connsiteY96" fmla="*/ 1536701 h 1583140"/>
              <a:gd name="connsiteX97" fmla="*/ 1601337 w 9662615"/>
              <a:gd name="connsiteY97" fmla="*/ 1548552 h 1583140"/>
              <a:gd name="connsiteX98" fmla="*/ 1407755 w 9662615"/>
              <a:gd name="connsiteY98" fmla="*/ 1571444 h 1583140"/>
              <a:gd name="connsiteX99" fmla="*/ 1271994 w 9662615"/>
              <a:gd name="connsiteY99" fmla="*/ 1579471 h 1583140"/>
              <a:gd name="connsiteX100" fmla="*/ 1249226 w 9662615"/>
              <a:gd name="connsiteY100" fmla="*/ 1583140 h 1583140"/>
              <a:gd name="connsiteX101" fmla="*/ 1217719 w 9662615"/>
              <a:gd name="connsiteY101" fmla="*/ 1580863 h 1583140"/>
              <a:gd name="connsiteX102" fmla="*/ 1091432 w 9662615"/>
              <a:gd name="connsiteY102" fmla="*/ 1571003 h 1583140"/>
              <a:gd name="connsiteX103" fmla="*/ 992039 w 9662615"/>
              <a:gd name="connsiteY103" fmla="*/ 1556662 h 1583140"/>
              <a:gd name="connsiteX104" fmla="*/ 868264 w 9662615"/>
              <a:gd name="connsiteY104" fmla="*/ 1566392 h 1583140"/>
              <a:gd name="connsiteX105" fmla="*/ 792765 w 9662615"/>
              <a:gd name="connsiteY105" fmla="*/ 1563102 h 1583140"/>
              <a:gd name="connsiteX106" fmla="*/ 669055 w 9662615"/>
              <a:gd name="connsiteY106" fmla="*/ 1543638 h 1583140"/>
              <a:gd name="connsiteX107" fmla="*/ 541933 w 9662615"/>
              <a:gd name="connsiteY107" fmla="*/ 1561051 h 1583140"/>
              <a:gd name="connsiteX108" fmla="*/ 472797 w 9662615"/>
              <a:gd name="connsiteY108" fmla="*/ 1568904 h 1583140"/>
              <a:gd name="connsiteX109" fmla="*/ 396059 w 9662615"/>
              <a:gd name="connsiteY109" fmla="*/ 1560970 h 1583140"/>
              <a:gd name="connsiteX110" fmla="*/ 336819 w 9662615"/>
              <a:gd name="connsiteY110" fmla="*/ 1560892 h 1583140"/>
              <a:gd name="connsiteX111" fmla="*/ 267163 w 9662615"/>
              <a:gd name="connsiteY111" fmla="*/ 1531913 h 1583140"/>
              <a:gd name="connsiteX112" fmla="*/ 196644 w 9662615"/>
              <a:gd name="connsiteY112" fmla="*/ 1524565 h 1583140"/>
              <a:gd name="connsiteX113" fmla="*/ 86819 w 9662615"/>
              <a:gd name="connsiteY113" fmla="*/ 1519517 h 1583140"/>
              <a:gd name="connsiteX114" fmla="*/ 53369 w 9662615"/>
              <a:gd name="connsiteY114" fmla="*/ 1516853 h 1583140"/>
              <a:gd name="connsiteX115" fmla="*/ 2359 w 9662615"/>
              <a:gd name="connsiteY115" fmla="*/ 1515247 h 1583140"/>
              <a:gd name="connsiteX116" fmla="*/ 0 w 9662615"/>
              <a:gd name="connsiteY116" fmla="*/ 1514932 h 1583140"/>
              <a:gd name="connsiteX117" fmla="*/ 0 w 9662615"/>
              <a:gd name="connsiteY117" fmla="*/ 0 h 1583140"/>
              <a:gd name="connsiteX0" fmla="*/ 0 w 9662615"/>
              <a:gd name="connsiteY0" fmla="*/ 0 h 1583140"/>
              <a:gd name="connsiteX1" fmla="*/ 9662615 w 9662615"/>
              <a:gd name="connsiteY1" fmla="*/ 0 h 1583140"/>
              <a:gd name="connsiteX2" fmla="*/ 9662615 w 9662615"/>
              <a:gd name="connsiteY2" fmla="*/ 1280346 h 1583140"/>
              <a:gd name="connsiteX3" fmla="*/ 9551077 w 9662615"/>
              <a:gd name="connsiteY3" fmla="*/ 1292033 h 1583140"/>
              <a:gd name="connsiteX4" fmla="*/ 9469546 w 9662615"/>
              <a:gd name="connsiteY4" fmla="*/ 1289837 h 1583140"/>
              <a:gd name="connsiteX5" fmla="*/ 9326260 w 9662615"/>
              <a:gd name="connsiteY5" fmla="*/ 1277155 h 1583140"/>
              <a:gd name="connsiteX6" fmla="*/ 9144767 w 9662615"/>
              <a:gd name="connsiteY6" fmla="*/ 1264120 h 1583140"/>
              <a:gd name="connsiteX7" fmla="*/ 8976400 w 9662615"/>
              <a:gd name="connsiteY7" fmla="*/ 1326661 h 1583140"/>
              <a:gd name="connsiteX8" fmla="*/ 8828711 w 9662615"/>
              <a:gd name="connsiteY8" fmla="*/ 1346394 h 1583140"/>
              <a:gd name="connsiteX9" fmla="*/ 8695953 w 9662615"/>
              <a:gd name="connsiteY9" fmla="*/ 1346784 h 1583140"/>
              <a:gd name="connsiteX10" fmla="*/ 8652191 w 9662615"/>
              <a:gd name="connsiteY10" fmla="*/ 1345903 h 1583140"/>
              <a:gd name="connsiteX11" fmla="*/ 8591582 w 9662615"/>
              <a:gd name="connsiteY11" fmla="*/ 1341666 h 1583140"/>
              <a:gd name="connsiteX12" fmla="*/ 8537336 w 9662615"/>
              <a:gd name="connsiteY12" fmla="*/ 1341684 h 1583140"/>
              <a:gd name="connsiteX13" fmla="*/ 8416849 w 9662615"/>
              <a:gd name="connsiteY13" fmla="*/ 1367085 h 1583140"/>
              <a:gd name="connsiteX14" fmla="*/ 8278355 w 9662615"/>
              <a:gd name="connsiteY14" fmla="*/ 1386569 h 1583140"/>
              <a:gd name="connsiteX15" fmla="*/ 8197961 w 9662615"/>
              <a:gd name="connsiteY15" fmla="*/ 1392804 h 1583140"/>
              <a:gd name="connsiteX16" fmla="*/ 8171196 w 9662615"/>
              <a:gd name="connsiteY16" fmla="*/ 1397216 h 1583140"/>
              <a:gd name="connsiteX17" fmla="*/ 8087910 w 9662615"/>
              <a:gd name="connsiteY17" fmla="*/ 1386449 h 1583140"/>
              <a:gd name="connsiteX18" fmla="*/ 7974579 w 9662615"/>
              <a:gd name="connsiteY18" fmla="*/ 1383439 h 1583140"/>
              <a:gd name="connsiteX19" fmla="*/ 7768351 w 9662615"/>
              <a:gd name="connsiteY19" fmla="*/ 1395051 h 1583140"/>
              <a:gd name="connsiteX20" fmla="*/ 7635985 w 9662615"/>
              <a:gd name="connsiteY20" fmla="*/ 1386363 h 1583140"/>
              <a:gd name="connsiteX21" fmla="*/ 7466069 w 9662615"/>
              <a:gd name="connsiteY21" fmla="*/ 1377654 h 1583140"/>
              <a:gd name="connsiteX22" fmla="*/ 7355642 w 9662615"/>
              <a:gd name="connsiteY22" fmla="*/ 1407761 h 1583140"/>
              <a:gd name="connsiteX23" fmla="*/ 7215220 w 9662615"/>
              <a:gd name="connsiteY23" fmla="*/ 1397856 h 1583140"/>
              <a:gd name="connsiteX24" fmla="*/ 7082147 w 9662615"/>
              <a:gd name="connsiteY24" fmla="*/ 1406113 h 1583140"/>
              <a:gd name="connsiteX25" fmla="*/ 6987129 w 9662615"/>
              <a:gd name="connsiteY25" fmla="*/ 1404834 h 1583140"/>
              <a:gd name="connsiteX26" fmla="*/ 6907567 w 9662615"/>
              <a:gd name="connsiteY26" fmla="*/ 1419149 h 1583140"/>
              <a:gd name="connsiteX27" fmla="*/ 6748428 w 9662615"/>
              <a:gd name="connsiteY27" fmla="*/ 1420308 h 1583140"/>
              <a:gd name="connsiteX28" fmla="*/ 6654257 w 9662615"/>
              <a:gd name="connsiteY28" fmla="*/ 1424143 h 1583140"/>
              <a:gd name="connsiteX29" fmla="*/ 6620123 w 9662615"/>
              <a:gd name="connsiteY29" fmla="*/ 1430535 h 1583140"/>
              <a:gd name="connsiteX30" fmla="*/ 6571355 w 9662615"/>
              <a:gd name="connsiteY30" fmla="*/ 1436144 h 1583140"/>
              <a:gd name="connsiteX31" fmla="*/ 6486557 w 9662615"/>
              <a:gd name="connsiteY31" fmla="*/ 1449861 h 1583140"/>
              <a:gd name="connsiteX32" fmla="*/ 6370419 w 9662615"/>
              <a:gd name="connsiteY32" fmla="*/ 1461649 h 1583140"/>
              <a:gd name="connsiteX33" fmla="*/ 6278839 w 9662615"/>
              <a:gd name="connsiteY33" fmla="*/ 1449160 h 1583140"/>
              <a:gd name="connsiteX34" fmla="*/ 6272455 w 9662615"/>
              <a:gd name="connsiteY34" fmla="*/ 1453191 h 1583140"/>
              <a:gd name="connsiteX35" fmla="*/ 6212659 w 9662615"/>
              <a:gd name="connsiteY35" fmla="*/ 1454850 h 1583140"/>
              <a:gd name="connsiteX36" fmla="*/ 6069317 w 9662615"/>
              <a:gd name="connsiteY36" fmla="*/ 1445838 h 1583140"/>
              <a:gd name="connsiteX37" fmla="*/ 5878477 w 9662615"/>
              <a:gd name="connsiteY37" fmla="*/ 1439180 h 1583140"/>
              <a:gd name="connsiteX38" fmla="*/ 5838387 w 9662615"/>
              <a:gd name="connsiteY38" fmla="*/ 1444679 h 1583140"/>
              <a:gd name="connsiteX39" fmla="*/ 5771136 w 9662615"/>
              <a:gd name="connsiteY39" fmla="*/ 1453639 h 1583140"/>
              <a:gd name="connsiteX40" fmla="*/ 5724081 w 9662615"/>
              <a:gd name="connsiteY40" fmla="*/ 1470431 h 1583140"/>
              <a:gd name="connsiteX41" fmla="*/ 5666577 w 9662615"/>
              <a:gd name="connsiteY41" fmla="*/ 1473921 h 1583140"/>
              <a:gd name="connsiteX42" fmla="*/ 5649068 w 9662615"/>
              <a:gd name="connsiteY42" fmla="*/ 1461676 h 1583140"/>
              <a:gd name="connsiteX43" fmla="*/ 5588902 w 9662615"/>
              <a:gd name="connsiteY43" fmla="*/ 1469647 h 1583140"/>
              <a:gd name="connsiteX44" fmla="*/ 5498090 w 9662615"/>
              <a:gd name="connsiteY44" fmla="*/ 1483173 h 1583140"/>
              <a:gd name="connsiteX45" fmla="*/ 5444641 w 9662615"/>
              <a:gd name="connsiteY45" fmla="*/ 1487602 h 1583140"/>
              <a:gd name="connsiteX46" fmla="*/ 5299812 w 9662615"/>
              <a:gd name="connsiteY46" fmla="*/ 1503362 h 1583140"/>
              <a:gd name="connsiteX47" fmla="*/ 5245752 w 9662615"/>
              <a:gd name="connsiteY47" fmla="*/ 1520612 h 1583140"/>
              <a:gd name="connsiteX48" fmla="*/ 5177807 w 9662615"/>
              <a:gd name="connsiteY48" fmla="*/ 1526802 h 1583140"/>
              <a:gd name="connsiteX49" fmla="*/ 5113910 w 9662615"/>
              <a:gd name="connsiteY49" fmla="*/ 1533205 h 1583140"/>
              <a:gd name="connsiteX50" fmla="*/ 5059484 w 9662615"/>
              <a:gd name="connsiteY50" fmla="*/ 1546802 h 1583140"/>
              <a:gd name="connsiteX51" fmla="*/ 5038524 w 9662615"/>
              <a:gd name="connsiteY51" fmla="*/ 1545675 h 1583140"/>
              <a:gd name="connsiteX52" fmla="*/ 5026564 w 9662615"/>
              <a:gd name="connsiteY52" fmla="*/ 1545376 h 1583140"/>
              <a:gd name="connsiteX53" fmla="*/ 4969433 w 9662615"/>
              <a:gd name="connsiteY53" fmla="*/ 1550865 h 1583140"/>
              <a:gd name="connsiteX54" fmla="*/ 4871726 w 9662615"/>
              <a:gd name="connsiteY54" fmla="*/ 1570584 h 1583140"/>
              <a:gd name="connsiteX55" fmla="*/ 4843267 w 9662615"/>
              <a:gd name="connsiteY55" fmla="*/ 1561459 h 1583140"/>
              <a:gd name="connsiteX56" fmla="*/ 4821058 w 9662615"/>
              <a:gd name="connsiteY56" fmla="*/ 1553078 h 1583140"/>
              <a:gd name="connsiteX57" fmla="*/ 4791466 w 9662615"/>
              <a:gd name="connsiteY57" fmla="*/ 1561324 h 1583140"/>
              <a:gd name="connsiteX58" fmla="*/ 4784247 w 9662615"/>
              <a:gd name="connsiteY58" fmla="*/ 1562342 h 1583140"/>
              <a:gd name="connsiteX59" fmla="*/ 4739309 w 9662615"/>
              <a:gd name="connsiteY59" fmla="*/ 1553948 h 1583140"/>
              <a:gd name="connsiteX60" fmla="*/ 4697562 w 9662615"/>
              <a:gd name="connsiteY60" fmla="*/ 1551206 h 1583140"/>
              <a:gd name="connsiteX61" fmla="*/ 4650737 w 9662615"/>
              <a:gd name="connsiteY61" fmla="*/ 1537381 h 1583140"/>
              <a:gd name="connsiteX62" fmla="*/ 4583150 w 9662615"/>
              <a:gd name="connsiteY62" fmla="*/ 1529064 h 1583140"/>
              <a:gd name="connsiteX63" fmla="*/ 4521734 w 9662615"/>
              <a:gd name="connsiteY63" fmla="*/ 1529359 h 1583140"/>
              <a:gd name="connsiteX64" fmla="*/ 4382398 w 9662615"/>
              <a:gd name="connsiteY64" fmla="*/ 1534108 h 1583140"/>
              <a:gd name="connsiteX65" fmla="*/ 4221826 w 9662615"/>
              <a:gd name="connsiteY65" fmla="*/ 1500972 h 1583140"/>
              <a:gd name="connsiteX66" fmla="*/ 4096601 w 9662615"/>
              <a:gd name="connsiteY66" fmla="*/ 1521563 h 1583140"/>
              <a:gd name="connsiteX67" fmla="*/ 4002441 w 9662615"/>
              <a:gd name="connsiteY67" fmla="*/ 1528912 h 1583140"/>
              <a:gd name="connsiteX68" fmla="*/ 3833906 w 9662615"/>
              <a:gd name="connsiteY68" fmla="*/ 1516637 h 1583140"/>
              <a:gd name="connsiteX69" fmla="*/ 3763845 w 9662615"/>
              <a:gd name="connsiteY69" fmla="*/ 1501782 h 1583140"/>
              <a:gd name="connsiteX70" fmla="*/ 3641778 w 9662615"/>
              <a:gd name="connsiteY70" fmla="*/ 1505446 h 1583140"/>
              <a:gd name="connsiteX71" fmla="*/ 3565233 w 9662615"/>
              <a:gd name="connsiteY71" fmla="*/ 1515122 h 1583140"/>
              <a:gd name="connsiteX72" fmla="*/ 3560267 w 9662615"/>
              <a:gd name="connsiteY72" fmla="*/ 1516288 h 1583140"/>
              <a:gd name="connsiteX73" fmla="*/ 3540258 w 9662615"/>
              <a:gd name="connsiteY73" fmla="*/ 1516976 h 1583140"/>
              <a:gd name="connsiteX74" fmla="*/ 3534780 w 9662615"/>
              <a:gd name="connsiteY74" fmla="*/ 1522141 h 1583140"/>
              <a:gd name="connsiteX75" fmla="*/ 3504783 w 9662615"/>
              <a:gd name="connsiteY75" fmla="*/ 1526739 h 1583140"/>
              <a:gd name="connsiteX76" fmla="*/ 3430805 w 9662615"/>
              <a:gd name="connsiteY76" fmla="*/ 1542521 h 1583140"/>
              <a:gd name="connsiteX77" fmla="*/ 3292707 w 9662615"/>
              <a:gd name="connsiteY77" fmla="*/ 1520490 h 1583140"/>
              <a:gd name="connsiteX78" fmla="*/ 3187872 w 9662615"/>
              <a:gd name="connsiteY78" fmla="*/ 1519991 h 1583140"/>
              <a:gd name="connsiteX79" fmla="*/ 3148026 w 9662615"/>
              <a:gd name="connsiteY79" fmla="*/ 1524777 h 1583140"/>
              <a:gd name="connsiteX80" fmla="*/ 3092394 w 9662615"/>
              <a:gd name="connsiteY80" fmla="*/ 1528115 h 1583140"/>
              <a:gd name="connsiteX81" fmla="*/ 2994200 w 9662615"/>
              <a:gd name="connsiteY81" fmla="*/ 1537857 h 1583140"/>
              <a:gd name="connsiteX82" fmla="*/ 2862301 w 9662615"/>
              <a:gd name="connsiteY82" fmla="*/ 1544250 h 1583140"/>
              <a:gd name="connsiteX83" fmla="*/ 2766335 w 9662615"/>
              <a:gd name="connsiteY83" fmla="*/ 1527662 h 1583140"/>
              <a:gd name="connsiteX84" fmla="*/ 2757836 w 9662615"/>
              <a:gd name="connsiteY84" fmla="*/ 1531371 h 1583140"/>
              <a:gd name="connsiteX85" fmla="*/ 2691555 w 9662615"/>
              <a:gd name="connsiteY85" fmla="*/ 1530283 h 1583140"/>
              <a:gd name="connsiteX86" fmla="*/ 2491676 w 9662615"/>
              <a:gd name="connsiteY86" fmla="*/ 1500859 h 1583140"/>
              <a:gd name="connsiteX87" fmla="*/ 2378036 w 9662615"/>
              <a:gd name="connsiteY87" fmla="*/ 1520645 h 1583140"/>
              <a:gd name="connsiteX88" fmla="*/ 2284269 w 9662615"/>
              <a:gd name="connsiteY88" fmla="*/ 1503068 h 1583140"/>
              <a:gd name="connsiteX89" fmla="*/ 2207104 w 9662615"/>
              <a:gd name="connsiteY89" fmla="*/ 1508888 h 1583140"/>
              <a:gd name="connsiteX90" fmla="*/ 2149226 w 9662615"/>
              <a:gd name="connsiteY90" fmla="*/ 1523409 h 1583140"/>
              <a:gd name="connsiteX91" fmla="*/ 2084783 w 9662615"/>
              <a:gd name="connsiteY91" fmla="*/ 1524245 h 1583140"/>
              <a:gd name="connsiteX92" fmla="*/ 2070075 w 9662615"/>
              <a:gd name="connsiteY92" fmla="*/ 1511285 h 1583140"/>
              <a:gd name="connsiteX93" fmla="*/ 2001057 w 9662615"/>
              <a:gd name="connsiteY93" fmla="*/ 1516449 h 1583140"/>
              <a:gd name="connsiteX94" fmla="*/ 1896330 w 9662615"/>
              <a:gd name="connsiteY94" fmla="*/ 1525725 h 1583140"/>
              <a:gd name="connsiteX95" fmla="*/ 1835994 w 9662615"/>
              <a:gd name="connsiteY95" fmla="*/ 1527678 h 1583140"/>
              <a:gd name="connsiteX96" fmla="*/ 1671119 w 9662615"/>
              <a:gd name="connsiteY96" fmla="*/ 1536701 h 1583140"/>
              <a:gd name="connsiteX97" fmla="*/ 1601337 w 9662615"/>
              <a:gd name="connsiteY97" fmla="*/ 1548552 h 1583140"/>
              <a:gd name="connsiteX98" fmla="*/ 1407755 w 9662615"/>
              <a:gd name="connsiteY98" fmla="*/ 1571444 h 1583140"/>
              <a:gd name="connsiteX99" fmla="*/ 1271994 w 9662615"/>
              <a:gd name="connsiteY99" fmla="*/ 1579471 h 1583140"/>
              <a:gd name="connsiteX100" fmla="*/ 1249226 w 9662615"/>
              <a:gd name="connsiteY100" fmla="*/ 1583140 h 1583140"/>
              <a:gd name="connsiteX101" fmla="*/ 1217719 w 9662615"/>
              <a:gd name="connsiteY101" fmla="*/ 1580863 h 1583140"/>
              <a:gd name="connsiteX102" fmla="*/ 1091432 w 9662615"/>
              <a:gd name="connsiteY102" fmla="*/ 1571003 h 1583140"/>
              <a:gd name="connsiteX103" fmla="*/ 992039 w 9662615"/>
              <a:gd name="connsiteY103" fmla="*/ 1556662 h 1583140"/>
              <a:gd name="connsiteX104" fmla="*/ 868264 w 9662615"/>
              <a:gd name="connsiteY104" fmla="*/ 1566392 h 1583140"/>
              <a:gd name="connsiteX105" fmla="*/ 792765 w 9662615"/>
              <a:gd name="connsiteY105" fmla="*/ 1563102 h 1583140"/>
              <a:gd name="connsiteX106" fmla="*/ 653153 w 9662615"/>
              <a:gd name="connsiteY106" fmla="*/ 1563516 h 1583140"/>
              <a:gd name="connsiteX107" fmla="*/ 541933 w 9662615"/>
              <a:gd name="connsiteY107" fmla="*/ 1561051 h 1583140"/>
              <a:gd name="connsiteX108" fmla="*/ 472797 w 9662615"/>
              <a:gd name="connsiteY108" fmla="*/ 1568904 h 1583140"/>
              <a:gd name="connsiteX109" fmla="*/ 396059 w 9662615"/>
              <a:gd name="connsiteY109" fmla="*/ 1560970 h 1583140"/>
              <a:gd name="connsiteX110" fmla="*/ 336819 w 9662615"/>
              <a:gd name="connsiteY110" fmla="*/ 1560892 h 1583140"/>
              <a:gd name="connsiteX111" fmla="*/ 267163 w 9662615"/>
              <a:gd name="connsiteY111" fmla="*/ 1531913 h 1583140"/>
              <a:gd name="connsiteX112" fmla="*/ 196644 w 9662615"/>
              <a:gd name="connsiteY112" fmla="*/ 1524565 h 1583140"/>
              <a:gd name="connsiteX113" fmla="*/ 86819 w 9662615"/>
              <a:gd name="connsiteY113" fmla="*/ 1519517 h 1583140"/>
              <a:gd name="connsiteX114" fmla="*/ 53369 w 9662615"/>
              <a:gd name="connsiteY114" fmla="*/ 1516853 h 1583140"/>
              <a:gd name="connsiteX115" fmla="*/ 2359 w 9662615"/>
              <a:gd name="connsiteY115" fmla="*/ 1515247 h 1583140"/>
              <a:gd name="connsiteX116" fmla="*/ 0 w 9662615"/>
              <a:gd name="connsiteY116" fmla="*/ 1514932 h 1583140"/>
              <a:gd name="connsiteX117" fmla="*/ 0 w 9662615"/>
              <a:gd name="connsiteY117" fmla="*/ 0 h 1583140"/>
              <a:gd name="connsiteX0" fmla="*/ 0 w 9662615"/>
              <a:gd name="connsiteY0" fmla="*/ 0 h 1583140"/>
              <a:gd name="connsiteX1" fmla="*/ 9662615 w 9662615"/>
              <a:gd name="connsiteY1" fmla="*/ 0 h 1583140"/>
              <a:gd name="connsiteX2" fmla="*/ 9662615 w 9662615"/>
              <a:gd name="connsiteY2" fmla="*/ 1280346 h 1583140"/>
              <a:gd name="connsiteX3" fmla="*/ 9551077 w 9662615"/>
              <a:gd name="connsiteY3" fmla="*/ 1292033 h 1583140"/>
              <a:gd name="connsiteX4" fmla="*/ 9469546 w 9662615"/>
              <a:gd name="connsiteY4" fmla="*/ 1289837 h 1583140"/>
              <a:gd name="connsiteX5" fmla="*/ 9326260 w 9662615"/>
              <a:gd name="connsiteY5" fmla="*/ 1277155 h 1583140"/>
              <a:gd name="connsiteX6" fmla="*/ 9144767 w 9662615"/>
              <a:gd name="connsiteY6" fmla="*/ 1264120 h 1583140"/>
              <a:gd name="connsiteX7" fmla="*/ 8976400 w 9662615"/>
              <a:gd name="connsiteY7" fmla="*/ 1326661 h 1583140"/>
              <a:gd name="connsiteX8" fmla="*/ 8828711 w 9662615"/>
              <a:gd name="connsiteY8" fmla="*/ 1346394 h 1583140"/>
              <a:gd name="connsiteX9" fmla="*/ 8695953 w 9662615"/>
              <a:gd name="connsiteY9" fmla="*/ 1346784 h 1583140"/>
              <a:gd name="connsiteX10" fmla="*/ 8652191 w 9662615"/>
              <a:gd name="connsiteY10" fmla="*/ 1345903 h 1583140"/>
              <a:gd name="connsiteX11" fmla="*/ 8591582 w 9662615"/>
              <a:gd name="connsiteY11" fmla="*/ 1341666 h 1583140"/>
              <a:gd name="connsiteX12" fmla="*/ 8537336 w 9662615"/>
              <a:gd name="connsiteY12" fmla="*/ 1341684 h 1583140"/>
              <a:gd name="connsiteX13" fmla="*/ 8416849 w 9662615"/>
              <a:gd name="connsiteY13" fmla="*/ 1367085 h 1583140"/>
              <a:gd name="connsiteX14" fmla="*/ 8278355 w 9662615"/>
              <a:gd name="connsiteY14" fmla="*/ 1386569 h 1583140"/>
              <a:gd name="connsiteX15" fmla="*/ 8197961 w 9662615"/>
              <a:gd name="connsiteY15" fmla="*/ 1392804 h 1583140"/>
              <a:gd name="connsiteX16" fmla="*/ 8171196 w 9662615"/>
              <a:gd name="connsiteY16" fmla="*/ 1397216 h 1583140"/>
              <a:gd name="connsiteX17" fmla="*/ 8087910 w 9662615"/>
              <a:gd name="connsiteY17" fmla="*/ 1386449 h 1583140"/>
              <a:gd name="connsiteX18" fmla="*/ 7974579 w 9662615"/>
              <a:gd name="connsiteY18" fmla="*/ 1383439 h 1583140"/>
              <a:gd name="connsiteX19" fmla="*/ 7768351 w 9662615"/>
              <a:gd name="connsiteY19" fmla="*/ 1395051 h 1583140"/>
              <a:gd name="connsiteX20" fmla="*/ 7635985 w 9662615"/>
              <a:gd name="connsiteY20" fmla="*/ 1386363 h 1583140"/>
              <a:gd name="connsiteX21" fmla="*/ 7466069 w 9662615"/>
              <a:gd name="connsiteY21" fmla="*/ 1377654 h 1583140"/>
              <a:gd name="connsiteX22" fmla="*/ 7355642 w 9662615"/>
              <a:gd name="connsiteY22" fmla="*/ 1407761 h 1583140"/>
              <a:gd name="connsiteX23" fmla="*/ 7215220 w 9662615"/>
              <a:gd name="connsiteY23" fmla="*/ 1397856 h 1583140"/>
              <a:gd name="connsiteX24" fmla="*/ 7082147 w 9662615"/>
              <a:gd name="connsiteY24" fmla="*/ 1406113 h 1583140"/>
              <a:gd name="connsiteX25" fmla="*/ 6987129 w 9662615"/>
              <a:gd name="connsiteY25" fmla="*/ 1404834 h 1583140"/>
              <a:gd name="connsiteX26" fmla="*/ 6907567 w 9662615"/>
              <a:gd name="connsiteY26" fmla="*/ 1419149 h 1583140"/>
              <a:gd name="connsiteX27" fmla="*/ 6748428 w 9662615"/>
              <a:gd name="connsiteY27" fmla="*/ 1420308 h 1583140"/>
              <a:gd name="connsiteX28" fmla="*/ 6654257 w 9662615"/>
              <a:gd name="connsiteY28" fmla="*/ 1424143 h 1583140"/>
              <a:gd name="connsiteX29" fmla="*/ 6620123 w 9662615"/>
              <a:gd name="connsiteY29" fmla="*/ 1430535 h 1583140"/>
              <a:gd name="connsiteX30" fmla="*/ 6571355 w 9662615"/>
              <a:gd name="connsiteY30" fmla="*/ 1436144 h 1583140"/>
              <a:gd name="connsiteX31" fmla="*/ 6486557 w 9662615"/>
              <a:gd name="connsiteY31" fmla="*/ 1449861 h 1583140"/>
              <a:gd name="connsiteX32" fmla="*/ 6370419 w 9662615"/>
              <a:gd name="connsiteY32" fmla="*/ 1461649 h 1583140"/>
              <a:gd name="connsiteX33" fmla="*/ 6278839 w 9662615"/>
              <a:gd name="connsiteY33" fmla="*/ 1449160 h 1583140"/>
              <a:gd name="connsiteX34" fmla="*/ 6272455 w 9662615"/>
              <a:gd name="connsiteY34" fmla="*/ 1453191 h 1583140"/>
              <a:gd name="connsiteX35" fmla="*/ 6212659 w 9662615"/>
              <a:gd name="connsiteY35" fmla="*/ 1454850 h 1583140"/>
              <a:gd name="connsiteX36" fmla="*/ 6069317 w 9662615"/>
              <a:gd name="connsiteY36" fmla="*/ 1445838 h 1583140"/>
              <a:gd name="connsiteX37" fmla="*/ 5878477 w 9662615"/>
              <a:gd name="connsiteY37" fmla="*/ 1439180 h 1583140"/>
              <a:gd name="connsiteX38" fmla="*/ 5838387 w 9662615"/>
              <a:gd name="connsiteY38" fmla="*/ 1444679 h 1583140"/>
              <a:gd name="connsiteX39" fmla="*/ 5771136 w 9662615"/>
              <a:gd name="connsiteY39" fmla="*/ 1453639 h 1583140"/>
              <a:gd name="connsiteX40" fmla="*/ 5724081 w 9662615"/>
              <a:gd name="connsiteY40" fmla="*/ 1470431 h 1583140"/>
              <a:gd name="connsiteX41" fmla="*/ 5666577 w 9662615"/>
              <a:gd name="connsiteY41" fmla="*/ 1473921 h 1583140"/>
              <a:gd name="connsiteX42" fmla="*/ 5649068 w 9662615"/>
              <a:gd name="connsiteY42" fmla="*/ 1461676 h 1583140"/>
              <a:gd name="connsiteX43" fmla="*/ 5588902 w 9662615"/>
              <a:gd name="connsiteY43" fmla="*/ 1469647 h 1583140"/>
              <a:gd name="connsiteX44" fmla="*/ 5498090 w 9662615"/>
              <a:gd name="connsiteY44" fmla="*/ 1483173 h 1583140"/>
              <a:gd name="connsiteX45" fmla="*/ 5444641 w 9662615"/>
              <a:gd name="connsiteY45" fmla="*/ 1487602 h 1583140"/>
              <a:gd name="connsiteX46" fmla="*/ 5299812 w 9662615"/>
              <a:gd name="connsiteY46" fmla="*/ 1503362 h 1583140"/>
              <a:gd name="connsiteX47" fmla="*/ 5245752 w 9662615"/>
              <a:gd name="connsiteY47" fmla="*/ 1520612 h 1583140"/>
              <a:gd name="connsiteX48" fmla="*/ 5177807 w 9662615"/>
              <a:gd name="connsiteY48" fmla="*/ 1526802 h 1583140"/>
              <a:gd name="connsiteX49" fmla="*/ 5113910 w 9662615"/>
              <a:gd name="connsiteY49" fmla="*/ 1533205 h 1583140"/>
              <a:gd name="connsiteX50" fmla="*/ 5059484 w 9662615"/>
              <a:gd name="connsiteY50" fmla="*/ 1546802 h 1583140"/>
              <a:gd name="connsiteX51" fmla="*/ 5038524 w 9662615"/>
              <a:gd name="connsiteY51" fmla="*/ 1545675 h 1583140"/>
              <a:gd name="connsiteX52" fmla="*/ 5026564 w 9662615"/>
              <a:gd name="connsiteY52" fmla="*/ 1545376 h 1583140"/>
              <a:gd name="connsiteX53" fmla="*/ 4969433 w 9662615"/>
              <a:gd name="connsiteY53" fmla="*/ 1550865 h 1583140"/>
              <a:gd name="connsiteX54" fmla="*/ 4871726 w 9662615"/>
              <a:gd name="connsiteY54" fmla="*/ 1570584 h 1583140"/>
              <a:gd name="connsiteX55" fmla="*/ 4843267 w 9662615"/>
              <a:gd name="connsiteY55" fmla="*/ 1561459 h 1583140"/>
              <a:gd name="connsiteX56" fmla="*/ 4821058 w 9662615"/>
              <a:gd name="connsiteY56" fmla="*/ 1553078 h 1583140"/>
              <a:gd name="connsiteX57" fmla="*/ 4791466 w 9662615"/>
              <a:gd name="connsiteY57" fmla="*/ 1561324 h 1583140"/>
              <a:gd name="connsiteX58" fmla="*/ 4784247 w 9662615"/>
              <a:gd name="connsiteY58" fmla="*/ 1562342 h 1583140"/>
              <a:gd name="connsiteX59" fmla="*/ 4739309 w 9662615"/>
              <a:gd name="connsiteY59" fmla="*/ 1553948 h 1583140"/>
              <a:gd name="connsiteX60" fmla="*/ 4697562 w 9662615"/>
              <a:gd name="connsiteY60" fmla="*/ 1551206 h 1583140"/>
              <a:gd name="connsiteX61" fmla="*/ 4650737 w 9662615"/>
              <a:gd name="connsiteY61" fmla="*/ 1537381 h 1583140"/>
              <a:gd name="connsiteX62" fmla="*/ 4583150 w 9662615"/>
              <a:gd name="connsiteY62" fmla="*/ 1529064 h 1583140"/>
              <a:gd name="connsiteX63" fmla="*/ 4521734 w 9662615"/>
              <a:gd name="connsiteY63" fmla="*/ 1529359 h 1583140"/>
              <a:gd name="connsiteX64" fmla="*/ 4382398 w 9662615"/>
              <a:gd name="connsiteY64" fmla="*/ 1534108 h 1583140"/>
              <a:gd name="connsiteX65" fmla="*/ 4221826 w 9662615"/>
              <a:gd name="connsiteY65" fmla="*/ 1500972 h 1583140"/>
              <a:gd name="connsiteX66" fmla="*/ 4096601 w 9662615"/>
              <a:gd name="connsiteY66" fmla="*/ 1521563 h 1583140"/>
              <a:gd name="connsiteX67" fmla="*/ 4002441 w 9662615"/>
              <a:gd name="connsiteY67" fmla="*/ 1528912 h 1583140"/>
              <a:gd name="connsiteX68" fmla="*/ 3833906 w 9662615"/>
              <a:gd name="connsiteY68" fmla="*/ 1516637 h 1583140"/>
              <a:gd name="connsiteX69" fmla="*/ 3763845 w 9662615"/>
              <a:gd name="connsiteY69" fmla="*/ 1501782 h 1583140"/>
              <a:gd name="connsiteX70" fmla="*/ 3641778 w 9662615"/>
              <a:gd name="connsiteY70" fmla="*/ 1505446 h 1583140"/>
              <a:gd name="connsiteX71" fmla="*/ 3565233 w 9662615"/>
              <a:gd name="connsiteY71" fmla="*/ 1515122 h 1583140"/>
              <a:gd name="connsiteX72" fmla="*/ 3560267 w 9662615"/>
              <a:gd name="connsiteY72" fmla="*/ 1516288 h 1583140"/>
              <a:gd name="connsiteX73" fmla="*/ 3540258 w 9662615"/>
              <a:gd name="connsiteY73" fmla="*/ 1516976 h 1583140"/>
              <a:gd name="connsiteX74" fmla="*/ 3534780 w 9662615"/>
              <a:gd name="connsiteY74" fmla="*/ 1522141 h 1583140"/>
              <a:gd name="connsiteX75" fmla="*/ 3504783 w 9662615"/>
              <a:gd name="connsiteY75" fmla="*/ 1526739 h 1583140"/>
              <a:gd name="connsiteX76" fmla="*/ 3430805 w 9662615"/>
              <a:gd name="connsiteY76" fmla="*/ 1542521 h 1583140"/>
              <a:gd name="connsiteX77" fmla="*/ 3292707 w 9662615"/>
              <a:gd name="connsiteY77" fmla="*/ 1520490 h 1583140"/>
              <a:gd name="connsiteX78" fmla="*/ 3187872 w 9662615"/>
              <a:gd name="connsiteY78" fmla="*/ 1519991 h 1583140"/>
              <a:gd name="connsiteX79" fmla="*/ 3148026 w 9662615"/>
              <a:gd name="connsiteY79" fmla="*/ 1524777 h 1583140"/>
              <a:gd name="connsiteX80" fmla="*/ 3092394 w 9662615"/>
              <a:gd name="connsiteY80" fmla="*/ 1528115 h 1583140"/>
              <a:gd name="connsiteX81" fmla="*/ 2994200 w 9662615"/>
              <a:gd name="connsiteY81" fmla="*/ 1537857 h 1583140"/>
              <a:gd name="connsiteX82" fmla="*/ 2862301 w 9662615"/>
              <a:gd name="connsiteY82" fmla="*/ 1544250 h 1583140"/>
              <a:gd name="connsiteX83" fmla="*/ 2766335 w 9662615"/>
              <a:gd name="connsiteY83" fmla="*/ 1527662 h 1583140"/>
              <a:gd name="connsiteX84" fmla="*/ 2757836 w 9662615"/>
              <a:gd name="connsiteY84" fmla="*/ 1531371 h 1583140"/>
              <a:gd name="connsiteX85" fmla="*/ 2691555 w 9662615"/>
              <a:gd name="connsiteY85" fmla="*/ 1530283 h 1583140"/>
              <a:gd name="connsiteX86" fmla="*/ 2491676 w 9662615"/>
              <a:gd name="connsiteY86" fmla="*/ 1500859 h 1583140"/>
              <a:gd name="connsiteX87" fmla="*/ 2378036 w 9662615"/>
              <a:gd name="connsiteY87" fmla="*/ 1520645 h 1583140"/>
              <a:gd name="connsiteX88" fmla="*/ 2284269 w 9662615"/>
              <a:gd name="connsiteY88" fmla="*/ 1503068 h 1583140"/>
              <a:gd name="connsiteX89" fmla="*/ 2207104 w 9662615"/>
              <a:gd name="connsiteY89" fmla="*/ 1508888 h 1583140"/>
              <a:gd name="connsiteX90" fmla="*/ 2149226 w 9662615"/>
              <a:gd name="connsiteY90" fmla="*/ 1523409 h 1583140"/>
              <a:gd name="connsiteX91" fmla="*/ 2084783 w 9662615"/>
              <a:gd name="connsiteY91" fmla="*/ 1524245 h 1583140"/>
              <a:gd name="connsiteX92" fmla="*/ 2070075 w 9662615"/>
              <a:gd name="connsiteY92" fmla="*/ 1511285 h 1583140"/>
              <a:gd name="connsiteX93" fmla="*/ 2001057 w 9662615"/>
              <a:gd name="connsiteY93" fmla="*/ 1516449 h 1583140"/>
              <a:gd name="connsiteX94" fmla="*/ 1896330 w 9662615"/>
              <a:gd name="connsiteY94" fmla="*/ 1525725 h 1583140"/>
              <a:gd name="connsiteX95" fmla="*/ 1835994 w 9662615"/>
              <a:gd name="connsiteY95" fmla="*/ 1527678 h 1583140"/>
              <a:gd name="connsiteX96" fmla="*/ 1671119 w 9662615"/>
              <a:gd name="connsiteY96" fmla="*/ 1536701 h 1583140"/>
              <a:gd name="connsiteX97" fmla="*/ 1601337 w 9662615"/>
              <a:gd name="connsiteY97" fmla="*/ 1548552 h 1583140"/>
              <a:gd name="connsiteX98" fmla="*/ 1407755 w 9662615"/>
              <a:gd name="connsiteY98" fmla="*/ 1571444 h 1583140"/>
              <a:gd name="connsiteX99" fmla="*/ 1271994 w 9662615"/>
              <a:gd name="connsiteY99" fmla="*/ 1579471 h 1583140"/>
              <a:gd name="connsiteX100" fmla="*/ 1249226 w 9662615"/>
              <a:gd name="connsiteY100" fmla="*/ 1583140 h 1583140"/>
              <a:gd name="connsiteX101" fmla="*/ 1217719 w 9662615"/>
              <a:gd name="connsiteY101" fmla="*/ 1580863 h 1583140"/>
              <a:gd name="connsiteX102" fmla="*/ 1091432 w 9662615"/>
              <a:gd name="connsiteY102" fmla="*/ 1571003 h 1583140"/>
              <a:gd name="connsiteX103" fmla="*/ 940355 w 9662615"/>
              <a:gd name="connsiteY103" fmla="*/ 1560638 h 1583140"/>
              <a:gd name="connsiteX104" fmla="*/ 868264 w 9662615"/>
              <a:gd name="connsiteY104" fmla="*/ 1566392 h 1583140"/>
              <a:gd name="connsiteX105" fmla="*/ 792765 w 9662615"/>
              <a:gd name="connsiteY105" fmla="*/ 1563102 h 1583140"/>
              <a:gd name="connsiteX106" fmla="*/ 653153 w 9662615"/>
              <a:gd name="connsiteY106" fmla="*/ 1563516 h 1583140"/>
              <a:gd name="connsiteX107" fmla="*/ 541933 w 9662615"/>
              <a:gd name="connsiteY107" fmla="*/ 1561051 h 1583140"/>
              <a:gd name="connsiteX108" fmla="*/ 472797 w 9662615"/>
              <a:gd name="connsiteY108" fmla="*/ 1568904 h 1583140"/>
              <a:gd name="connsiteX109" fmla="*/ 396059 w 9662615"/>
              <a:gd name="connsiteY109" fmla="*/ 1560970 h 1583140"/>
              <a:gd name="connsiteX110" fmla="*/ 336819 w 9662615"/>
              <a:gd name="connsiteY110" fmla="*/ 1560892 h 1583140"/>
              <a:gd name="connsiteX111" fmla="*/ 267163 w 9662615"/>
              <a:gd name="connsiteY111" fmla="*/ 1531913 h 1583140"/>
              <a:gd name="connsiteX112" fmla="*/ 196644 w 9662615"/>
              <a:gd name="connsiteY112" fmla="*/ 1524565 h 1583140"/>
              <a:gd name="connsiteX113" fmla="*/ 86819 w 9662615"/>
              <a:gd name="connsiteY113" fmla="*/ 1519517 h 1583140"/>
              <a:gd name="connsiteX114" fmla="*/ 53369 w 9662615"/>
              <a:gd name="connsiteY114" fmla="*/ 1516853 h 1583140"/>
              <a:gd name="connsiteX115" fmla="*/ 2359 w 9662615"/>
              <a:gd name="connsiteY115" fmla="*/ 1515247 h 1583140"/>
              <a:gd name="connsiteX116" fmla="*/ 0 w 9662615"/>
              <a:gd name="connsiteY116" fmla="*/ 1514932 h 1583140"/>
              <a:gd name="connsiteX117" fmla="*/ 0 w 9662615"/>
              <a:gd name="connsiteY117" fmla="*/ 0 h 1583140"/>
              <a:gd name="connsiteX0" fmla="*/ 0 w 9662615"/>
              <a:gd name="connsiteY0" fmla="*/ 0 h 1592811"/>
              <a:gd name="connsiteX1" fmla="*/ 9662615 w 9662615"/>
              <a:gd name="connsiteY1" fmla="*/ 0 h 1592811"/>
              <a:gd name="connsiteX2" fmla="*/ 9662615 w 9662615"/>
              <a:gd name="connsiteY2" fmla="*/ 1280346 h 1592811"/>
              <a:gd name="connsiteX3" fmla="*/ 9551077 w 9662615"/>
              <a:gd name="connsiteY3" fmla="*/ 1292033 h 1592811"/>
              <a:gd name="connsiteX4" fmla="*/ 9469546 w 9662615"/>
              <a:gd name="connsiteY4" fmla="*/ 1289837 h 1592811"/>
              <a:gd name="connsiteX5" fmla="*/ 9326260 w 9662615"/>
              <a:gd name="connsiteY5" fmla="*/ 1277155 h 1592811"/>
              <a:gd name="connsiteX6" fmla="*/ 9144767 w 9662615"/>
              <a:gd name="connsiteY6" fmla="*/ 1264120 h 1592811"/>
              <a:gd name="connsiteX7" fmla="*/ 8976400 w 9662615"/>
              <a:gd name="connsiteY7" fmla="*/ 1326661 h 1592811"/>
              <a:gd name="connsiteX8" fmla="*/ 8828711 w 9662615"/>
              <a:gd name="connsiteY8" fmla="*/ 1346394 h 1592811"/>
              <a:gd name="connsiteX9" fmla="*/ 8695953 w 9662615"/>
              <a:gd name="connsiteY9" fmla="*/ 1346784 h 1592811"/>
              <a:gd name="connsiteX10" fmla="*/ 8652191 w 9662615"/>
              <a:gd name="connsiteY10" fmla="*/ 1345903 h 1592811"/>
              <a:gd name="connsiteX11" fmla="*/ 8591582 w 9662615"/>
              <a:gd name="connsiteY11" fmla="*/ 1341666 h 1592811"/>
              <a:gd name="connsiteX12" fmla="*/ 8537336 w 9662615"/>
              <a:gd name="connsiteY12" fmla="*/ 1341684 h 1592811"/>
              <a:gd name="connsiteX13" fmla="*/ 8416849 w 9662615"/>
              <a:gd name="connsiteY13" fmla="*/ 1367085 h 1592811"/>
              <a:gd name="connsiteX14" fmla="*/ 8278355 w 9662615"/>
              <a:gd name="connsiteY14" fmla="*/ 1386569 h 1592811"/>
              <a:gd name="connsiteX15" fmla="*/ 8197961 w 9662615"/>
              <a:gd name="connsiteY15" fmla="*/ 1392804 h 1592811"/>
              <a:gd name="connsiteX16" fmla="*/ 8171196 w 9662615"/>
              <a:gd name="connsiteY16" fmla="*/ 1397216 h 1592811"/>
              <a:gd name="connsiteX17" fmla="*/ 8087910 w 9662615"/>
              <a:gd name="connsiteY17" fmla="*/ 1386449 h 1592811"/>
              <a:gd name="connsiteX18" fmla="*/ 7974579 w 9662615"/>
              <a:gd name="connsiteY18" fmla="*/ 1383439 h 1592811"/>
              <a:gd name="connsiteX19" fmla="*/ 7768351 w 9662615"/>
              <a:gd name="connsiteY19" fmla="*/ 1395051 h 1592811"/>
              <a:gd name="connsiteX20" fmla="*/ 7635985 w 9662615"/>
              <a:gd name="connsiteY20" fmla="*/ 1386363 h 1592811"/>
              <a:gd name="connsiteX21" fmla="*/ 7466069 w 9662615"/>
              <a:gd name="connsiteY21" fmla="*/ 1377654 h 1592811"/>
              <a:gd name="connsiteX22" fmla="*/ 7355642 w 9662615"/>
              <a:gd name="connsiteY22" fmla="*/ 1407761 h 1592811"/>
              <a:gd name="connsiteX23" fmla="*/ 7215220 w 9662615"/>
              <a:gd name="connsiteY23" fmla="*/ 1397856 h 1592811"/>
              <a:gd name="connsiteX24" fmla="*/ 7082147 w 9662615"/>
              <a:gd name="connsiteY24" fmla="*/ 1406113 h 1592811"/>
              <a:gd name="connsiteX25" fmla="*/ 6987129 w 9662615"/>
              <a:gd name="connsiteY25" fmla="*/ 1404834 h 1592811"/>
              <a:gd name="connsiteX26" fmla="*/ 6907567 w 9662615"/>
              <a:gd name="connsiteY26" fmla="*/ 1419149 h 1592811"/>
              <a:gd name="connsiteX27" fmla="*/ 6748428 w 9662615"/>
              <a:gd name="connsiteY27" fmla="*/ 1420308 h 1592811"/>
              <a:gd name="connsiteX28" fmla="*/ 6654257 w 9662615"/>
              <a:gd name="connsiteY28" fmla="*/ 1424143 h 1592811"/>
              <a:gd name="connsiteX29" fmla="*/ 6620123 w 9662615"/>
              <a:gd name="connsiteY29" fmla="*/ 1430535 h 1592811"/>
              <a:gd name="connsiteX30" fmla="*/ 6571355 w 9662615"/>
              <a:gd name="connsiteY30" fmla="*/ 1436144 h 1592811"/>
              <a:gd name="connsiteX31" fmla="*/ 6486557 w 9662615"/>
              <a:gd name="connsiteY31" fmla="*/ 1449861 h 1592811"/>
              <a:gd name="connsiteX32" fmla="*/ 6370419 w 9662615"/>
              <a:gd name="connsiteY32" fmla="*/ 1461649 h 1592811"/>
              <a:gd name="connsiteX33" fmla="*/ 6278839 w 9662615"/>
              <a:gd name="connsiteY33" fmla="*/ 1449160 h 1592811"/>
              <a:gd name="connsiteX34" fmla="*/ 6272455 w 9662615"/>
              <a:gd name="connsiteY34" fmla="*/ 1453191 h 1592811"/>
              <a:gd name="connsiteX35" fmla="*/ 6212659 w 9662615"/>
              <a:gd name="connsiteY35" fmla="*/ 1454850 h 1592811"/>
              <a:gd name="connsiteX36" fmla="*/ 6069317 w 9662615"/>
              <a:gd name="connsiteY36" fmla="*/ 1445838 h 1592811"/>
              <a:gd name="connsiteX37" fmla="*/ 5878477 w 9662615"/>
              <a:gd name="connsiteY37" fmla="*/ 1439180 h 1592811"/>
              <a:gd name="connsiteX38" fmla="*/ 5838387 w 9662615"/>
              <a:gd name="connsiteY38" fmla="*/ 1444679 h 1592811"/>
              <a:gd name="connsiteX39" fmla="*/ 5771136 w 9662615"/>
              <a:gd name="connsiteY39" fmla="*/ 1453639 h 1592811"/>
              <a:gd name="connsiteX40" fmla="*/ 5724081 w 9662615"/>
              <a:gd name="connsiteY40" fmla="*/ 1470431 h 1592811"/>
              <a:gd name="connsiteX41" fmla="*/ 5666577 w 9662615"/>
              <a:gd name="connsiteY41" fmla="*/ 1473921 h 1592811"/>
              <a:gd name="connsiteX42" fmla="*/ 5649068 w 9662615"/>
              <a:gd name="connsiteY42" fmla="*/ 1461676 h 1592811"/>
              <a:gd name="connsiteX43" fmla="*/ 5588902 w 9662615"/>
              <a:gd name="connsiteY43" fmla="*/ 1469647 h 1592811"/>
              <a:gd name="connsiteX44" fmla="*/ 5498090 w 9662615"/>
              <a:gd name="connsiteY44" fmla="*/ 1483173 h 1592811"/>
              <a:gd name="connsiteX45" fmla="*/ 5444641 w 9662615"/>
              <a:gd name="connsiteY45" fmla="*/ 1487602 h 1592811"/>
              <a:gd name="connsiteX46" fmla="*/ 5299812 w 9662615"/>
              <a:gd name="connsiteY46" fmla="*/ 1503362 h 1592811"/>
              <a:gd name="connsiteX47" fmla="*/ 5245752 w 9662615"/>
              <a:gd name="connsiteY47" fmla="*/ 1520612 h 1592811"/>
              <a:gd name="connsiteX48" fmla="*/ 5177807 w 9662615"/>
              <a:gd name="connsiteY48" fmla="*/ 1526802 h 1592811"/>
              <a:gd name="connsiteX49" fmla="*/ 5113910 w 9662615"/>
              <a:gd name="connsiteY49" fmla="*/ 1533205 h 1592811"/>
              <a:gd name="connsiteX50" fmla="*/ 5059484 w 9662615"/>
              <a:gd name="connsiteY50" fmla="*/ 1546802 h 1592811"/>
              <a:gd name="connsiteX51" fmla="*/ 5038524 w 9662615"/>
              <a:gd name="connsiteY51" fmla="*/ 1545675 h 1592811"/>
              <a:gd name="connsiteX52" fmla="*/ 5026564 w 9662615"/>
              <a:gd name="connsiteY52" fmla="*/ 1545376 h 1592811"/>
              <a:gd name="connsiteX53" fmla="*/ 4969433 w 9662615"/>
              <a:gd name="connsiteY53" fmla="*/ 1550865 h 1592811"/>
              <a:gd name="connsiteX54" fmla="*/ 4871726 w 9662615"/>
              <a:gd name="connsiteY54" fmla="*/ 1570584 h 1592811"/>
              <a:gd name="connsiteX55" fmla="*/ 4843267 w 9662615"/>
              <a:gd name="connsiteY55" fmla="*/ 1561459 h 1592811"/>
              <a:gd name="connsiteX56" fmla="*/ 4821058 w 9662615"/>
              <a:gd name="connsiteY56" fmla="*/ 1553078 h 1592811"/>
              <a:gd name="connsiteX57" fmla="*/ 4791466 w 9662615"/>
              <a:gd name="connsiteY57" fmla="*/ 1561324 h 1592811"/>
              <a:gd name="connsiteX58" fmla="*/ 4784247 w 9662615"/>
              <a:gd name="connsiteY58" fmla="*/ 1562342 h 1592811"/>
              <a:gd name="connsiteX59" fmla="*/ 4739309 w 9662615"/>
              <a:gd name="connsiteY59" fmla="*/ 1553948 h 1592811"/>
              <a:gd name="connsiteX60" fmla="*/ 4697562 w 9662615"/>
              <a:gd name="connsiteY60" fmla="*/ 1551206 h 1592811"/>
              <a:gd name="connsiteX61" fmla="*/ 4650737 w 9662615"/>
              <a:gd name="connsiteY61" fmla="*/ 1537381 h 1592811"/>
              <a:gd name="connsiteX62" fmla="*/ 4583150 w 9662615"/>
              <a:gd name="connsiteY62" fmla="*/ 1529064 h 1592811"/>
              <a:gd name="connsiteX63" fmla="*/ 4521734 w 9662615"/>
              <a:gd name="connsiteY63" fmla="*/ 1529359 h 1592811"/>
              <a:gd name="connsiteX64" fmla="*/ 4382398 w 9662615"/>
              <a:gd name="connsiteY64" fmla="*/ 1534108 h 1592811"/>
              <a:gd name="connsiteX65" fmla="*/ 4221826 w 9662615"/>
              <a:gd name="connsiteY65" fmla="*/ 1500972 h 1592811"/>
              <a:gd name="connsiteX66" fmla="*/ 4096601 w 9662615"/>
              <a:gd name="connsiteY66" fmla="*/ 1521563 h 1592811"/>
              <a:gd name="connsiteX67" fmla="*/ 4002441 w 9662615"/>
              <a:gd name="connsiteY67" fmla="*/ 1528912 h 1592811"/>
              <a:gd name="connsiteX68" fmla="*/ 3833906 w 9662615"/>
              <a:gd name="connsiteY68" fmla="*/ 1516637 h 1592811"/>
              <a:gd name="connsiteX69" fmla="*/ 3763845 w 9662615"/>
              <a:gd name="connsiteY69" fmla="*/ 1501782 h 1592811"/>
              <a:gd name="connsiteX70" fmla="*/ 3641778 w 9662615"/>
              <a:gd name="connsiteY70" fmla="*/ 1505446 h 1592811"/>
              <a:gd name="connsiteX71" fmla="*/ 3565233 w 9662615"/>
              <a:gd name="connsiteY71" fmla="*/ 1515122 h 1592811"/>
              <a:gd name="connsiteX72" fmla="*/ 3560267 w 9662615"/>
              <a:gd name="connsiteY72" fmla="*/ 1516288 h 1592811"/>
              <a:gd name="connsiteX73" fmla="*/ 3540258 w 9662615"/>
              <a:gd name="connsiteY73" fmla="*/ 1516976 h 1592811"/>
              <a:gd name="connsiteX74" fmla="*/ 3534780 w 9662615"/>
              <a:gd name="connsiteY74" fmla="*/ 1522141 h 1592811"/>
              <a:gd name="connsiteX75" fmla="*/ 3504783 w 9662615"/>
              <a:gd name="connsiteY75" fmla="*/ 1526739 h 1592811"/>
              <a:gd name="connsiteX76" fmla="*/ 3430805 w 9662615"/>
              <a:gd name="connsiteY76" fmla="*/ 1542521 h 1592811"/>
              <a:gd name="connsiteX77" fmla="*/ 3292707 w 9662615"/>
              <a:gd name="connsiteY77" fmla="*/ 1520490 h 1592811"/>
              <a:gd name="connsiteX78" fmla="*/ 3187872 w 9662615"/>
              <a:gd name="connsiteY78" fmla="*/ 1519991 h 1592811"/>
              <a:gd name="connsiteX79" fmla="*/ 3148026 w 9662615"/>
              <a:gd name="connsiteY79" fmla="*/ 1524777 h 1592811"/>
              <a:gd name="connsiteX80" fmla="*/ 3092394 w 9662615"/>
              <a:gd name="connsiteY80" fmla="*/ 1528115 h 1592811"/>
              <a:gd name="connsiteX81" fmla="*/ 2994200 w 9662615"/>
              <a:gd name="connsiteY81" fmla="*/ 1537857 h 1592811"/>
              <a:gd name="connsiteX82" fmla="*/ 2862301 w 9662615"/>
              <a:gd name="connsiteY82" fmla="*/ 1544250 h 1592811"/>
              <a:gd name="connsiteX83" fmla="*/ 2766335 w 9662615"/>
              <a:gd name="connsiteY83" fmla="*/ 1527662 h 1592811"/>
              <a:gd name="connsiteX84" fmla="*/ 2757836 w 9662615"/>
              <a:gd name="connsiteY84" fmla="*/ 1531371 h 1592811"/>
              <a:gd name="connsiteX85" fmla="*/ 2691555 w 9662615"/>
              <a:gd name="connsiteY85" fmla="*/ 1530283 h 1592811"/>
              <a:gd name="connsiteX86" fmla="*/ 2491676 w 9662615"/>
              <a:gd name="connsiteY86" fmla="*/ 1500859 h 1592811"/>
              <a:gd name="connsiteX87" fmla="*/ 2378036 w 9662615"/>
              <a:gd name="connsiteY87" fmla="*/ 1520645 h 1592811"/>
              <a:gd name="connsiteX88" fmla="*/ 2284269 w 9662615"/>
              <a:gd name="connsiteY88" fmla="*/ 1503068 h 1592811"/>
              <a:gd name="connsiteX89" fmla="*/ 2207104 w 9662615"/>
              <a:gd name="connsiteY89" fmla="*/ 1508888 h 1592811"/>
              <a:gd name="connsiteX90" fmla="*/ 2149226 w 9662615"/>
              <a:gd name="connsiteY90" fmla="*/ 1523409 h 1592811"/>
              <a:gd name="connsiteX91" fmla="*/ 2084783 w 9662615"/>
              <a:gd name="connsiteY91" fmla="*/ 1524245 h 1592811"/>
              <a:gd name="connsiteX92" fmla="*/ 2070075 w 9662615"/>
              <a:gd name="connsiteY92" fmla="*/ 1511285 h 1592811"/>
              <a:gd name="connsiteX93" fmla="*/ 2001057 w 9662615"/>
              <a:gd name="connsiteY93" fmla="*/ 1516449 h 1592811"/>
              <a:gd name="connsiteX94" fmla="*/ 1896330 w 9662615"/>
              <a:gd name="connsiteY94" fmla="*/ 1525725 h 1592811"/>
              <a:gd name="connsiteX95" fmla="*/ 1835994 w 9662615"/>
              <a:gd name="connsiteY95" fmla="*/ 1527678 h 1592811"/>
              <a:gd name="connsiteX96" fmla="*/ 1671119 w 9662615"/>
              <a:gd name="connsiteY96" fmla="*/ 1536701 h 1592811"/>
              <a:gd name="connsiteX97" fmla="*/ 1601337 w 9662615"/>
              <a:gd name="connsiteY97" fmla="*/ 1548552 h 1592811"/>
              <a:gd name="connsiteX98" fmla="*/ 1407755 w 9662615"/>
              <a:gd name="connsiteY98" fmla="*/ 1571444 h 1592811"/>
              <a:gd name="connsiteX99" fmla="*/ 1271994 w 9662615"/>
              <a:gd name="connsiteY99" fmla="*/ 1579471 h 1592811"/>
              <a:gd name="connsiteX100" fmla="*/ 1249226 w 9662615"/>
              <a:gd name="connsiteY100" fmla="*/ 1583140 h 1592811"/>
              <a:gd name="connsiteX101" fmla="*/ 1181938 w 9662615"/>
              <a:gd name="connsiteY101" fmla="*/ 1592789 h 1592811"/>
              <a:gd name="connsiteX102" fmla="*/ 1091432 w 9662615"/>
              <a:gd name="connsiteY102" fmla="*/ 1571003 h 1592811"/>
              <a:gd name="connsiteX103" fmla="*/ 940355 w 9662615"/>
              <a:gd name="connsiteY103" fmla="*/ 1560638 h 1592811"/>
              <a:gd name="connsiteX104" fmla="*/ 868264 w 9662615"/>
              <a:gd name="connsiteY104" fmla="*/ 1566392 h 1592811"/>
              <a:gd name="connsiteX105" fmla="*/ 792765 w 9662615"/>
              <a:gd name="connsiteY105" fmla="*/ 1563102 h 1592811"/>
              <a:gd name="connsiteX106" fmla="*/ 653153 w 9662615"/>
              <a:gd name="connsiteY106" fmla="*/ 1563516 h 1592811"/>
              <a:gd name="connsiteX107" fmla="*/ 541933 w 9662615"/>
              <a:gd name="connsiteY107" fmla="*/ 1561051 h 1592811"/>
              <a:gd name="connsiteX108" fmla="*/ 472797 w 9662615"/>
              <a:gd name="connsiteY108" fmla="*/ 1568904 h 1592811"/>
              <a:gd name="connsiteX109" fmla="*/ 396059 w 9662615"/>
              <a:gd name="connsiteY109" fmla="*/ 1560970 h 1592811"/>
              <a:gd name="connsiteX110" fmla="*/ 336819 w 9662615"/>
              <a:gd name="connsiteY110" fmla="*/ 1560892 h 1592811"/>
              <a:gd name="connsiteX111" fmla="*/ 267163 w 9662615"/>
              <a:gd name="connsiteY111" fmla="*/ 1531913 h 1592811"/>
              <a:gd name="connsiteX112" fmla="*/ 196644 w 9662615"/>
              <a:gd name="connsiteY112" fmla="*/ 1524565 h 1592811"/>
              <a:gd name="connsiteX113" fmla="*/ 86819 w 9662615"/>
              <a:gd name="connsiteY113" fmla="*/ 1519517 h 1592811"/>
              <a:gd name="connsiteX114" fmla="*/ 53369 w 9662615"/>
              <a:gd name="connsiteY114" fmla="*/ 1516853 h 1592811"/>
              <a:gd name="connsiteX115" fmla="*/ 2359 w 9662615"/>
              <a:gd name="connsiteY115" fmla="*/ 1515247 h 1592811"/>
              <a:gd name="connsiteX116" fmla="*/ 0 w 9662615"/>
              <a:gd name="connsiteY116" fmla="*/ 1514932 h 1592811"/>
              <a:gd name="connsiteX117" fmla="*/ 0 w 9662615"/>
              <a:gd name="connsiteY117" fmla="*/ 0 h 1592811"/>
              <a:gd name="connsiteX0" fmla="*/ 0 w 9662615"/>
              <a:gd name="connsiteY0" fmla="*/ 0 h 1592811"/>
              <a:gd name="connsiteX1" fmla="*/ 9662615 w 9662615"/>
              <a:gd name="connsiteY1" fmla="*/ 0 h 1592811"/>
              <a:gd name="connsiteX2" fmla="*/ 9662615 w 9662615"/>
              <a:gd name="connsiteY2" fmla="*/ 1280346 h 1592811"/>
              <a:gd name="connsiteX3" fmla="*/ 9551077 w 9662615"/>
              <a:gd name="connsiteY3" fmla="*/ 1292033 h 1592811"/>
              <a:gd name="connsiteX4" fmla="*/ 9469546 w 9662615"/>
              <a:gd name="connsiteY4" fmla="*/ 1289837 h 1592811"/>
              <a:gd name="connsiteX5" fmla="*/ 9326260 w 9662615"/>
              <a:gd name="connsiteY5" fmla="*/ 1277155 h 1592811"/>
              <a:gd name="connsiteX6" fmla="*/ 9144767 w 9662615"/>
              <a:gd name="connsiteY6" fmla="*/ 1264120 h 1592811"/>
              <a:gd name="connsiteX7" fmla="*/ 8976400 w 9662615"/>
              <a:gd name="connsiteY7" fmla="*/ 1326661 h 1592811"/>
              <a:gd name="connsiteX8" fmla="*/ 8828711 w 9662615"/>
              <a:gd name="connsiteY8" fmla="*/ 1346394 h 1592811"/>
              <a:gd name="connsiteX9" fmla="*/ 8695953 w 9662615"/>
              <a:gd name="connsiteY9" fmla="*/ 1346784 h 1592811"/>
              <a:gd name="connsiteX10" fmla="*/ 8652191 w 9662615"/>
              <a:gd name="connsiteY10" fmla="*/ 1345903 h 1592811"/>
              <a:gd name="connsiteX11" fmla="*/ 8591582 w 9662615"/>
              <a:gd name="connsiteY11" fmla="*/ 1341666 h 1592811"/>
              <a:gd name="connsiteX12" fmla="*/ 8537336 w 9662615"/>
              <a:gd name="connsiteY12" fmla="*/ 1341684 h 1592811"/>
              <a:gd name="connsiteX13" fmla="*/ 8416849 w 9662615"/>
              <a:gd name="connsiteY13" fmla="*/ 1367085 h 1592811"/>
              <a:gd name="connsiteX14" fmla="*/ 8278355 w 9662615"/>
              <a:gd name="connsiteY14" fmla="*/ 1386569 h 1592811"/>
              <a:gd name="connsiteX15" fmla="*/ 8197961 w 9662615"/>
              <a:gd name="connsiteY15" fmla="*/ 1392804 h 1592811"/>
              <a:gd name="connsiteX16" fmla="*/ 8171196 w 9662615"/>
              <a:gd name="connsiteY16" fmla="*/ 1397216 h 1592811"/>
              <a:gd name="connsiteX17" fmla="*/ 8087910 w 9662615"/>
              <a:gd name="connsiteY17" fmla="*/ 1386449 h 1592811"/>
              <a:gd name="connsiteX18" fmla="*/ 7974579 w 9662615"/>
              <a:gd name="connsiteY18" fmla="*/ 1383439 h 1592811"/>
              <a:gd name="connsiteX19" fmla="*/ 7768351 w 9662615"/>
              <a:gd name="connsiteY19" fmla="*/ 1395051 h 1592811"/>
              <a:gd name="connsiteX20" fmla="*/ 7635985 w 9662615"/>
              <a:gd name="connsiteY20" fmla="*/ 1386363 h 1592811"/>
              <a:gd name="connsiteX21" fmla="*/ 7466069 w 9662615"/>
              <a:gd name="connsiteY21" fmla="*/ 1377654 h 1592811"/>
              <a:gd name="connsiteX22" fmla="*/ 7355642 w 9662615"/>
              <a:gd name="connsiteY22" fmla="*/ 1407761 h 1592811"/>
              <a:gd name="connsiteX23" fmla="*/ 7215220 w 9662615"/>
              <a:gd name="connsiteY23" fmla="*/ 1397856 h 1592811"/>
              <a:gd name="connsiteX24" fmla="*/ 7082147 w 9662615"/>
              <a:gd name="connsiteY24" fmla="*/ 1406113 h 1592811"/>
              <a:gd name="connsiteX25" fmla="*/ 6987129 w 9662615"/>
              <a:gd name="connsiteY25" fmla="*/ 1404834 h 1592811"/>
              <a:gd name="connsiteX26" fmla="*/ 6907567 w 9662615"/>
              <a:gd name="connsiteY26" fmla="*/ 1419149 h 1592811"/>
              <a:gd name="connsiteX27" fmla="*/ 6748428 w 9662615"/>
              <a:gd name="connsiteY27" fmla="*/ 1420308 h 1592811"/>
              <a:gd name="connsiteX28" fmla="*/ 6654257 w 9662615"/>
              <a:gd name="connsiteY28" fmla="*/ 1424143 h 1592811"/>
              <a:gd name="connsiteX29" fmla="*/ 6620123 w 9662615"/>
              <a:gd name="connsiteY29" fmla="*/ 1430535 h 1592811"/>
              <a:gd name="connsiteX30" fmla="*/ 6571355 w 9662615"/>
              <a:gd name="connsiteY30" fmla="*/ 1436144 h 1592811"/>
              <a:gd name="connsiteX31" fmla="*/ 6486557 w 9662615"/>
              <a:gd name="connsiteY31" fmla="*/ 1449861 h 1592811"/>
              <a:gd name="connsiteX32" fmla="*/ 6370419 w 9662615"/>
              <a:gd name="connsiteY32" fmla="*/ 1461649 h 1592811"/>
              <a:gd name="connsiteX33" fmla="*/ 6278839 w 9662615"/>
              <a:gd name="connsiteY33" fmla="*/ 1449160 h 1592811"/>
              <a:gd name="connsiteX34" fmla="*/ 6272455 w 9662615"/>
              <a:gd name="connsiteY34" fmla="*/ 1453191 h 1592811"/>
              <a:gd name="connsiteX35" fmla="*/ 6212659 w 9662615"/>
              <a:gd name="connsiteY35" fmla="*/ 1454850 h 1592811"/>
              <a:gd name="connsiteX36" fmla="*/ 6069317 w 9662615"/>
              <a:gd name="connsiteY36" fmla="*/ 1445838 h 1592811"/>
              <a:gd name="connsiteX37" fmla="*/ 5878477 w 9662615"/>
              <a:gd name="connsiteY37" fmla="*/ 1439180 h 1592811"/>
              <a:gd name="connsiteX38" fmla="*/ 5838387 w 9662615"/>
              <a:gd name="connsiteY38" fmla="*/ 1444679 h 1592811"/>
              <a:gd name="connsiteX39" fmla="*/ 5771136 w 9662615"/>
              <a:gd name="connsiteY39" fmla="*/ 1453639 h 1592811"/>
              <a:gd name="connsiteX40" fmla="*/ 5724081 w 9662615"/>
              <a:gd name="connsiteY40" fmla="*/ 1470431 h 1592811"/>
              <a:gd name="connsiteX41" fmla="*/ 5666577 w 9662615"/>
              <a:gd name="connsiteY41" fmla="*/ 1473921 h 1592811"/>
              <a:gd name="connsiteX42" fmla="*/ 5649068 w 9662615"/>
              <a:gd name="connsiteY42" fmla="*/ 1461676 h 1592811"/>
              <a:gd name="connsiteX43" fmla="*/ 5588902 w 9662615"/>
              <a:gd name="connsiteY43" fmla="*/ 1469647 h 1592811"/>
              <a:gd name="connsiteX44" fmla="*/ 5498090 w 9662615"/>
              <a:gd name="connsiteY44" fmla="*/ 1483173 h 1592811"/>
              <a:gd name="connsiteX45" fmla="*/ 5444641 w 9662615"/>
              <a:gd name="connsiteY45" fmla="*/ 1487602 h 1592811"/>
              <a:gd name="connsiteX46" fmla="*/ 5299812 w 9662615"/>
              <a:gd name="connsiteY46" fmla="*/ 1503362 h 1592811"/>
              <a:gd name="connsiteX47" fmla="*/ 5245752 w 9662615"/>
              <a:gd name="connsiteY47" fmla="*/ 1520612 h 1592811"/>
              <a:gd name="connsiteX48" fmla="*/ 5177807 w 9662615"/>
              <a:gd name="connsiteY48" fmla="*/ 1526802 h 1592811"/>
              <a:gd name="connsiteX49" fmla="*/ 5113910 w 9662615"/>
              <a:gd name="connsiteY49" fmla="*/ 1533205 h 1592811"/>
              <a:gd name="connsiteX50" fmla="*/ 5059484 w 9662615"/>
              <a:gd name="connsiteY50" fmla="*/ 1546802 h 1592811"/>
              <a:gd name="connsiteX51" fmla="*/ 5038524 w 9662615"/>
              <a:gd name="connsiteY51" fmla="*/ 1545675 h 1592811"/>
              <a:gd name="connsiteX52" fmla="*/ 5026564 w 9662615"/>
              <a:gd name="connsiteY52" fmla="*/ 1545376 h 1592811"/>
              <a:gd name="connsiteX53" fmla="*/ 4969433 w 9662615"/>
              <a:gd name="connsiteY53" fmla="*/ 1550865 h 1592811"/>
              <a:gd name="connsiteX54" fmla="*/ 4871726 w 9662615"/>
              <a:gd name="connsiteY54" fmla="*/ 1570584 h 1592811"/>
              <a:gd name="connsiteX55" fmla="*/ 4843267 w 9662615"/>
              <a:gd name="connsiteY55" fmla="*/ 1561459 h 1592811"/>
              <a:gd name="connsiteX56" fmla="*/ 4821058 w 9662615"/>
              <a:gd name="connsiteY56" fmla="*/ 1553078 h 1592811"/>
              <a:gd name="connsiteX57" fmla="*/ 4791466 w 9662615"/>
              <a:gd name="connsiteY57" fmla="*/ 1561324 h 1592811"/>
              <a:gd name="connsiteX58" fmla="*/ 4784247 w 9662615"/>
              <a:gd name="connsiteY58" fmla="*/ 1562342 h 1592811"/>
              <a:gd name="connsiteX59" fmla="*/ 4739309 w 9662615"/>
              <a:gd name="connsiteY59" fmla="*/ 1553948 h 1592811"/>
              <a:gd name="connsiteX60" fmla="*/ 4697562 w 9662615"/>
              <a:gd name="connsiteY60" fmla="*/ 1551206 h 1592811"/>
              <a:gd name="connsiteX61" fmla="*/ 4650737 w 9662615"/>
              <a:gd name="connsiteY61" fmla="*/ 1537381 h 1592811"/>
              <a:gd name="connsiteX62" fmla="*/ 4583150 w 9662615"/>
              <a:gd name="connsiteY62" fmla="*/ 1529064 h 1592811"/>
              <a:gd name="connsiteX63" fmla="*/ 4521734 w 9662615"/>
              <a:gd name="connsiteY63" fmla="*/ 1529359 h 1592811"/>
              <a:gd name="connsiteX64" fmla="*/ 4382398 w 9662615"/>
              <a:gd name="connsiteY64" fmla="*/ 1534108 h 1592811"/>
              <a:gd name="connsiteX65" fmla="*/ 4221826 w 9662615"/>
              <a:gd name="connsiteY65" fmla="*/ 1500972 h 1592811"/>
              <a:gd name="connsiteX66" fmla="*/ 4096601 w 9662615"/>
              <a:gd name="connsiteY66" fmla="*/ 1521563 h 1592811"/>
              <a:gd name="connsiteX67" fmla="*/ 4002441 w 9662615"/>
              <a:gd name="connsiteY67" fmla="*/ 1528912 h 1592811"/>
              <a:gd name="connsiteX68" fmla="*/ 3833906 w 9662615"/>
              <a:gd name="connsiteY68" fmla="*/ 1516637 h 1592811"/>
              <a:gd name="connsiteX69" fmla="*/ 3763845 w 9662615"/>
              <a:gd name="connsiteY69" fmla="*/ 1501782 h 1592811"/>
              <a:gd name="connsiteX70" fmla="*/ 3641778 w 9662615"/>
              <a:gd name="connsiteY70" fmla="*/ 1505446 h 1592811"/>
              <a:gd name="connsiteX71" fmla="*/ 3565233 w 9662615"/>
              <a:gd name="connsiteY71" fmla="*/ 1515122 h 1592811"/>
              <a:gd name="connsiteX72" fmla="*/ 3560267 w 9662615"/>
              <a:gd name="connsiteY72" fmla="*/ 1516288 h 1592811"/>
              <a:gd name="connsiteX73" fmla="*/ 3540258 w 9662615"/>
              <a:gd name="connsiteY73" fmla="*/ 1516976 h 1592811"/>
              <a:gd name="connsiteX74" fmla="*/ 3534780 w 9662615"/>
              <a:gd name="connsiteY74" fmla="*/ 1522141 h 1592811"/>
              <a:gd name="connsiteX75" fmla="*/ 3504783 w 9662615"/>
              <a:gd name="connsiteY75" fmla="*/ 1526739 h 1592811"/>
              <a:gd name="connsiteX76" fmla="*/ 3430805 w 9662615"/>
              <a:gd name="connsiteY76" fmla="*/ 1542521 h 1592811"/>
              <a:gd name="connsiteX77" fmla="*/ 3292707 w 9662615"/>
              <a:gd name="connsiteY77" fmla="*/ 1520490 h 1592811"/>
              <a:gd name="connsiteX78" fmla="*/ 3187872 w 9662615"/>
              <a:gd name="connsiteY78" fmla="*/ 1519991 h 1592811"/>
              <a:gd name="connsiteX79" fmla="*/ 3148026 w 9662615"/>
              <a:gd name="connsiteY79" fmla="*/ 1524777 h 1592811"/>
              <a:gd name="connsiteX80" fmla="*/ 3092394 w 9662615"/>
              <a:gd name="connsiteY80" fmla="*/ 1528115 h 1592811"/>
              <a:gd name="connsiteX81" fmla="*/ 2994200 w 9662615"/>
              <a:gd name="connsiteY81" fmla="*/ 1537857 h 1592811"/>
              <a:gd name="connsiteX82" fmla="*/ 2862301 w 9662615"/>
              <a:gd name="connsiteY82" fmla="*/ 1544250 h 1592811"/>
              <a:gd name="connsiteX83" fmla="*/ 2766335 w 9662615"/>
              <a:gd name="connsiteY83" fmla="*/ 1527662 h 1592811"/>
              <a:gd name="connsiteX84" fmla="*/ 2757836 w 9662615"/>
              <a:gd name="connsiteY84" fmla="*/ 1531371 h 1592811"/>
              <a:gd name="connsiteX85" fmla="*/ 2691555 w 9662615"/>
              <a:gd name="connsiteY85" fmla="*/ 1530283 h 1592811"/>
              <a:gd name="connsiteX86" fmla="*/ 2491676 w 9662615"/>
              <a:gd name="connsiteY86" fmla="*/ 1500859 h 1592811"/>
              <a:gd name="connsiteX87" fmla="*/ 2378036 w 9662615"/>
              <a:gd name="connsiteY87" fmla="*/ 1520645 h 1592811"/>
              <a:gd name="connsiteX88" fmla="*/ 2284269 w 9662615"/>
              <a:gd name="connsiteY88" fmla="*/ 1503068 h 1592811"/>
              <a:gd name="connsiteX89" fmla="*/ 2207104 w 9662615"/>
              <a:gd name="connsiteY89" fmla="*/ 1508888 h 1592811"/>
              <a:gd name="connsiteX90" fmla="*/ 2149226 w 9662615"/>
              <a:gd name="connsiteY90" fmla="*/ 1523409 h 1592811"/>
              <a:gd name="connsiteX91" fmla="*/ 2084783 w 9662615"/>
              <a:gd name="connsiteY91" fmla="*/ 1524245 h 1592811"/>
              <a:gd name="connsiteX92" fmla="*/ 2070075 w 9662615"/>
              <a:gd name="connsiteY92" fmla="*/ 1511285 h 1592811"/>
              <a:gd name="connsiteX93" fmla="*/ 2001057 w 9662615"/>
              <a:gd name="connsiteY93" fmla="*/ 1516449 h 1592811"/>
              <a:gd name="connsiteX94" fmla="*/ 1896330 w 9662615"/>
              <a:gd name="connsiteY94" fmla="*/ 1525725 h 1592811"/>
              <a:gd name="connsiteX95" fmla="*/ 1835994 w 9662615"/>
              <a:gd name="connsiteY95" fmla="*/ 1527678 h 1592811"/>
              <a:gd name="connsiteX96" fmla="*/ 1671119 w 9662615"/>
              <a:gd name="connsiteY96" fmla="*/ 1536701 h 1592811"/>
              <a:gd name="connsiteX97" fmla="*/ 1601337 w 9662615"/>
              <a:gd name="connsiteY97" fmla="*/ 1548552 h 1592811"/>
              <a:gd name="connsiteX98" fmla="*/ 1407755 w 9662615"/>
              <a:gd name="connsiteY98" fmla="*/ 1571444 h 1592811"/>
              <a:gd name="connsiteX99" fmla="*/ 1291872 w 9662615"/>
              <a:gd name="connsiteY99" fmla="*/ 1579471 h 1592811"/>
              <a:gd name="connsiteX100" fmla="*/ 1249226 w 9662615"/>
              <a:gd name="connsiteY100" fmla="*/ 1583140 h 1592811"/>
              <a:gd name="connsiteX101" fmla="*/ 1181938 w 9662615"/>
              <a:gd name="connsiteY101" fmla="*/ 1592789 h 1592811"/>
              <a:gd name="connsiteX102" fmla="*/ 1091432 w 9662615"/>
              <a:gd name="connsiteY102" fmla="*/ 1571003 h 1592811"/>
              <a:gd name="connsiteX103" fmla="*/ 940355 w 9662615"/>
              <a:gd name="connsiteY103" fmla="*/ 1560638 h 1592811"/>
              <a:gd name="connsiteX104" fmla="*/ 868264 w 9662615"/>
              <a:gd name="connsiteY104" fmla="*/ 1566392 h 1592811"/>
              <a:gd name="connsiteX105" fmla="*/ 792765 w 9662615"/>
              <a:gd name="connsiteY105" fmla="*/ 1563102 h 1592811"/>
              <a:gd name="connsiteX106" fmla="*/ 653153 w 9662615"/>
              <a:gd name="connsiteY106" fmla="*/ 1563516 h 1592811"/>
              <a:gd name="connsiteX107" fmla="*/ 541933 w 9662615"/>
              <a:gd name="connsiteY107" fmla="*/ 1561051 h 1592811"/>
              <a:gd name="connsiteX108" fmla="*/ 472797 w 9662615"/>
              <a:gd name="connsiteY108" fmla="*/ 1568904 h 1592811"/>
              <a:gd name="connsiteX109" fmla="*/ 396059 w 9662615"/>
              <a:gd name="connsiteY109" fmla="*/ 1560970 h 1592811"/>
              <a:gd name="connsiteX110" fmla="*/ 336819 w 9662615"/>
              <a:gd name="connsiteY110" fmla="*/ 1560892 h 1592811"/>
              <a:gd name="connsiteX111" fmla="*/ 267163 w 9662615"/>
              <a:gd name="connsiteY111" fmla="*/ 1531913 h 1592811"/>
              <a:gd name="connsiteX112" fmla="*/ 196644 w 9662615"/>
              <a:gd name="connsiteY112" fmla="*/ 1524565 h 1592811"/>
              <a:gd name="connsiteX113" fmla="*/ 86819 w 9662615"/>
              <a:gd name="connsiteY113" fmla="*/ 1519517 h 1592811"/>
              <a:gd name="connsiteX114" fmla="*/ 53369 w 9662615"/>
              <a:gd name="connsiteY114" fmla="*/ 1516853 h 1592811"/>
              <a:gd name="connsiteX115" fmla="*/ 2359 w 9662615"/>
              <a:gd name="connsiteY115" fmla="*/ 1515247 h 1592811"/>
              <a:gd name="connsiteX116" fmla="*/ 0 w 9662615"/>
              <a:gd name="connsiteY116" fmla="*/ 1514932 h 1592811"/>
              <a:gd name="connsiteX117" fmla="*/ 0 w 9662615"/>
              <a:gd name="connsiteY117" fmla="*/ 0 h 1592811"/>
              <a:gd name="connsiteX0" fmla="*/ 0 w 9662615"/>
              <a:gd name="connsiteY0" fmla="*/ 0 h 1603018"/>
              <a:gd name="connsiteX1" fmla="*/ 9662615 w 9662615"/>
              <a:gd name="connsiteY1" fmla="*/ 0 h 1603018"/>
              <a:gd name="connsiteX2" fmla="*/ 9662615 w 9662615"/>
              <a:gd name="connsiteY2" fmla="*/ 1280346 h 1603018"/>
              <a:gd name="connsiteX3" fmla="*/ 9551077 w 9662615"/>
              <a:gd name="connsiteY3" fmla="*/ 1292033 h 1603018"/>
              <a:gd name="connsiteX4" fmla="*/ 9469546 w 9662615"/>
              <a:gd name="connsiteY4" fmla="*/ 1289837 h 1603018"/>
              <a:gd name="connsiteX5" fmla="*/ 9326260 w 9662615"/>
              <a:gd name="connsiteY5" fmla="*/ 1277155 h 1603018"/>
              <a:gd name="connsiteX6" fmla="*/ 9144767 w 9662615"/>
              <a:gd name="connsiteY6" fmla="*/ 1264120 h 1603018"/>
              <a:gd name="connsiteX7" fmla="*/ 8976400 w 9662615"/>
              <a:gd name="connsiteY7" fmla="*/ 1326661 h 1603018"/>
              <a:gd name="connsiteX8" fmla="*/ 8828711 w 9662615"/>
              <a:gd name="connsiteY8" fmla="*/ 1346394 h 1603018"/>
              <a:gd name="connsiteX9" fmla="*/ 8695953 w 9662615"/>
              <a:gd name="connsiteY9" fmla="*/ 1346784 h 1603018"/>
              <a:gd name="connsiteX10" fmla="*/ 8652191 w 9662615"/>
              <a:gd name="connsiteY10" fmla="*/ 1345903 h 1603018"/>
              <a:gd name="connsiteX11" fmla="*/ 8591582 w 9662615"/>
              <a:gd name="connsiteY11" fmla="*/ 1341666 h 1603018"/>
              <a:gd name="connsiteX12" fmla="*/ 8537336 w 9662615"/>
              <a:gd name="connsiteY12" fmla="*/ 1341684 h 1603018"/>
              <a:gd name="connsiteX13" fmla="*/ 8416849 w 9662615"/>
              <a:gd name="connsiteY13" fmla="*/ 1367085 h 1603018"/>
              <a:gd name="connsiteX14" fmla="*/ 8278355 w 9662615"/>
              <a:gd name="connsiteY14" fmla="*/ 1386569 h 1603018"/>
              <a:gd name="connsiteX15" fmla="*/ 8197961 w 9662615"/>
              <a:gd name="connsiteY15" fmla="*/ 1392804 h 1603018"/>
              <a:gd name="connsiteX16" fmla="*/ 8171196 w 9662615"/>
              <a:gd name="connsiteY16" fmla="*/ 1397216 h 1603018"/>
              <a:gd name="connsiteX17" fmla="*/ 8087910 w 9662615"/>
              <a:gd name="connsiteY17" fmla="*/ 1386449 h 1603018"/>
              <a:gd name="connsiteX18" fmla="*/ 7974579 w 9662615"/>
              <a:gd name="connsiteY18" fmla="*/ 1383439 h 1603018"/>
              <a:gd name="connsiteX19" fmla="*/ 7768351 w 9662615"/>
              <a:gd name="connsiteY19" fmla="*/ 1395051 h 1603018"/>
              <a:gd name="connsiteX20" fmla="*/ 7635985 w 9662615"/>
              <a:gd name="connsiteY20" fmla="*/ 1386363 h 1603018"/>
              <a:gd name="connsiteX21" fmla="*/ 7466069 w 9662615"/>
              <a:gd name="connsiteY21" fmla="*/ 1377654 h 1603018"/>
              <a:gd name="connsiteX22" fmla="*/ 7355642 w 9662615"/>
              <a:gd name="connsiteY22" fmla="*/ 1407761 h 1603018"/>
              <a:gd name="connsiteX23" fmla="*/ 7215220 w 9662615"/>
              <a:gd name="connsiteY23" fmla="*/ 1397856 h 1603018"/>
              <a:gd name="connsiteX24" fmla="*/ 7082147 w 9662615"/>
              <a:gd name="connsiteY24" fmla="*/ 1406113 h 1603018"/>
              <a:gd name="connsiteX25" fmla="*/ 6987129 w 9662615"/>
              <a:gd name="connsiteY25" fmla="*/ 1404834 h 1603018"/>
              <a:gd name="connsiteX26" fmla="*/ 6907567 w 9662615"/>
              <a:gd name="connsiteY26" fmla="*/ 1419149 h 1603018"/>
              <a:gd name="connsiteX27" fmla="*/ 6748428 w 9662615"/>
              <a:gd name="connsiteY27" fmla="*/ 1420308 h 1603018"/>
              <a:gd name="connsiteX28" fmla="*/ 6654257 w 9662615"/>
              <a:gd name="connsiteY28" fmla="*/ 1424143 h 1603018"/>
              <a:gd name="connsiteX29" fmla="*/ 6620123 w 9662615"/>
              <a:gd name="connsiteY29" fmla="*/ 1430535 h 1603018"/>
              <a:gd name="connsiteX30" fmla="*/ 6571355 w 9662615"/>
              <a:gd name="connsiteY30" fmla="*/ 1436144 h 1603018"/>
              <a:gd name="connsiteX31" fmla="*/ 6486557 w 9662615"/>
              <a:gd name="connsiteY31" fmla="*/ 1449861 h 1603018"/>
              <a:gd name="connsiteX32" fmla="*/ 6370419 w 9662615"/>
              <a:gd name="connsiteY32" fmla="*/ 1461649 h 1603018"/>
              <a:gd name="connsiteX33" fmla="*/ 6278839 w 9662615"/>
              <a:gd name="connsiteY33" fmla="*/ 1449160 h 1603018"/>
              <a:gd name="connsiteX34" fmla="*/ 6272455 w 9662615"/>
              <a:gd name="connsiteY34" fmla="*/ 1453191 h 1603018"/>
              <a:gd name="connsiteX35" fmla="*/ 6212659 w 9662615"/>
              <a:gd name="connsiteY35" fmla="*/ 1454850 h 1603018"/>
              <a:gd name="connsiteX36" fmla="*/ 6069317 w 9662615"/>
              <a:gd name="connsiteY36" fmla="*/ 1445838 h 1603018"/>
              <a:gd name="connsiteX37" fmla="*/ 5878477 w 9662615"/>
              <a:gd name="connsiteY37" fmla="*/ 1439180 h 1603018"/>
              <a:gd name="connsiteX38" fmla="*/ 5838387 w 9662615"/>
              <a:gd name="connsiteY38" fmla="*/ 1444679 h 1603018"/>
              <a:gd name="connsiteX39" fmla="*/ 5771136 w 9662615"/>
              <a:gd name="connsiteY39" fmla="*/ 1453639 h 1603018"/>
              <a:gd name="connsiteX40" fmla="*/ 5724081 w 9662615"/>
              <a:gd name="connsiteY40" fmla="*/ 1470431 h 1603018"/>
              <a:gd name="connsiteX41" fmla="*/ 5666577 w 9662615"/>
              <a:gd name="connsiteY41" fmla="*/ 1473921 h 1603018"/>
              <a:gd name="connsiteX42" fmla="*/ 5649068 w 9662615"/>
              <a:gd name="connsiteY42" fmla="*/ 1461676 h 1603018"/>
              <a:gd name="connsiteX43" fmla="*/ 5588902 w 9662615"/>
              <a:gd name="connsiteY43" fmla="*/ 1469647 h 1603018"/>
              <a:gd name="connsiteX44" fmla="*/ 5498090 w 9662615"/>
              <a:gd name="connsiteY44" fmla="*/ 1483173 h 1603018"/>
              <a:gd name="connsiteX45" fmla="*/ 5444641 w 9662615"/>
              <a:gd name="connsiteY45" fmla="*/ 1487602 h 1603018"/>
              <a:gd name="connsiteX46" fmla="*/ 5299812 w 9662615"/>
              <a:gd name="connsiteY46" fmla="*/ 1503362 h 1603018"/>
              <a:gd name="connsiteX47" fmla="*/ 5245752 w 9662615"/>
              <a:gd name="connsiteY47" fmla="*/ 1520612 h 1603018"/>
              <a:gd name="connsiteX48" fmla="*/ 5177807 w 9662615"/>
              <a:gd name="connsiteY48" fmla="*/ 1526802 h 1603018"/>
              <a:gd name="connsiteX49" fmla="*/ 5113910 w 9662615"/>
              <a:gd name="connsiteY49" fmla="*/ 1533205 h 1603018"/>
              <a:gd name="connsiteX50" fmla="*/ 5059484 w 9662615"/>
              <a:gd name="connsiteY50" fmla="*/ 1546802 h 1603018"/>
              <a:gd name="connsiteX51" fmla="*/ 5038524 w 9662615"/>
              <a:gd name="connsiteY51" fmla="*/ 1545675 h 1603018"/>
              <a:gd name="connsiteX52" fmla="*/ 5026564 w 9662615"/>
              <a:gd name="connsiteY52" fmla="*/ 1545376 h 1603018"/>
              <a:gd name="connsiteX53" fmla="*/ 4969433 w 9662615"/>
              <a:gd name="connsiteY53" fmla="*/ 1550865 h 1603018"/>
              <a:gd name="connsiteX54" fmla="*/ 4871726 w 9662615"/>
              <a:gd name="connsiteY54" fmla="*/ 1570584 h 1603018"/>
              <a:gd name="connsiteX55" fmla="*/ 4843267 w 9662615"/>
              <a:gd name="connsiteY55" fmla="*/ 1561459 h 1603018"/>
              <a:gd name="connsiteX56" fmla="*/ 4821058 w 9662615"/>
              <a:gd name="connsiteY56" fmla="*/ 1553078 h 1603018"/>
              <a:gd name="connsiteX57" fmla="*/ 4791466 w 9662615"/>
              <a:gd name="connsiteY57" fmla="*/ 1561324 h 1603018"/>
              <a:gd name="connsiteX58" fmla="*/ 4784247 w 9662615"/>
              <a:gd name="connsiteY58" fmla="*/ 1562342 h 1603018"/>
              <a:gd name="connsiteX59" fmla="*/ 4739309 w 9662615"/>
              <a:gd name="connsiteY59" fmla="*/ 1553948 h 1603018"/>
              <a:gd name="connsiteX60" fmla="*/ 4697562 w 9662615"/>
              <a:gd name="connsiteY60" fmla="*/ 1551206 h 1603018"/>
              <a:gd name="connsiteX61" fmla="*/ 4650737 w 9662615"/>
              <a:gd name="connsiteY61" fmla="*/ 1537381 h 1603018"/>
              <a:gd name="connsiteX62" fmla="*/ 4583150 w 9662615"/>
              <a:gd name="connsiteY62" fmla="*/ 1529064 h 1603018"/>
              <a:gd name="connsiteX63" fmla="*/ 4521734 w 9662615"/>
              <a:gd name="connsiteY63" fmla="*/ 1529359 h 1603018"/>
              <a:gd name="connsiteX64" fmla="*/ 4382398 w 9662615"/>
              <a:gd name="connsiteY64" fmla="*/ 1534108 h 1603018"/>
              <a:gd name="connsiteX65" fmla="*/ 4221826 w 9662615"/>
              <a:gd name="connsiteY65" fmla="*/ 1500972 h 1603018"/>
              <a:gd name="connsiteX66" fmla="*/ 4096601 w 9662615"/>
              <a:gd name="connsiteY66" fmla="*/ 1521563 h 1603018"/>
              <a:gd name="connsiteX67" fmla="*/ 4002441 w 9662615"/>
              <a:gd name="connsiteY67" fmla="*/ 1528912 h 1603018"/>
              <a:gd name="connsiteX68" fmla="*/ 3833906 w 9662615"/>
              <a:gd name="connsiteY68" fmla="*/ 1516637 h 1603018"/>
              <a:gd name="connsiteX69" fmla="*/ 3763845 w 9662615"/>
              <a:gd name="connsiteY69" fmla="*/ 1501782 h 1603018"/>
              <a:gd name="connsiteX70" fmla="*/ 3641778 w 9662615"/>
              <a:gd name="connsiteY70" fmla="*/ 1505446 h 1603018"/>
              <a:gd name="connsiteX71" fmla="*/ 3565233 w 9662615"/>
              <a:gd name="connsiteY71" fmla="*/ 1515122 h 1603018"/>
              <a:gd name="connsiteX72" fmla="*/ 3560267 w 9662615"/>
              <a:gd name="connsiteY72" fmla="*/ 1516288 h 1603018"/>
              <a:gd name="connsiteX73" fmla="*/ 3540258 w 9662615"/>
              <a:gd name="connsiteY73" fmla="*/ 1516976 h 1603018"/>
              <a:gd name="connsiteX74" fmla="*/ 3534780 w 9662615"/>
              <a:gd name="connsiteY74" fmla="*/ 1522141 h 1603018"/>
              <a:gd name="connsiteX75" fmla="*/ 3504783 w 9662615"/>
              <a:gd name="connsiteY75" fmla="*/ 1526739 h 1603018"/>
              <a:gd name="connsiteX76" fmla="*/ 3430805 w 9662615"/>
              <a:gd name="connsiteY76" fmla="*/ 1542521 h 1603018"/>
              <a:gd name="connsiteX77" fmla="*/ 3292707 w 9662615"/>
              <a:gd name="connsiteY77" fmla="*/ 1520490 h 1603018"/>
              <a:gd name="connsiteX78" fmla="*/ 3187872 w 9662615"/>
              <a:gd name="connsiteY78" fmla="*/ 1519991 h 1603018"/>
              <a:gd name="connsiteX79" fmla="*/ 3148026 w 9662615"/>
              <a:gd name="connsiteY79" fmla="*/ 1524777 h 1603018"/>
              <a:gd name="connsiteX80" fmla="*/ 3092394 w 9662615"/>
              <a:gd name="connsiteY80" fmla="*/ 1528115 h 1603018"/>
              <a:gd name="connsiteX81" fmla="*/ 2994200 w 9662615"/>
              <a:gd name="connsiteY81" fmla="*/ 1537857 h 1603018"/>
              <a:gd name="connsiteX82" fmla="*/ 2862301 w 9662615"/>
              <a:gd name="connsiteY82" fmla="*/ 1544250 h 1603018"/>
              <a:gd name="connsiteX83" fmla="*/ 2766335 w 9662615"/>
              <a:gd name="connsiteY83" fmla="*/ 1527662 h 1603018"/>
              <a:gd name="connsiteX84" fmla="*/ 2757836 w 9662615"/>
              <a:gd name="connsiteY84" fmla="*/ 1531371 h 1603018"/>
              <a:gd name="connsiteX85" fmla="*/ 2691555 w 9662615"/>
              <a:gd name="connsiteY85" fmla="*/ 1530283 h 1603018"/>
              <a:gd name="connsiteX86" fmla="*/ 2491676 w 9662615"/>
              <a:gd name="connsiteY86" fmla="*/ 1500859 h 1603018"/>
              <a:gd name="connsiteX87" fmla="*/ 2378036 w 9662615"/>
              <a:gd name="connsiteY87" fmla="*/ 1520645 h 1603018"/>
              <a:gd name="connsiteX88" fmla="*/ 2284269 w 9662615"/>
              <a:gd name="connsiteY88" fmla="*/ 1503068 h 1603018"/>
              <a:gd name="connsiteX89" fmla="*/ 2207104 w 9662615"/>
              <a:gd name="connsiteY89" fmla="*/ 1508888 h 1603018"/>
              <a:gd name="connsiteX90" fmla="*/ 2149226 w 9662615"/>
              <a:gd name="connsiteY90" fmla="*/ 1523409 h 1603018"/>
              <a:gd name="connsiteX91" fmla="*/ 2084783 w 9662615"/>
              <a:gd name="connsiteY91" fmla="*/ 1524245 h 1603018"/>
              <a:gd name="connsiteX92" fmla="*/ 2070075 w 9662615"/>
              <a:gd name="connsiteY92" fmla="*/ 1511285 h 1603018"/>
              <a:gd name="connsiteX93" fmla="*/ 2001057 w 9662615"/>
              <a:gd name="connsiteY93" fmla="*/ 1516449 h 1603018"/>
              <a:gd name="connsiteX94" fmla="*/ 1896330 w 9662615"/>
              <a:gd name="connsiteY94" fmla="*/ 1525725 h 1603018"/>
              <a:gd name="connsiteX95" fmla="*/ 1835994 w 9662615"/>
              <a:gd name="connsiteY95" fmla="*/ 1527678 h 1603018"/>
              <a:gd name="connsiteX96" fmla="*/ 1671119 w 9662615"/>
              <a:gd name="connsiteY96" fmla="*/ 1536701 h 1603018"/>
              <a:gd name="connsiteX97" fmla="*/ 1601337 w 9662615"/>
              <a:gd name="connsiteY97" fmla="*/ 1548552 h 1603018"/>
              <a:gd name="connsiteX98" fmla="*/ 1407755 w 9662615"/>
              <a:gd name="connsiteY98" fmla="*/ 1571444 h 1603018"/>
              <a:gd name="connsiteX99" fmla="*/ 1291872 w 9662615"/>
              <a:gd name="connsiteY99" fmla="*/ 1579471 h 1603018"/>
              <a:gd name="connsiteX100" fmla="*/ 1245251 w 9662615"/>
              <a:gd name="connsiteY100" fmla="*/ 1603018 h 1603018"/>
              <a:gd name="connsiteX101" fmla="*/ 1181938 w 9662615"/>
              <a:gd name="connsiteY101" fmla="*/ 1592789 h 1603018"/>
              <a:gd name="connsiteX102" fmla="*/ 1091432 w 9662615"/>
              <a:gd name="connsiteY102" fmla="*/ 1571003 h 1603018"/>
              <a:gd name="connsiteX103" fmla="*/ 940355 w 9662615"/>
              <a:gd name="connsiteY103" fmla="*/ 1560638 h 1603018"/>
              <a:gd name="connsiteX104" fmla="*/ 868264 w 9662615"/>
              <a:gd name="connsiteY104" fmla="*/ 1566392 h 1603018"/>
              <a:gd name="connsiteX105" fmla="*/ 792765 w 9662615"/>
              <a:gd name="connsiteY105" fmla="*/ 1563102 h 1603018"/>
              <a:gd name="connsiteX106" fmla="*/ 653153 w 9662615"/>
              <a:gd name="connsiteY106" fmla="*/ 1563516 h 1603018"/>
              <a:gd name="connsiteX107" fmla="*/ 541933 w 9662615"/>
              <a:gd name="connsiteY107" fmla="*/ 1561051 h 1603018"/>
              <a:gd name="connsiteX108" fmla="*/ 472797 w 9662615"/>
              <a:gd name="connsiteY108" fmla="*/ 1568904 h 1603018"/>
              <a:gd name="connsiteX109" fmla="*/ 396059 w 9662615"/>
              <a:gd name="connsiteY109" fmla="*/ 1560970 h 1603018"/>
              <a:gd name="connsiteX110" fmla="*/ 336819 w 9662615"/>
              <a:gd name="connsiteY110" fmla="*/ 1560892 h 1603018"/>
              <a:gd name="connsiteX111" fmla="*/ 267163 w 9662615"/>
              <a:gd name="connsiteY111" fmla="*/ 1531913 h 1603018"/>
              <a:gd name="connsiteX112" fmla="*/ 196644 w 9662615"/>
              <a:gd name="connsiteY112" fmla="*/ 1524565 h 1603018"/>
              <a:gd name="connsiteX113" fmla="*/ 86819 w 9662615"/>
              <a:gd name="connsiteY113" fmla="*/ 1519517 h 1603018"/>
              <a:gd name="connsiteX114" fmla="*/ 53369 w 9662615"/>
              <a:gd name="connsiteY114" fmla="*/ 1516853 h 1603018"/>
              <a:gd name="connsiteX115" fmla="*/ 2359 w 9662615"/>
              <a:gd name="connsiteY115" fmla="*/ 1515247 h 1603018"/>
              <a:gd name="connsiteX116" fmla="*/ 0 w 9662615"/>
              <a:gd name="connsiteY116" fmla="*/ 1514932 h 1603018"/>
              <a:gd name="connsiteX117" fmla="*/ 0 w 9662615"/>
              <a:gd name="connsiteY117" fmla="*/ 0 h 1603018"/>
              <a:gd name="connsiteX0" fmla="*/ 0 w 9662615"/>
              <a:gd name="connsiteY0" fmla="*/ 0 h 1603018"/>
              <a:gd name="connsiteX1" fmla="*/ 9662615 w 9662615"/>
              <a:gd name="connsiteY1" fmla="*/ 0 h 1603018"/>
              <a:gd name="connsiteX2" fmla="*/ 9662615 w 9662615"/>
              <a:gd name="connsiteY2" fmla="*/ 1280346 h 1603018"/>
              <a:gd name="connsiteX3" fmla="*/ 9551077 w 9662615"/>
              <a:gd name="connsiteY3" fmla="*/ 1292033 h 1603018"/>
              <a:gd name="connsiteX4" fmla="*/ 9469546 w 9662615"/>
              <a:gd name="connsiteY4" fmla="*/ 1289837 h 1603018"/>
              <a:gd name="connsiteX5" fmla="*/ 9326260 w 9662615"/>
              <a:gd name="connsiteY5" fmla="*/ 1277155 h 1603018"/>
              <a:gd name="connsiteX6" fmla="*/ 9144767 w 9662615"/>
              <a:gd name="connsiteY6" fmla="*/ 1264120 h 1603018"/>
              <a:gd name="connsiteX7" fmla="*/ 8976400 w 9662615"/>
              <a:gd name="connsiteY7" fmla="*/ 1326661 h 1603018"/>
              <a:gd name="connsiteX8" fmla="*/ 8828711 w 9662615"/>
              <a:gd name="connsiteY8" fmla="*/ 1346394 h 1603018"/>
              <a:gd name="connsiteX9" fmla="*/ 8695953 w 9662615"/>
              <a:gd name="connsiteY9" fmla="*/ 1346784 h 1603018"/>
              <a:gd name="connsiteX10" fmla="*/ 8652191 w 9662615"/>
              <a:gd name="connsiteY10" fmla="*/ 1345903 h 1603018"/>
              <a:gd name="connsiteX11" fmla="*/ 8591582 w 9662615"/>
              <a:gd name="connsiteY11" fmla="*/ 1341666 h 1603018"/>
              <a:gd name="connsiteX12" fmla="*/ 8537336 w 9662615"/>
              <a:gd name="connsiteY12" fmla="*/ 1341684 h 1603018"/>
              <a:gd name="connsiteX13" fmla="*/ 8416849 w 9662615"/>
              <a:gd name="connsiteY13" fmla="*/ 1367085 h 1603018"/>
              <a:gd name="connsiteX14" fmla="*/ 8278355 w 9662615"/>
              <a:gd name="connsiteY14" fmla="*/ 1386569 h 1603018"/>
              <a:gd name="connsiteX15" fmla="*/ 8197961 w 9662615"/>
              <a:gd name="connsiteY15" fmla="*/ 1392804 h 1603018"/>
              <a:gd name="connsiteX16" fmla="*/ 8171196 w 9662615"/>
              <a:gd name="connsiteY16" fmla="*/ 1397216 h 1603018"/>
              <a:gd name="connsiteX17" fmla="*/ 8087910 w 9662615"/>
              <a:gd name="connsiteY17" fmla="*/ 1386449 h 1603018"/>
              <a:gd name="connsiteX18" fmla="*/ 7974579 w 9662615"/>
              <a:gd name="connsiteY18" fmla="*/ 1383439 h 1603018"/>
              <a:gd name="connsiteX19" fmla="*/ 7768351 w 9662615"/>
              <a:gd name="connsiteY19" fmla="*/ 1395051 h 1603018"/>
              <a:gd name="connsiteX20" fmla="*/ 7635985 w 9662615"/>
              <a:gd name="connsiteY20" fmla="*/ 1386363 h 1603018"/>
              <a:gd name="connsiteX21" fmla="*/ 7466069 w 9662615"/>
              <a:gd name="connsiteY21" fmla="*/ 1377654 h 1603018"/>
              <a:gd name="connsiteX22" fmla="*/ 7355642 w 9662615"/>
              <a:gd name="connsiteY22" fmla="*/ 1407761 h 1603018"/>
              <a:gd name="connsiteX23" fmla="*/ 7215220 w 9662615"/>
              <a:gd name="connsiteY23" fmla="*/ 1397856 h 1603018"/>
              <a:gd name="connsiteX24" fmla="*/ 7082147 w 9662615"/>
              <a:gd name="connsiteY24" fmla="*/ 1406113 h 1603018"/>
              <a:gd name="connsiteX25" fmla="*/ 6987129 w 9662615"/>
              <a:gd name="connsiteY25" fmla="*/ 1404834 h 1603018"/>
              <a:gd name="connsiteX26" fmla="*/ 6907567 w 9662615"/>
              <a:gd name="connsiteY26" fmla="*/ 1419149 h 1603018"/>
              <a:gd name="connsiteX27" fmla="*/ 6748428 w 9662615"/>
              <a:gd name="connsiteY27" fmla="*/ 1420308 h 1603018"/>
              <a:gd name="connsiteX28" fmla="*/ 6654257 w 9662615"/>
              <a:gd name="connsiteY28" fmla="*/ 1424143 h 1603018"/>
              <a:gd name="connsiteX29" fmla="*/ 6620123 w 9662615"/>
              <a:gd name="connsiteY29" fmla="*/ 1430535 h 1603018"/>
              <a:gd name="connsiteX30" fmla="*/ 6571355 w 9662615"/>
              <a:gd name="connsiteY30" fmla="*/ 1436144 h 1603018"/>
              <a:gd name="connsiteX31" fmla="*/ 6486557 w 9662615"/>
              <a:gd name="connsiteY31" fmla="*/ 1449861 h 1603018"/>
              <a:gd name="connsiteX32" fmla="*/ 6370419 w 9662615"/>
              <a:gd name="connsiteY32" fmla="*/ 1461649 h 1603018"/>
              <a:gd name="connsiteX33" fmla="*/ 6278839 w 9662615"/>
              <a:gd name="connsiteY33" fmla="*/ 1449160 h 1603018"/>
              <a:gd name="connsiteX34" fmla="*/ 6272455 w 9662615"/>
              <a:gd name="connsiteY34" fmla="*/ 1453191 h 1603018"/>
              <a:gd name="connsiteX35" fmla="*/ 6212659 w 9662615"/>
              <a:gd name="connsiteY35" fmla="*/ 1454850 h 1603018"/>
              <a:gd name="connsiteX36" fmla="*/ 6069317 w 9662615"/>
              <a:gd name="connsiteY36" fmla="*/ 1445838 h 1603018"/>
              <a:gd name="connsiteX37" fmla="*/ 5878477 w 9662615"/>
              <a:gd name="connsiteY37" fmla="*/ 1439180 h 1603018"/>
              <a:gd name="connsiteX38" fmla="*/ 5838387 w 9662615"/>
              <a:gd name="connsiteY38" fmla="*/ 1444679 h 1603018"/>
              <a:gd name="connsiteX39" fmla="*/ 5771136 w 9662615"/>
              <a:gd name="connsiteY39" fmla="*/ 1453639 h 1603018"/>
              <a:gd name="connsiteX40" fmla="*/ 5724081 w 9662615"/>
              <a:gd name="connsiteY40" fmla="*/ 1470431 h 1603018"/>
              <a:gd name="connsiteX41" fmla="*/ 5666577 w 9662615"/>
              <a:gd name="connsiteY41" fmla="*/ 1473921 h 1603018"/>
              <a:gd name="connsiteX42" fmla="*/ 5649068 w 9662615"/>
              <a:gd name="connsiteY42" fmla="*/ 1461676 h 1603018"/>
              <a:gd name="connsiteX43" fmla="*/ 5588902 w 9662615"/>
              <a:gd name="connsiteY43" fmla="*/ 1469647 h 1603018"/>
              <a:gd name="connsiteX44" fmla="*/ 5498090 w 9662615"/>
              <a:gd name="connsiteY44" fmla="*/ 1483173 h 1603018"/>
              <a:gd name="connsiteX45" fmla="*/ 5444641 w 9662615"/>
              <a:gd name="connsiteY45" fmla="*/ 1487602 h 1603018"/>
              <a:gd name="connsiteX46" fmla="*/ 5299812 w 9662615"/>
              <a:gd name="connsiteY46" fmla="*/ 1503362 h 1603018"/>
              <a:gd name="connsiteX47" fmla="*/ 5245752 w 9662615"/>
              <a:gd name="connsiteY47" fmla="*/ 1520612 h 1603018"/>
              <a:gd name="connsiteX48" fmla="*/ 5177807 w 9662615"/>
              <a:gd name="connsiteY48" fmla="*/ 1526802 h 1603018"/>
              <a:gd name="connsiteX49" fmla="*/ 5113910 w 9662615"/>
              <a:gd name="connsiteY49" fmla="*/ 1533205 h 1603018"/>
              <a:gd name="connsiteX50" fmla="*/ 5059484 w 9662615"/>
              <a:gd name="connsiteY50" fmla="*/ 1546802 h 1603018"/>
              <a:gd name="connsiteX51" fmla="*/ 5038524 w 9662615"/>
              <a:gd name="connsiteY51" fmla="*/ 1545675 h 1603018"/>
              <a:gd name="connsiteX52" fmla="*/ 5026564 w 9662615"/>
              <a:gd name="connsiteY52" fmla="*/ 1545376 h 1603018"/>
              <a:gd name="connsiteX53" fmla="*/ 4969433 w 9662615"/>
              <a:gd name="connsiteY53" fmla="*/ 1550865 h 1603018"/>
              <a:gd name="connsiteX54" fmla="*/ 4871726 w 9662615"/>
              <a:gd name="connsiteY54" fmla="*/ 1570584 h 1603018"/>
              <a:gd name="connsiteX55" fmla="*/ 4843267 w 9662615"/>
              <a:gd name="connsiteY55" fmla="*/ 1561459 h 1603018"/>
              <a:gd name="connsiteX56" fmla="*/ 4821058 w 9662615"/>
              <a:gd name="connsiteY56" fmla="*/ 1553078 h 1603018"/>
              <a:gd name="connsiteX57" fmla="*/ 4791466 w 9662615"/>
              <a:gd name="connsiteY57" fmla="*/ 1561324 h 1603018"/>
              <a:gd name="connsiteX58" fmla="*/ 4784247 w 9662615"/>
              <a:gd name="connsiteY58" fmla="*/ 1562342 h 1603018"/>
              <a:gd name="connsiteX59" fmla="*/ 4739309 w 9662615"/>
              <a:gd name="connsiteY59" fmla="*/ 1553948 h 1603018"/>
              <a:gd name="connsiteX60" fmla="*/ 4697562 w 9662615"/>
              <a:gd name="connsiteY60" fmla="*/ 1551206 h 1603018"/>
              <a:gd name="connsiteX61" fmla="*/ 4650737 w 9662615"/>
              <a:gd name="connsiteY61" fmla="*/ 1537381 h 1603018"/>
              <a:gd name="connsiteX62" fmla="*/ 4583150 w 9662615"/>
              <a:gd name="connsiteY62" fmla="*/ 1529064 h 1603018"/>
              <a:gd name="connsiteX63" fmla="*/ 4521734 w 9662615"/>
              <a:gd name="connsiteY63" fmla="*/ 1529359 h 1603018"/>
              <a:gd name="connsiteX64" fmla="*/ 4382398 w 9662615"/>
              <a:gd name="connsiteY64" fmla="*/ 1534108 h 1603018"/>
              <a:gd name="connsiteX65" fmla="*/ 4221826 w 9662615"/>
              <a:gd name="connsiteY65" fmla="*/ 1500972 h 1603018"/>
              <a:gd name="connsiteX66" fmla="*/ 4096601 w 9662615"/>
              <a:gd name="connsiteY66" fmla="*/ 1521563 h 1603018"/>
              <a:gd name="connsiteX67" fmla="*/ 4002441 w 9662615"/>
              <a:gd name="connsiteY67" fmla="*/ 1528912 h 1603018"/>
              <a:gd name="connsiteX68" fmla="*/ 3833906 w 9662615"/>
              <a:gd name="connsiteY68" fmla="*/ 1516637 h 1603018"/>
              <a:gd name="connsiteX69" fmla="*/ 3763845 w 9662615"/>
              <a:gd name="connsiteY69" fmla="*/ 1501782 h 1603018"/>
              <a:gd name="connsiteX70" fmla="*/ 3641778 w 9662615"/>
              <a:gd name="connsiteY70" fmla="*/ 1505446 h 1603018"/>
              <a:gd name="connsiteX71" fmla="*/ 3565233 w 9662615"/>
              <a:gd name="connsiteY71" fmla="*/ 1515122 h 1603018"/>
              <a:gd name="connsiteX72" fmla="*/ 3560267 w 9662615"/>
              <a:gd name="connsiteY72" fmla="*/ 1516288 h 1603018"/>
              <a:gd name="connsiteX73" fmla="*/ 3540258 w 9662615"/>
              <a:gd name="connsiteY73" fmla="*/ 1516976 h 1603018"/>
              <a:gd name="connsiteX74" fmla="*/ 3534780 w 9662615"/>
              <a:gd name="connsiteY74" fmla="*/ 1522141 h 1603018"/>
              <a:gd name="connsiteX75" fmla="*/ 3504783 w 9662615"/>
              <a:gd name="connsiteY75" fmla="*/ 1526739 h 1603018"/>
              <a:gd name="connsiteX76" fmla="*/ 3430805 w 9662615"/>
              <a:gd name="connsiteY76" fmla="*/ 1542521 h 1603018"/>
              <a:gd name="connsiteX77" fmla="*/ 3292707 w 9662615"/>
              <a:gd name="connsiteY77" fmla="*/ 1520490 h 1603018"/>
              <a:gd name="connsiteX78" fmla="*/ 3187872 w 9662615"/>
              <a:gd name="connsiteY78" fmla="*/ 1519991 h 1603018"/>
              <a:gd name="connsiteX79" fmla="*/ 3148026 w 9662615"/>
              <a:gd name="connsiteY79" fmla="*/ 1524777 h 1603018"/>
              <a:gd name="connsiteX80" fmla="*/ 3092394 w 9662615"/>
              <a:gd name="connsiteY80" fmla="*/ 1528115 h 1603018"/>
              <a:gd name="connsiteX81" fmla="*/ 2994200 w 9662615"/>
              <a:gd name="connsiteY81" fmla="*/ 1537857 h 1603018"/>
              <a:gd name="connsiteX82" fmla="*/ 2862301 w 9662615"/>
              <a:gd name="connsiteY82" fmla="*/ 1544250 h 1603018"/>
              <a:gd name="connsiteX83" fmla="*/ 2766335 w 9662615"/>
              <a:gd name="connsiteY83" fmla="*/ 1527662 h 1603018"/>
              <a:gd name="connsiteX84" fmla="*/ 2757836 w 9662615"/>
              <a:gd name="connsiteY84" fmla="*/ 1531371 h 1603018"/>
              <a:gd name="connsiteX85" fmla="*/ 2691555 w 9662615"/>
              <a:gd name="connsiteY85" fmla="*/ 1530283 h 1603018"/>
              <a:gd name="connsiteX86" fmla="*/ 2491676 w 9662615"/>
              <a:gd name="connsiteY86" fmla="*/ 1500859 h 1603018"/>
              <a:gd name="connsiteX87" fmla="*/ 2378036 w 9662615"/>
              <a:gd name="connsiteY87" fmla="*/ 1520645 h 1603018"/>
              <a:gd name="connsiteX88" fmla="*/ 2284269 w 9662615"/>
              <a:gd name="connsiteY88" fmla="*/ 1503068 h 1603018"/>
              <a:gd name="connsiteX89" fmla="*/ 2207104 w 9662615"/>
              <a:gd name="connsiteY89" fmla="*/ 1508888 h 1603018"/>
              <a:gd name="connsiteX90" fmla="*/ 2149226 w 9662615"/>
              <a:gd name="connsiteY90" fmla="*/ 1523409 h 1603018"/>
              <a:gd name="connsiteX91" fmla="*/ 2084783 w 9662615"/>
              <a:gd name="connsiteY91" fmla="*/ 1524245 h 1603018"/>
              <a:gd name="connsiteX92" fmla="*/ 2070075 w 9662615"/>
              <a:gd name="connsiteY92" fmla="*/ 1511285 h 1603018"/>
              <a:gd name="connsiteX93" fmla="*/ 2001057 w 9662615"/>
              <a:gd name="connsiteY93" fmla="*/ 1516449 h 1603018"/>
              <a:gd name="connsiteX94" fmla="*/ 1896330 w 9662615"/>
              <a:gd name="connsiteY94" fmla="*/ 1525725 h 1603018"/>
              <a:gd name="connsiteX95" fmla="*/ 1835994 w 9662615"/>
              <a:gd name="connsiteY95" fmla="*/ 1527678 h 1603018"/>
              <a:gd name="connsiteX96" fmla="*/ 1671119 w 9662615"/>
              <a:gd name="connsiteY96" fmla="*/ 1536701 h 1603018"/>
              <a:gd name="connsiteX97" fmla="*/ 1565556 w 9662615"/>
              <a:gd name="connsiteY97" fmla="*/ 1556503 h 1603018"/>
              <a:gd name="connsiteX98" fmla="*/ 1407755 w 9662615"/>
              <a:gd name="connsiteY98" fmla="*/ 1571444 h 1603018"/>
              <a:gd name="connsiteX99" fmla="*/ 1291872 w 9662615"/>
              <a:gd name="connsiteY99" fmla="*/ 1579471 h 1603018"/>
              <a:gd name="connsiteX100" fmla="*/ 1245251 w 9662615"/>
              <a:gd name="connsiteY100" fmla="*/ 1603018 h 1603018"/>
              <a:gd name="connsiteX101" fmla="*/ 1181938 w 9662615"/>
              <a:gd name="connsiteY101" fmla="*/ 1592789 h 1603018"/>
              <a:gd name="connsiteX102" fmla="*/ 1091432 w 9662615"/>
              <a:gd name="connsiteY102" fmla="*/ 1571003 h 1603018"/>
              <a:gd name="connsiteX103" fmla="*/ 940355 w 9662615"/>
              <a:gd name="connsiteY103" fmla="*/ 1560638 h 1603018"/>
              <a:gd name="connsiteX104" fmla="*/ 868264 w 9662615"/>
              <a:gd name="connsiteY104" fmla="*/ 1566392 h 1603018"/>
              <a:gd name="connsiteX105" fmla="*/ 792765 w 9662615"/>
              <a:gd name="connsiteY105" fmla="*/ 1563102 h 1603018"/>
              <a:gd name="connsiteX106" fmla="*/ 653153 w 9662615"/>
              <a:gd name="connsiteY106" fmla="*/ 1563516 h 1603018"/>
              <a:gd name="connsiteX107" fmla="*/ 541933 w 9662615"/>
              <a:gd name="connsiteY107" fmla="*/ 1561051 h 1603018"/>
              <a:gd name="connsiteX108" fmla="*/ 472797 w 9662615"/>
              <a:gd name="connsiteY108" fmla="*/ 1568904 h 1603018"/>
              <a:gd name="connsiteX109" fmla="*/ 396059 w 9662615"/>
              <a:gd name="connsiteY109" fmla="*/ 1560970 h 1603018"/>
              <a:gd name="connsiteX110" fmla="*/ 336819 w 9662615"/>
              <a:gd name="connsiteY110" fmla="*/ 1560892 h 1603018"/>
              <a:gd name="connsiteX111" fmla="*/ 267163 w 9662615"/>
              <a:gd name="connsiteY111" fmla="*/ 1531913 h 1603018"/>
              <a:gd name="connsiteX112" fmla="*/ 196644 w 9662615"/>
              <a:gd name="connsiteY112" fmla="*/ 1524565 h 1603018"/>
              <a:gd name="connsiteX113" fmla="*/ 86819 w 9662615"/>
              <a:gd name="connsiteY113" fmla="*/ 1519517 h 1603018"/>
              <a:gd name="connsiteX114" fmla="*/ 53369 w 9662615"/>
              <a:gd name="connsiteY114" fmla="*/ 1516853 h 1603018"/>
              <a:gd name="connsiteX115" fmla="*/ 2359 w 9662615"/>
              <a:gd name="connsiteY115" fmla="*/ 1515247 h 1603018"/>
              <a:gd name="connsiteX116" fmla="*/ 0 w 9662615"/>
              <a:gd name="connsiteY116" fmla="*/ 1514932 h 1603018"/>
              <a:gd name="connsiteX117" fmla="*/ 0 w 9662615"/>
              <a:gd name="connsiteY117" fmla="*/ 0 h 1603018"/>
              <a:gd name="connsiteX0" fmla="*/ 0 w 9662615"/>
              <a:gd name="connsiteY0" fmla="*/ 0 h 1603018"/>
              <a:gd name="connsiteX1" fmla="*/ 9662615 w 9662615"/>
              <a:gd name="connsiteY1" fmla="*/ 0 h 1603018"/>
              <a:gd name="connsiteX2" fmla="*/ 9662615 w 9662615"/>
              <a:gd name="connsiteY2" fmla="*/ 1280346 h 1603018"/>
              <a:gd name="connsiteX3" fmla="*/ 9551077 w 9662615"/>
              <a:gd name="connsiteY3" fmla="*/ 1292033 h 1603018"/>
              <a:gd name="connsiteX4" fmla="*/ 9469546 w 9662615"/>
              <a:gd name="connsiteY4" fmla="*/ 1289837 h 1603018"/>
              <a:gd name="connsiteX5" fmla="*/ 9326260 w 9662615"/>
              <a:gd name="connsiteY5" fmla="*/ 1277155 h 1603018"/>
              <a:gd name="connsiteX6" fmla="*/ 9144767 w 9662615"/>
              <a:gd name="connsiteY6" fmla="*/ 1264120 h 1603018"/>
              <a:gd name="connsiteX7" fmla="*/ 8976400 w 9662615"/>
              <a:gd name="connsiteY7" fmla="*/ 1326661 h 1603018"/>
              <a:gd name="connsiteX8" fmla="*/ 8828711 w 9662615"/>
              <a:gd name="connsiteY8" fmla="*/ 1346394 h 1603018"/>
              <a:gd name="connsiteX9" fmla="*/ 8695953 w 9662615"/>
              <a:gd name="connsiteY9" fmla="*/ 1346784 h 1603018"/>
              <a:gd name="connsiteX10" fmla="*/ 8652191 w 9662615"/>
              <a:gd name="connsiteY10" fmla="*/ 1345903 h 1603018"/>
              <a:gd name="connsiteX11" fmla="*/ 8591582 w 9662615"/>
              <a:gd name="connsiteY11" fmla="*/ 1341666 h 1603018"/>
              <a:gd name="connsiteX12" fmla="*/ 8537336 w 9662615"/>
              <a:gd name="connsiteY12" fmla="*/ 1341684 h 1603018"/>
              <a:gd name="connsiteX13" fmla="*/ 8416849 w 9662615"/>
              <a:gd name="connsiteY13" fmla="*/ 1367085 h 1603018"/>
              <a:gd name="connsiteX14" fmla="*/ 8278355 w 9662615"/>
              <a:gd name="connsiteY14" fmla="*/ 1386569 h 1603018"/>
              <a:gd name="connsiteX15" fmla="*/ 8197961 w 9662615"/>
              <a:gd name="connsiteY15" fmla="*/ 1392804 h 1603018"/>
              <a:gd name="connsiteX16" fmla="*/ 8171196 w 9662615"/>
              <a:gd name="connsiteY16" fmla="*/ 1397216 h 1603018"/>
              <a:gd name="connsiteX17" fmla="*/ 8087910 w 9662615"/>
              <a:gd name="connsiteY17" fmla="*/ 1386449 h 1603018"/>
              <a:gd name="connsiteX18" fmla="*/ 7974579 w 9662615"/>
              <a:gd name="connsiteY18" fmla="*/ 1383439 h 1603018"/>
              <a:gd name="connsiteX19" fmla="*/ 7768351 w 9662615"/>
              <a:gd name="connsiteY19" fmla="*/ 1395051 h 1603018"/>
              <a:gd name="connsiteX20" fmla="*/ 7635985 w 9662615"/>
              <a:gd name="connsiteY20" fmla="*/ 1386363 h 1603018"/>
              <a:gd name="connsiteX21" fmla="*/ 7466069 w 9662615"/>
              <a:gd name="connsiteY21" fmla="*/ 1377654 h 1603018"/>
              <a:gd name="connsiteX22" fmla="*/ 7355642 w 9662615"/>
              <a:gd name="connsiteY22" fmla="*/ 1407761 h 1603018"/>
              <a:gd name="connsiteX23" fmla="*/ 7215220 w 9662615"/>
              <a:gd name="connsiteY23" fmla="*/ 1397856 h 1603018"/>
              <a:gd name="connsiteX24" fmla="*/ 7082147 w 9662615"/>
              <a:gd name="connsiteY24" fmla="*/ 1406113 h 1603018"/>
              <a:gd name="connsiteX25" fmla="*/ 6987129 w 9662615"/>
              <a:gd name="connsiteY25" fmla="*/ 1404834 h 1603018"/>
              <a:gd name="connsiteX26" fmla="*/ 6907567 w 9662615"/>
              <a:gd name="connsiteY26" fmla="*/ 1419149 h 1603018"/>
              <a:gd name="connsiteX27" fmla="*/ 6748428 w 9662615"/>
              <a:gd name="connsiteY27" fmla="*/ 1420308 h 1603018"/>
              <a:gd name="connsiteX28" fmla="*/ 6654257 w 9662615"/>
              <a:gd name="connsiteY28" fmla="*/ 1424143 h 1603018"/>
              <a:gd name="connsiteX29" fmla="*/ 6620123 w 9662615"/>
              <a:gd name="connsiteY29" fmla="*/ 1430535 h 1603018"/>
              <a:gd name="connsiteX30" fmla="*/ 6571355 w 9662615"/>
              <a:gd name="connsiteY30" fmla="*/ 1436144 h 1603018"/>
              <a:gd name="connsiteX31" fmla="*/ 6486557 w 9662615"/>
              <a:gd name="connsiteY31" fmla="*/ 1449861 h 1603018"/>
              <a:gd name="connsiteX32" fmla="*/ 6370419 w 9662615"/>
              <a:gd name="connsiteY32" fmla="*/ 1461649 h 1603018"/>
              <a:gd name="connsiteX33" fmla="*/ 6278839 w 9662615"/>
              <a:gd name="connsiteY33" fmla="*/ 1449160 h 1603018"/>
              <a:gd name="connsiteX34" fmla="*/ 6272455 w 9662615"/>
              <a:gd name="connsiteY34" fmla="*/ 1453191 h 1603018"/>
              <a:gd name="connsiteX35" fmla="*/ 6212659 w 9662615"/>
              <a:gd name="connsiteY35" fmla="*/ 1454850 h 1603018"/>
              <a:gd name="connsiteX36" fmla="*/ 6069317 w 9662615"/>
              <a:gd name="connsiteY36" fmla="*/ 1445838 h 1603018"/>
              <a:gd name="connsiteX37" fmla="*/ 5878477 w 9662615"/>
              <a:gd name="connsiteY37" fmla="*/ 1439180 h 1603018"/>
              <a:gd name="connsiteX38" fmla="*/ 5838387 w 9662615"/>
              <a:gd name="connsiteY38" fmla="*/ 1444679 h 1603018"/>
              <a:gd name="connsiteX39" fmla="*/ 5771136 w 9662615"/>
              <a:gd name="connsiteY39" fmla="*/ 1453639 h 1603018"/>
              <a:gd name="connsiteX40" fmla="*/ 5724081 w 9662615"/>
              <a:gd name="connsiteY40" fmla="*/ 1470431 h 1603018"/>
              <a:gd name="connsiteX41" fmla="*/ 5666577 w 9662615"/>
              <a:gd name="connsiteY41" fmla="*/ 1473921 h 1603018"/>
              <a:gd name="connsiteX42" fmla="*/ 5649068 w 9662615"/>
              <a:gd name="connsiteY42" fmla="*/ 1461676 h 1603018"/>
              <a:gd name="connsiteX43" fmla="*/ 5588902 w 9662615"/>
              <a:gd name="connsiteY43" fmla="*/ 1469647 h 1603018"/>
              <a:gd name="connsiteX44" fmla="*/ 5498090 w 9662615"/>
              <a:gd name="connsiteY44" fmla="*/ 1483173 h 1603018"/>
              <a:gd name="connsiteX45" fmla="*/ 5444641 w 9662615"/>
              <a:gd name="connsiteY45" fmla="*/ 1487602 h 1603018"/>
              <a:gd name="connsiteX46" fmla="*/ 5299812 w 9662615"/>
              <a:gd name="connsiteY46" fmla="*/ 1503362 h 1603018"/>
              <a:gd name="connsiteX47" fmla="*/ 5245752 w 9662615"/>
              <a:gd name="connsiteY47" fmla="*/ 1520612 h 1603018"/>
              <a:gd name="connsiteX48" fmla="*/ 5177807 w 9662615"/>
              <a:gd name="connsiteY48" fmla="*/ 1526802 h 1603018"/>
              <a:gd name="connsiteX49" fmla="*/ 5113910 w 9662615"/>
              <a:gd name="connsiteY49" fmla="*/ 1533205 h 1603018"/>
              <a:gd name="connsiteX50" fmla="*/ 5059484 w 9662615"/>
              <a:gd name="connsiteY50" fmla="*/ 1546802 h 1603018"/>
              <a:gd name="connsiteX51" fmla="*/ 5038524 w 9662615"/>
              <a:gd name="connsiteY51" fmla="*/ 1545675 h 1603018"/>
              <a:gd name="connsiteX52" fmla="*/ 5026564 w 9662615"/>
              <a:gd name="connsiteY52" fmla="*/ 1545376 h 1603018"/>
              <a:gd name="connsiteX53" fmla="*/ 4969433 w 9662615"/>
              <a:gd name="connsiteY53" fmla="*/ 1550865 h 1603018"/>
              <a:gd name="connsiteX54" fmla="*/ 4871726 w 9662615"/>
              <a:gd name="connsiteY54" fmla="*/ 1570584 h 1603018"/>
              <a:gd name="connsiteX55" fmla="*/ 4843267 w 9662615"/>
              <a:gd name="connsiteY55" fmla="*/ 1561459 h 1603018"/>
              <a:gd name="connsiteX56" fmla="*/ 4821058 w 9662615"/>
              <a:gd name="connsiteY56" fmla="*/ 1553078 h 1603018"/>
              <a:gd name="connsiteX57" fmla="*/ 4791466 w 9662615"/>
              <a:gd name="connsiteY57" fmla="*/ 1561324 h 1603018"/>
              <a:gd name="connsiteX58" fmla="*/ 4784247 w 9662615"/>
              <a:gd name="connsiteY58" fmla="*/ 1562342 h 1603018"/>
              <a:gd name="connsiteX59" fmla="*/ 4739309 w 9662615"/>
              <a:gd name="connsiteY59" fmla="*/ 1553948 h 1603018"/>
              <a:gd name="connsiteX60" fmla="*/ 4697562 w 9662615"/>
              <a:gd name="connsiteY60" fmla="*/ 1551206 h 1603018"/>
              <a:gd name="connsiteX61" fmla="*/ 4650737 w 9662615"/>
              <a:gd name="connsiteY61" fmla="*/ 1537381 h 1603018"/>
              <a:gd name="connsiteX62" fmla="*/ 4583150 w 9662615"/>
              <a:gd name="connsiteY62" fmla="*/ 1529064 h 1603018"/>
              <a:gd name="connsiteX63" fmla="*/ 4521734 w 9662615"/>
              <a:gd name="connsiteY63" fmla="*/ 1529359 h 1603018"/>
              <a:gd name="connsiteX64" fmla="*/ 4382398 w 9662615"/>
              <a:gd name="connsiteY64" fmla="*/ 1534108 h 1603018"/>
              <a:gd name="connsiteX65" fmla="*/ 4221826 w 9662615"/>
              <a:gd name="connsiteY65" fmla="*/ 1500972 h 1603018"/>
              <a:gd name="connsiteX66" fmla="*/ 4096601 w 9662615"/>
              <a:gd name="connsiteY66" fmla="*/ 1521563 h 1603018"/>
              <a:gd name="connsiteX67" fmla="*/ 4002441 w 9662615"/>
              <a:gd name="connsiteY67" fmla="*/ 1528912 h 1603018"/>
              <a:gd name="connsiteX68" fmla="*/ 3833906 w 9662615"/>
              <a:gd name="connsiteY68" fmla="*/ 1516637 h 1603018"/>
              <a:gd name="connsiteX69" fmla="*/ 3763845 w 9662615"/>
              <a:gd name="connsiteY69" fmla="*/ 1501782 h 1603018"/>
              <a:gd name="connsiteX70" fmla="*/ 3641778 w 9662615"/>
              <a:gd name="connsiteY70" fmla="*/ 1505446 h 1603018"/>
              <a:gd name="connsiteX71" fmla="*/ 3565233 w 9662615"/>
              <a:gd name="connsiteY71" fmla="*/ 1515122 h 1603018"/>
              <a:gd name="connsiteX72" fmla="*/ 3560267 w 9662615"/>
              <a:gd name="connsiteY72" fmla="*/ 1516288 h 1603018"/>
              <a:gd name="connsiteX73" fmla="*/ 3540258 w 9662615"/>
              <a:gd name="connsiteY73" fmla="*/ 1516976 h 1603018"/>
              <a:gd name="connsiteX74" fmla="*/ 3534780 w 9662615"/>
              <a:gd name="connsiteY74" fmla="*/ 1522141 h 1603018"/>
              <a:gd name="connsiteX75" fmla="*/ 3480929 w 9662615"/>
              <a:gd name="connsiteY75" fmla="*/ 1526739 h 1603018"/>
              <a:gd name="connsiteX76" fmla="*/ 3430805 w 9662615"/>
              <a:gd name="connsiteY76" fmla="*/ 1542521 h 1603018"/>
              <a:gd name="connsiteX77" fmla="*/ 3292707 w 9662615"/>
              <a:gd name="connsiteY77" fmla="*/ 1520490 h 1603018"/>
              <a:gd name="connsiteX78" fmla="*/ 3187872 w 9662615"/>
              <a:gd name="connsiteY78" fmla="*/ 1519991 h 1603018"/>
              <a:gd name="connsiteX79" fmla="*/ 3148026 w 9662615"/>
              <a:gd name="connsiteY79" fmla="*/ 1524777 h 1603018"/>
              <a:gd name="connsiteX80" fmla="*/ 3092394 w 9662615"/>
              <a:gd name="connsiteY80" fmla="*/ 1528115 h 1603018"/>
              <a:gd name="connsiteX81" fmla="*/ 2994200 w 9662615"/>
              <a:gd name="connsiteY81" fmla="*/ 1537857 h 1603018"/>
              <a:gd name="connsiteX82" fmla="*/ 2862301 w 9662615"/>
              <a:gd name="connsiteY82" fmla="*/ 1544250 h 1603018"/>
              <a:gd name="connsiteX83" fmla="*/ 2766335 w 9662615"/>
              <a:gd name="connsiteY83" fmla="*/ 1527662 h 1603018"/>
              <a:gd name="connsiteX84" fmla="*/ 2757836 w 9662615"/>
              <a:gd name="connsiteY84" fmla="*/ 1531371 h 1603018"/>
              <a:gd name="connsiteX85" fmla="*/ 2691555 w 9662615"/>
              <a:gd name="connsiteY85" fmla="*/ 1530283 h 1603018"/>
              <a:gd name="connsiteX86" fmla="*/ 2491676 w 9662615"/>
              <a:gd name="connsiteY86" fmla="*/ 1500859 h 1603018"/>
              <a:gd name="connsiteX87" fmla="*/ 2378036 w 9662615"/>
              <a:gd name="connsiteY87" fmla="*/ 1520645 h 1603018"/>
              <a:gd name="connsiteX88" fmla="*/ 2284269 w 9662615"/>
              <a:gd name="connsiteY88" fmla="*/ 1503068 h 1603018"/>
              <a:gd name="connsiteX89" fmla="*/ 2207104 w 9662615"/>
              <a:gd name="connsiteY89" fmla="*/ 1508888 h 1603018"/>
              <a:gd name="connsiteX90" fmla="*/ 2149226 w 9662615"/>
              <a:gd name="connsiteY90" fmla="*/ 1523409 h 1603018"/>
              <a:gd name="connsiteX91" fmla="*/ 2084783 w 9662615"/>
              <a:gd name="connsiteY91" fmla="*/ 1524245 h 1603018"/>
              <a:gd name="connsiteX92" fmla="*/ 2070075 w 9662615"/>
              <a:gd name="connsiteY92" fmla="*/ 1511285 h 1603018"/>
              <a:gd name="connsiteX93" fmla="*/ 2001057 w 9662615"/>
              <a:gd name="connsiteY93" fmla="*/ 1516449 h 1603018"/>
              <a:gd name="connsiteX94" fmla="*/ 1896330 w 9662615"/>
              <a:gd name="connsiteY94" fmla="*/ 1525725 h 1603018"/>
              <a:gd name="connsiteX95" fmla="*/ 1835994 w 9662615"/>
              <a:gd name="connsiteY95" fmla="*/ 1527678 h 1603018"/>
              <a:gd name="connsiteX96" fmla="*/ 1671119 w 9662615"/>
              <a:gd name="connsiteY96" fmla="*/ 1536701 h 1603018"/>
              <a:gd name="connsiteX97" fmla="*/ 1565556 w 9662615"/>
              <a:gd name="connsiteY97" fmla="*/ 1556503 h 1603018"/>
              <a:gd name="connsiteX98" fmla="*/ 1407755 w 9662615"/>
              <a:gd name="connsiteY98" fmla="*/ 1571444 h 1603018"/>
              <a:gd name="connsiteX99" fmla="*/ 1291872 w 9662615"/>
              <a:gd name="connsiteY99" fmla="*/ 1579471 h 1603018"/>
              <a:gd name="connsiteX100" fmla="*/ 1245251 w 9662615"/>
              <a:gd name="connsiteY100" fmla="*/ 1603018 h 1603018"/>
              <a:gd name="connsiteX101" fmla="*/ 1181938 w 9662615"/>
              <a:gd name="connsiteY101" fmla="*/ 1592789 h 1603018"/>
              <a:gd name="connsiteX102" fmla="*/ 1091432 w 9662615"/>
              <a:gd name="connsiteY102" fmla="*/ 1571003 h 1603018"/>
              <a:gd name="connsiteX103" fmla="*/ 940355 w 9662615"/>
              <a:gd name="connsiteY103" fmla="*/ 1560638 h 1603018"/>
              <a:gd name="connsiteX104" fmla="*/ 868264 w 9662615"/>
              <a:gd name="connsiteY104" fmla="*/ 1566392 h 1603018"/>
              <a:gd name="connsiteX105" fmla="*/ 792765 w 9662615"/>
              <a:gd name="connsiteY105" fmla="*/ 1563102 h 1603018"/>
              <a:gd name="connsiteX106" fmla="*/ 653153 w 9662615"/>
              <a:gd name="connsiteY106" fmla="*/ 1563516 h 1603018"/>
              <a:gd name="connsiteX107" fmla="*/ 541933 w 9662615"/>
              <a:gd name="connsiteY107" fmla="*/ 1561051 h 1603018"/>
              <a:gd name="connsiteX108" fmla="*/ 472797 w 9662615"/>
              <a:gd name="connsiteY108" fmla="*/ 1568904 h 1603018"/>
              <a:gd name="connsiteX109" fmla="*/ 396059 w 9662615"/>
              <a:gd name="connsiteY109" fmla="*/ 1560970 h 1603018"/>
              <a:gd name="connsiteX110" fmla="*/ 336819 w 9662615"/>
              <a:gd name="connsiteY110" fmla="*/ 1560892 h 1603018"/>
              <a:gd name="connsiteX111" fmla="*/ 267163 w 9662615"/>
              <a:gd name="connsiteY111" fmla="*/ 1531913 h 1603018"/>
              <a:gd name="connsiteX112" fmla="*/ 196644 w 9662615"/>
              <a:gd name="connsiteY112" fmla="*/ 1524565 h 1603018"/>
              <a:gd name="connsiteX113" fmla="*/ 86819 w 9662615"/>
              <a:gd name="connsiteY113" fmla="*/ 1519517 h 1603018"/>
              <a:gd name="connsiteX114" fmla="*/ 53369 w 9662615"/>
              <a:gd name="connsiteY114" fmla="*/ 1516853 h 1603018"/>
              <a:gd name="connsiteX115" fmla="*/ 2359 w 9662615"/>
              <a:gd name="connsiteY115" fmla="*/ 1515247 h 1603018"/>
              <a:gd name="connsiteX116" fmla="*/ 0 w 9662615"/>
              <a:gd name="connsiteY116" fmla="*/ 1514932 h 1603018"/>
              <a:gd name="connsiteX117" fmla="*/ 0 w 9662615"/>
              <a:gd name="connsiteY117" fmla="*/ 0 h 1603018"/>
              <a:gd name="connsiteX0" fmla="*/ 0 w 9662615"/>
              <a:gd name="connsiteY0" fmla="*/ 0 h 1603018"/>
              <a:gd name="connsiteX1" fmla="*/ 9662615 w 9662615"/>
              <a:gd name="connsiteY1" fmla="*/ 0 h 1603018"/>
              <a:gd name="connsiteX2" fmla="*/ 9662615 w 9662615"/>
              <a:gd name="connsiteY2" fmla="*/ 1280346 h 1603018"/>
              <a:gd name="connsiteX3" fmla="*/ 9551077 w 9662615"/>
              <a:gd name="connsiteY3" fmla="*/ 1292033 h 1603018"/>
              <a:gd name="connsiteX4" fmla="*/ 9469546 w 9662615"/>
              <a:gd name="connsiteY4" fmla="*/ 1289837 h 1603018"/>
              <a:gd name="connsiteX5" fmla="*/ 9326260 w 9662615"/>
              <a:gd name="connsiteY5" fmla="*/ 1277155 h 1603018"/>
              <a:gd name="connsiteX6" fmla="*/ 9144767 w 9662615"/>
              <a:gd name="connsiteY6" fmla="*/ 1264120 h 1603018"/>
              <a:gd name="connsiteX7" fmla="*/ 8976400 w 9662615"/>
              <a:gd name="connsiteY7" fmla="*/ 1326661 h 1603018"/>
              <a:gd name="connsiteX8" fmla="*/ 8828711 w 9662615"/>
              <a:gd name="connsiteY8" fmla="*/ 1346394 h 1603018"/>
              <a:gd name="connsiteX9" fmla="*/ 8695953 w 9662615"/>
              <a:gd name="connsiteY9" fmla="*/ 1346784 h 1603018"/>
              <a:gd name="connsiteX10" fmla="*/ 8652191 w 9662615"/>
              <a:gd name="connsiteY10" fmla="*/ 1345903 h 1603018"/>
              <a:gd name="connsiteX11" fmla="*/ 8591582 w 9662615"/>
              <a:gd name="connsiteY11" fmla="*/ 1341666 h 1603018"/>
              <a:gd name="connsiteX12" fmla="*/ 8537336 w 9662615"/>
              <a:gd name="connsiteY12" fmla="*/ 1341684 h 1603018"/>
              <a:gd name="connsiteX13" fmla="*/ 8416849 w 9662615"/>
              <a:gd name="connsiteY13" fmla="*/ 1367085 h 1603018"/>
              <a:gd name="connsiteX14" fmla="*/ 8278355 w 9662615"/>
              <a:gd name="connsiteY14" fmla="*/ 1386569 h 1603018"/>
              <a:gd name="connsiteX15" fmla="*/ 8197961 w 9662615"/>
              <a:gd name="connsiteY15" fmla="*/ 1392804 h 1603018"/>
              <a:gd name="connsiteX16" fmla="*/ 8171196 w 9662615"/>
              <a:gd name="connsiteY16" fmla="*/ 1397216 h 1603018"/>
              <a:gd name="connsiteX17" fmla="*/ 8087910 w 9662615"/>
              <a:gd name="connsiteY17" fmla="*/ 1386449 h 1603018"/>
              <a:gd name="connsiteX18" fmla="*/ 7974579 w 9662615"/>
              <a:gd name="connsiteY18" fmla="*/ 1383439 h 1603018"/>
              <a:gd name="connsiteX19" fmla="*/ 7768351 w 9662615"/>
              <a:gd name="connsiteY19" fmla="*/ 1395051 h 1603018"/>
              <a:gd name="connsiteX20" fmla="*/ 7635985 w 9662615"/>
              <a:gd name="connsiteY20" fmla="*/ 1386363 h 1603018"/>
              <a:gd name="connsiteX21" fmla="*/ 7466069 w 9662615"/>
              <a:gd name="connsiteY21" fmla="*/ 1377654 h 1603018"/>
              <a:gd name="connsiteX22" fmla="*/ 7355642 w 9662615"/>
              <a:gd name="connsiteY22" fmla="*/ 1407761 h 1603018"/>
              <a:gd name="connsiteX23" fmla="*/ 7215220 w 9662615"/>
              <a:gd name="connsiteY23" fmla="*/ 1397856 h 1603018"/>
              <a:gd name="connsiteX24" fmla="*/ 7082147 w 9662615"/>
              <a:gd name="connsiteY24" fmla="*/ 1406113 h 1603018"/>
              <a:gd name="connsiteX25" fmla="*/ 6987129 w 9662615"/>
              <a:gd name="connsiteY25" fmla="*/ 1404834 h 1603018"/>
              <a:gd name="connsiteX26" fmla="*/ 6907567 w 9662615"/>
              <a:gd name="connsiteY26" fmla="*/ 1419149 h 1603018"/>
              <a:gd name="connsiteX27" fmla="*/ 6748428 w 9662615"/>
              <a:gd name="connsiteY27" fmla="*/ 1420308 h 1603018"/>
              <a:gd name="connsiteX28" fmla="*/ 6654257 w 9662615"/>
              <a:gd name="connsiteY28" fmla="*/ 1424143 h 1603018"/>
              <a:gd name="connsiteX29" fmla="*/ 6620123 w 9662615"/>
              <a:gd name="connsiteY29" fmla="*/ 1430535 h 1603018"/>
              <a:gd name="connsiteX30" fmla="*/ 6571355 w 9662615"/>
              <a:gd name="connsiteY30" fmla="*/ 1436144 h 1603018"/>
              <a:gd name="connsiteX31" fmla="*/ 6486557 w 9662615"/>
              <a:gd name="connsiteY31" fmla="*/ 1449861 h 1603018"/>
              <a:gd name="connsiteX32" fmla="*/ 6370419 w 9662615"/>
              <a:gd name="connsiteY32" fmla="*/ 1461649 h 1603018"/>
              <a:gd name="connsiteX33" fmla="*/ 6278839 w 9662615"/>
              <a:gd name="connsiteY33" fmla="*/ 1449160 h 1603018"/>
              <a:gd name="connsiteX34" fmla="*/ 6272455 w 9662615"/>
              <a:gd name="connsiteY34" fmla="*/ 1453191 h 1603018"/>
              <a:gd name="connsiteX35" fmla="*/ 6212659 w 9662615"/>
              <a:gd name="connsiteY35" fmla="*/ 1454850 h 1603018"/>
              <a:gd name="connsiteX36" fmla="*/ 6069317 w 9662615"/>
              <a:gd name="connsiteY36" fmla="*/ 1445838 h 1603018"/>
              <a:gd name="connsiteX37" fmla="*/ 5878477 w 9662615"/>
              <a:gd name="connsiteY37" fmla="*/ 1439180 h 1603018"/>
              <a:gd name="connsiteX38" fmla="*/ 5838387 w 9662615"/>
              <a:gd name="connsiteY38" fmla="*/ 1444679 h 1603018"/>
              <a:gd name="connsiteX39" fmla="*/ 5771136 w 9662615"/>
              <a:gd name="connsiteY39" fmla="*/ 1453639 h 1603018"/>
              <a:gd name="connsiteX40" fmla="*/ 5724081 w 9662615"/>
              <a:gd name="connsiteY40" fmla="*/ 1470431 h 1603018"/>
              <a:gd name="connsiteX41" fmla="*/ 5666577 w 9662615"/>
              <a:gd name="connsiteY41" fmla="*/ 1473921 h 1603018"/>
              <a:gd name="connsiteX42" fmla="*/ 5649068 w 9662615"/>
              <a:gd name="connsiteY42" fmla="*/ 1461676 h 1603018"/>
              <a:gd name="connsiteX43" fmla="*/ 5588902 w 9662615"/>
              <a:gd name="connsiteY43" fmla="*/ 1469647 h 1603018"/>
              <a:gd name="connsiteX44" fmla="*/ 5498090 w 9662615"/>
              <a:gd name="connsiteY44" fmla="*/ 1483173 h 1603018"/>
              <a:gd name="connsiteX45" fmla="*/ 5444641 w 9662615"/>
              <a:gd name="connsiteY45" fmla="*/ 1487602 h 1603018"/>
              <a:gd name="connsiteX46" fmla="*/ 5299812 w 9662615"/>
              <a:gd name="connsiteY46" fmla="*/ 1503362 h 1603018"/>
              <a:gd name="connsiteX47" fmla="*/ 5245752 w 9662615"/>
              <a:gd name="connsiteY47" fmla="*/ 1520612 h 1603018"/>
              <a:gd name="connsiteX48" fmla="*/ 5177807 w 9662615"/>
              <a:gd name="connsiteY48" fmla="*/ 1526802 h 1603018"/>
              <a:gd name="connsiteX49" fmla="*/ 5113910 w 9662615"/>
              <a:gd name="connsiteY49" fmla="*/ 1533205 h 1603018"/>
              <a:gd name="connsiteX50" fmla="*/ 5059484 w 9662615"/>
              <a:gd name="connsiteY50" fmla="*/ 1546802 h 1603018"/>
              <a:gd name="connsiteX51" fmla="*/ 5038524 w 9662615"/>
              <a:gd name="connsiteY51" fmla="*/ 1545675 h 1603018"/>
              <a:gd name="connsiteX52" fmla="*/ 5026564 w 9662615"/>
              <a:gd name="connsiteY52" fmla="*/ 1545376 h 1603018"/>
              <a:gd name="connsiteX53" fmla="*/ 4969433 w 9662615"/>
              <a:gd name="connsiteY53" fmla="*/ 1550865 h 1603018"/>
              <a:gd name="connsiteX54" fmla="*/ 4871726 w 9662615"/>
              <a:gd name="connsiteY54" fmla="*/ 1570584 h 1603018"/>
              <a:gd name="connsiteX55" fmla="*/ 4843267 w 9662615"/>
              <a:gd name="connsiteY55" fmla="*/ 1561459 h 1603018"/>
              <a:gd name="connsiteX56" fmla="*/ 4821058 w 9662615"/>
              <a:gd name="connsiteY56" fmla="*/ 1553078 h 1603018"/>
              <a:gd name="connsiteX57" fmla="*/ 4791466 w 9662615"/>
              <a:gd name="connsiteY57" fmla="*/ 1561324 h 1603018"/>
              <a:gd name="connsiteX58" fmla="*/ 4784247 w 9662615"/>
              <a:gd name="connsiteY58" fmla="*/ 1562342 h 1603018"/>
              <a:gd name="connsiteX59" fmla="*/ 4739309 w 9662615"/>
              <a:gd name="connsiteY59" fmla="*/ 1553948 h 1603018"/>
              <a:gd name="connsiteX60" fmla="*/ 4697562 w 9662615"/>
              <a:gd name="connsiteY60" fmla="*/ 1551206 h 1603018"/>
              <a:gd name="connsiteX61" fmla="*/ 4650737 w 9662615"/>
              <a:gd name="connsiteY61" fmla="*/ 1537381 h 1603018"/>
              <a:gd name="connsiteX62" fmla="*/ 4583150 w 9662615"/>
              <a:gd name="connsiteY62" fmla="*/ 1529064 h 1603018"/>
              <a:gd name="connsiteX63" fmla="*/ 4521734 w 9662615"/>
              <a:gd name="connsiteY63" fmla="*/ 1529359 h 1603018"/>
              <a:gd name="connsiteX64" fmla="*/ 4382398 w 9662615"/>
              <a:gd name="connsiteY64" fmla="*/ 1534108 h 1603018"/>
              <a:gd name="connsiteX65" fmla="*/ 4221826 w 9662615"/>
              <a:gd name="connsiteY65" fmla="*/ 1500972 h 1603018"/>
              <a:gd name="connsiteX66" fmla="*/ 4096601 w 9662615"/>
              <a:gd name="connsiteY66" fmla="*/ 1521563 h 1603018"/>
              <a:gd name="connsiteX67" fmla="*/ 4002441 w 9662615"/>
              <a:gd name="connsiteY67" fmla="*/ 1528912 h 1603018"/>
              <a:gd name="connsiteX68" fmla="*/ 3833906 w 9662615"/>
              <a:gd name="connsiteY68" fmla="*/ 1516637 h 1603018"/>
              <a:gd name="connsiteX69" fmla="*/ 3763845 w 9662615"/>
              <a:gd name="connsiteY69" fmla="*/ 1501782 h 1603018"/>
              <a:gd name="connsiteX70" fmla="*/ 3641778 w 9662615"/>
              <a:gd name="connsiteY70" fmla="*/ 1505446 h 1603018"/>
              <a:gd name="connsiteX71" fmla="*/ 3565233 w 9662615"/>
              <a:gd name="connsiteY71" fmla="*/ 1515122 h 1603018"/>
              <a:gd name="connsiteX72" fmla="*/ 3560267 w 9662615"/>
              <a:gd name="connsiteY72" fmla="*/ 1516288 h 1603018"/>
              <a:gd name="connsiteX73" fmla="*/ 3540258 w 9662615"/>
              <a:gd name="connsiteY73" fmla="*/ 1516976 h 1603018"/>
              <a:gd name="connsiteX74" fmla="*/ 3522853 w 9662615"/>
              <a:gd name="connsiteY74" fmla="*/ 1538044 h 1603018"/>
              <a:gd name="connsiteX75" fmla="*/ 3480929 w 9662615"/>
              <a:gd name="connsiteY75" fmla="*/ 1526739 h 1603018"/>
              <a:gd name="connsiteX76" fmla="*/ 3430805 w 9662615"/>
              <a:gd name="connsiteY76" fmla="*/ 1542521 h 1603018"/>
              <a:gd name="connsiteX77" fmla="*/ 3292707 w 9662615"/>
              <a:gd name="connsiteY77" fmla="*/ 1520490 h 1603018"/>
              <a:gd name="connsiteX78" fmla="*/ 3187872 w 9662615"/>
              <a:gd name="connsiteY78" fmla="*/ 1519991 h 1603018"/>
              <a:gd name="connsiteX79" fmla="*/ 3148026 w 9662615"/>
              <a:gd name="connsiteY79" fmla="*/ 1524777 h 1603018"/>
              <a:gd name="connsiteX80" fmla="*/ 3092394 w 9662615"/>
              <a:gd name="connsiteY80" fmla="*/ 1528115 h 1603018"/>
              <a:gd name="connsiteX81" fmla="*/ 2994200 w 9662615"/>
              <a:gd name="connsiteY81" fmla="*/ 1537857 h 1603018"/>
              <a:gd name="connsiteX82" fmla="*/ 2862301 w 9662615"/>
              <a:gd name="connsiteY82" fmla="*/ 1544250 h 1603018"/>
              <a:gd name="connsiteX83" fmla="*/ 2766335 w 9662615"/>
              <a:gd name="connsiteY83" fmla="*/ 1527662 h 1603018"/>
              <a:gd name="connsiteX84" fmla="*/ 2757836 w 9662615"/>
              <a:gd name="connsiteY84" fmla="*/ 1531371 h 1603018"/>
              <a:gd name="connsiteX85" fmla="*/ 2691555 w 9662615"/>
              <a:gd name="connsiteY85" fmla="*/ 1530283 h 1603018"/>
              <a:gd name="connsiteX86" fmla="*/ 2491676 w 9662615"/>
              <a:gd name="connsiteY86" fmla="*/ 1500859 h 1603018"/>
              <a:gd name="connsiteX87" fmla="*/ 2378036 w 9662615"/>
              <a:gd name="connsiteY87" fmla="*/ 1520645 h 1603018"/>
              <a:gd name="connsiteX88" fmla="*/ 2284269 w 9662615"/>
              <a:gd name="connsiteY88" fmla="*/ 1503068 h 1603018"/>
              <a:gd name="connsiteX89" fmla="*/ 2207104 w 9662615"/>
              <a:gd name="connsiteY89" fmla="*/ 1508888 h 1603018"/>
              <a:gd name="connsiteX90" fmla="*/ 2149226 w 9662615"/>
              <a:gd name="connsiteY90" fmla="*/ 1523409 h 1603018"/>
              <a:gd name="connsiteX91" fmla="*/ 2084783 w 9662615"/>
              <a:gd name="connsiteY91" fmla="*/ 1524245 h 1603018"/>
              <a:gd name="connsiteX92" fmla="*/ 2070075 w 9662615"/>
              <a:gd name="connsiteY92" fmla="*/ 1511285 h 1603018"/>
              <a:gd name="connsiteX93" fmla="*/ 2001057 w 9662615"/>
              <a:gd name="connsiteY93" fmla="*/ 1516449 h 1603018"/>
              <a:gd name="connsiteX94" fmla="*/ 1896330 w 9662615"/>
              <a:gd name="connsiteY94" fmla="*/ 1525725 h 1603018"/>
              <a:gd name="connsiteX95" fmla="*/ 1835994 w 9662615"/>
              <a:gd name="connsiteY95" fmla="*/ 1527678 h 1603018"/>
              <a:gd name="connsiteX96" fmla="*/ 1671119 w 9662615"/>
              <a:gd name="connsiteY96" fmla="*/ 1536701 h 1603018"/>
              <a:gd name="connsiteX97" fmla="*/ 1565556 w 9662615"/>
              <a:gd name="connsiteY97" fmla="*/ 1556503 h 1603018"/>
              <a:gd name="connsiteX98" fmla="*/ 1407755 w 9662615"/>
              <a:gd name="connsiteY98" fmla="*/ 1571444 h 1603018"/>
              <a:gd name="connsiteX99" fmla="*/ 1291872 w 9662615"/>
              <a:gd name="connsiteY99" fmla="*/ 1579471 h 1603018"/>
              <a:gd name="connsiteX100" fmla="*/ 1245251 w 9662615"/>
              <a:gd name="connsiteY100" fmla="*/ 1603018 h 1603018"/>
              <a:gd name="connsiteX101" fmla="*/ 1181938 w 9662615"/>
              <a:gd name="connsiteY101" fmla="*/ 1592789 h 1603018"/>
              <a:gd name="connsiteX102" fmla="*/ 1091432 w 9662615"/>
              <a:gd name="connsiteY102" fmla="*/ 1571003 h 1603018"/>
              <a:gd name="connsiteX103" fmla="*/ 940355 w 9662615"/>
              <a:gd name="connsiteY103" fmla="*/ 1560638 h 1603018"/>
              <a:gd name="connsiteX104" fmla="*/ 868264 w 9662615"/>
              <a:gd name="connsiteY104" fmla="*/ 1566392 h 1603018"/>
              <a:gd name="connsiteX105" fmla="*/ 792765 w 9662615"/>
              <a:gd name="connsiteY105" fmla="*/ 1563102 h 1603018"/>
              <a:gd name="connsiteX106" fmla="*/ 653153 w 9662615"/>
              <a:gd name="connsiteY106" fmla="*/ 1563516 h 1603018"/>
              <a:gd name="connsiteX107" fmla="*/ 541933 w 9662615"/>
              <a:gd name="connsiteY107" fmla="*/ 1561051 h 1603018"/>
              <a:gd name="connsiteX108" fmla="*/ 472797 w 9662615"/>
              <a:gd name="connsiteY108" fmla="*/ 1568904 h 1603018"/>
              <a:gd name="connsiteX109" fmla="*/ 396059 w 9662615"/>
              <a:gd name="connsiteY109" fmla="*/ 1560970 h 1603018"/>
              <a:gd name="connsiteX110" fmla="*/ 336819 w 9662615"/>
              <a:gd name="connsiteY110" fmla="*/ 1560892 h 1603018"/>
              <a:gd name="connsiteX111" fmla="*/ 267163 w 9662615"/>
              <a:gd name="connsiteY111" fmla="*/ 1531913 h 1603018"/>
              <a:gd name="connsiteX112" fmla="*/ 196644 w 9662615"/>
              <a:gd name="connsiteY112" fmla="*/ 1524565 h 1603018"/>
              <a:gd name="connsiteX113" fmla="*/ 86819 w 9662615"/>
              <a:gd name="connsiteY113" fmla="*/ 1519517 h 1603018"/>
              <a:gd name="connsiteX114" fmla="*/ 53369 w 9662615"/>
              <a:gd name="connsiteY114" fmla="*/ 1516853 h 1603018"/>
              <a:gd name="connsiteX115" fmla="*/ 2359 w 9662615"/>
              <a:gd name="connsiteY115" fmla="*/ 1515247 h 1603018"/>
              <a:gd name="connsiteX116" fmla="*/ 0 w 9662615"/>
              <a:gd name="connsiteY116" fmla="*/ 1514932 h 1603018"/>
              <a:gd name="connsiteX117" fmla="*/ 0 w 9662615"/>
              <a:gd name="connsiteY117" fmla="*/ 0 h 1603018"/>
              <a:gd name="connsiteX0" fmla="*/ 0 w 9662615"/>
              <a:gd name="connsiteY0" fmla="*/ 0 h 1603018"/>
              <a:gd name="connsiteX1" fmla="*/ 9662615 w 9662615"/>
              <a:gd name="connsiteY1" fmla="*/ 0 h 1603018"/>
              <a:gd name="connsiteX2" fmla="*/ 9662615 w 9662615"/>
              <a:gd name="connsiteY2" fmla="*/ 1280346 h 1603018"/>
              <a:gd name="connsiteX3" fmla="*/ 9551077 w 9662615"/>
              <a:gd name="connsiteY3" fmla="*/ 1292033 h 1603018"/>
              <a:gd name="connsiteX4" fmla="*/ 9469546 w 9662615"/>
              <a:gd name="connsiteY4" fmla="*/ 1289837 h 1603018"/>
              <a:gd name="connsiteX5" fmla="*/ 9326260 w 9662615"/>
              <a:gd name="connsiteY5" fmla="*/ 1277155 h 1603018"/>
              <a:gd name="connsiteX6" fmla="*/ 9144767 w 9662615"/>
              <a:gd name="connsiteY6" fmla="*/ 1264120 h 1603018"/>
              <a:gd name="connsiteX7" fmla="*/ 8976400 w 9662615"/>
              <a:gd name="connsiteY7" fmla="*/ 1326661 h 1603018"/>
              <a:gd name="connsiteX8" fmla="*/ 8828711 w 9662615"/>
              <a:gd name="connsiteY8" fmla="*/ 1346394 h 1603018"/>
              <a:gd name="connsiteX9" fmla="*/ 8695953 w 9662615"/>
              <a:gd name="connsiteY9" fmla="*/ 1346784 h 1603018"/>
              <a:gd name="connsiteX10" fmla="*/ 8652191 w 9662615"/>
              <a:gd name="connsiteY10" fmla="*/ 1345903 h 1603018"/>
              <a:gd name="connsiteX11" fmla="*/ 8591582 w 9662615"/>
              <a:gd name="connsiteY11" fmla="*/ 1341666 h 1603018"/>
              <a:gd name="connsiteX12" fmla="*/ 8537336 w 9662615"/>
              <a:gd name="connsiteY12" fmla="*/ 1341684 h 1603018"/>
              <a:gd name="connsiteX13" fmla="*/ 8416849 w 9662615"/>
              <a:gd name="connsiteY13" fmla="*/ 1367085 h 1603018"/>
              <a:gd name="connsiteX14" fmla="*/ 8278355 w 9662615"/>
              <a:gd name="connsiteY14" fmla="*/ 1386569 h 1603018"/>
              <a:gd name="connsiteX15" fmla="*/ 8197961 w 9662615"/>
              <a:gd name="connsiteY15" fmla="*/ 1392804 h 1603018"/>
              <a:gd name="connsiteX16" fmla="*/ 8171196 w 9662615"/>
              <a:gd name="connsiteY16" fmla="*/ 1397216 h 1603018"/>
              <a:gd name="connsiteX17" fmla="*/ 8087910 w 9662615"/>
              <a:gd name="connsiteY17" fmla="*/ 1386449 h 1603018"/>
              <a:gd name="connsiteX18" fmla="*/ 7974579 w 9662615"/>
              <a:gd name="connsiteY18" fmla="*/ 1383439 h 1603018"/>
              <a:gd name="connsiteX19" fmla="*/ 7768351 w 9662615"/>
              <a:gd name="connsiteY19" fmla="*/ 1395051 h 1603018"/>
              <a:gd name="connsiteX20" fmla="*/ 7635985 w 9662615"/>
              <a:gd name="connsiteY20" fmla="*/ 1386363 h 1603018"/>
              <a:gd name="connsiteX21" fmla="*/ 7466069 w 9662615"/>
              <a:gd name="connsiteY21" fmla="*/ 1377654 h 1603018"/>
              <a:gd name="connsiteX22" fmla="*/ 7355642 w 9662615"/>
              <a:gd name="connsiteY22" fmla="*/ 1407761 h 1603018"/>
              <a:gd name="connsiteX23" fmla="*/ 7215220 w 9662615"/>
              <a:gd name="connsiteY23" fmla="*/ 1397856 h 1603018"/>
              <a:gd name="connsiteX24" fmla="*/ 7082147 w 9662615"/>
              <a:gd name="connsiteY24" fmla="*/ 1406113 h 1603018"/>
              <a:gd name="connsiteX25" fmla="*/ 6987129 w 9662615"/>
              <a:gd name="connsiteY25" fmla="*/ 1404834 h 1603018"/>
              <a:gd name="connsiteX26" fmla="*/ 6907567 w 9662615"/>
              <a:gd name="connsiteY26" fmla="*/ 1419149 h 1603018"/>
              <a:gd name="connsiteX27" fmla="*/ 6748428 w 9662615"/>
              <a:gd name="connsiteY27" fmla="*/ 1420308 h 1603018"/>
              <a:gd name="connsiteX28" fmla="*/ 6654257 w 9662615"/>
              <a:gd name="connsiteY28" fmla="*/ 1424143 h 1603018"/>
              <a:gd name="connsiteX29" fmla="*/ 6620123 w 9662615"/>
              <a:gd name="connsiteY29" fmla="*/ 1430535 h 1603018"/>
              <a:gd name="connsiteX30" fmla="*/ 6571355 w 9662615"/>
              <a:gd name="connsiteY30" fmla="*/ 1436144 h 1603018"/>
              <a:gd name="connsiteX31" fmla="*/ 6486557 w 9662615"/>
              <a:gd name="connsiteY31" fmla="*/ 1449861 h 1603018"/>
              <a:gd name="connsiteX32" fmla="*/ 6370419 w 9662615"/>
              <a:gd name="connsiteY32" fmla="*/ 1461649 h 1603018"/>
              <a:gd name="connsiteX33" fmla="*/ 6278839 w 9662615"/>
              <a:gd name="connsiteY33" fmla="*/ 1449160 h 1603018"/>
              <a:gd name="connsiteX34" fmla="*/ 6272455 w 9662615"/>
              <a:gd name="connsiteY34" fmla="*/ 1453191 h 1603018"/>
              <a:gd name="connsiteX35" fmla="*/ 6212659 w 9662615"/>
              <a:gd name="connsiteY35" fmla="*/ 1454850 h 1603018"/>
              <a:gd name="connsiteX36" fmla="*/ 6069317 w 9662615"/>
              <a:gd name="connsiteY36" fmla="*/ 1445838 h 1603018"/>
              <a:gd name="connsiteX37" fmla="*/ 5878477 w 9662615"/>
              <a:gd name="connsiteY37" fmla="*/ 1439180 h 1603018"/>
              <a:gd name="connsiteX38" fmla="*/ 5838387 w 9662615"/>
              <a:gd name="connsiteY38" fmla="*/ 1444679 h 1603018"/>
              <a:gd name="connsiteX39" fmla="*/ 5771136 w 9662615"/>
              <a:gd name="connsiteY39" fmla="*/ 1453639 h 1603018"/>
              <a:gd name="connsiteX40" fmla="*/ 5724081 w 9662615"/>
              <a:gd name="connsiteY40" fmla="*/ 1470431 h 1603018"/>
              <a:gd name="connsiteX41" fmla="*/ 5666577 w 9662615"/>
              <a:gd name="connsiteY41" fmla="*/ 1473921 h 1603018"/>
              <a:gd name="connsiteX42" fmla="*/ 5649068 w 9662615"/>
              <a:gd name="connsiteY42" fmla="*/ 1461676 h 1603018"/>
              <a:gd name="connsiteX43" fmla="*/ 5588902 w 9662615"/>
              <a:gd name="connsiteY43" fmla="*/ 1469647 h 1603018"/>
              <a:gd name="connsiteX44" fmla="*/ 5498090 w 9662615"/>
              <a:gd name="connsiteY44" fmla="*/ 1483173 h 1603018"/>
              <a:gd name="connsiteX45" fmla="*/ 5444641 w 9662615"/>
              <a:gd name="connsiteY45" fmla="*/ 1487602 h 1603018"/>
              <a:gd name="connsiteX46" fmla="*/ 5299812 w 9662615"/>
              <a:gd name="connsiteY46" fmla="*/ 1503362 h 1603018"/>
              <a:gd name="connsiteX47" fmla="*/ 5245752 w 9662615"/>
              <a:gd name="connsiteY47" fmla="*/ 1520612 h 1603018"/>
              <a:gd name="connsiteX48" fmla="*/ 5177807 w 9662615"/>
              <a:gd name="connsiteY48" fmla="*/ 1526802 h 1603018"/>
              <a:gd name="connsiteX49" fmla="*/ 5113910 w 9662615"/>
              <a:gd name="connsiteY49" fmla="*/ 1533205 h 1603018"/>
              <a:gd name="connsiteX50" fmla="*/ 5059484 w 9662615"/>
              <a:gd name="connsiteY50" fmla="*/ 1546802 h 1603018"/>
              <a:gd name="connsiteX51" fmla="*/ 5038524 w 9662615"/>
              <a:gd name="connsiteY51" fmla="*/ 1545675 h 1603018"/>
              <a:gd name="connsiteX52" fmla="*/ 5026564 w 9662615"/>
              <a:gd name="connsiteY52" fmla="*/ 1545376 h 1603018"/>
              <a:gd name="connsiteX53" fmla="*/ 4969433 w 9662615"/>
              <a:gd name="connsiteY53" fmla="*/ 1550865 h 1603018"/>
              <a:gd name="connsiteX54" fmla="*/ 4871726 w 9662615"/>
              <a:gd name="connsiteY54" fmla="*/ 1570584 h 1603018"/>
              <a:gd name="connsiteX55" fmla="*/ 4843267 w 9662615"/>
              <a:gd name="connsiteY55" fmla="*/ 1561459 h 1603018"/>
              <a:gd name="connsiteX56" fmla="*/ 4821058 w 9662615"/>
              <a:gd name="connsiteY56" fmla="*/ 1553078 h 1603018"/>
              <a:gd name="connsiteX57" fmla="*/ 4791466 w 9662615"/>
              <a:gd name="connsiteY57" fmla="*/ 1561324 h 1603018"/>
              <a:gd name="connsiteX58" fmla="*/ 4784247 w 9662615"/>
              <a:gd name="connsiteY58" fmla="*/ 1562342 h 1603018"/>
              <a:gd name="connsiteX59" fmla="*/ 4739309 w 9662615"/>
              <a:gd name="connsiteY59" fmla="*/ 1553948 h 1603018"/>
              <a:gd name="connsiteX60" fmla="*/ 4697562 w 9662615"/>
              <a:gd name="connsiteY60" fmla="*/ 1551206 h 1603018"/>
              <a:gd name="connsiteX61" fmla="*/ 4650737 w 9662615"/>
              <a:gd name="connsiteY61" fmla="*/ 1537381 h 1603018"/>
              <a:gd name="connsiteX62" fmla="*/ 4583150 w 9662615"/>
              <a:gd name="connsiteY62" fmla="*/ 1529064 h 1603018"/>
              <a:gd name="connsiteX63" fmla="*/ 4521734 w 9662615"/>
              <a:gd name="connsiteY63" fmla="*/ 1529359 h 1603018"/>
              <a:gd name="connsiteX64" fmla="*/ 4382398 w 9662615"/>
              <a:gd name="connsiteY64" fmla="*/ 1534108 h 1603018"/>
              <a:gd name="connsiteX65" fmla="*/ 4221826 w 9662615"/>
              <a:gd name="connsiteY65" fmla="*/ 1500972 h 1603018"/>
              <a:gd name="connsiteX66" fmla="*/ 4096601 w 9662615"/>
              <a:gd name="connsiteY66" fmla="*/ 1521563 h 1603018"/>
              <a:gd name="connsiteX67" fmla="*/ 4002441 w 9662615"/>
              <a:gd name="connsiteY67" fmla="*/ 1528912 h 1603018"/>
              <a:gd name="connsiteX68" fmla="*/ 3833906 w 9662615"/>
              <a:gd name="connsiteY68" fmla="*/ 1516637 h 1603018"/>
              <a:gd name="connsiteX69" fmla="*/ 3763845 w 9662615"/>
              <a:gd name="connsiteY69" fmla="*/ 1501782 h 1603018"/>
              <a:gd name="connsiteX70" fmla="*/ 3641778 w 9662615"/>
              <a:gd name="connsiteY70" fmla="*/ 1505446 h 1603018"/>
              <a:gd name="connsiteX71" fmla="*/ 3612941 w 9662615"/>
              <a:gd name="connsiteY71" fmla="*/ 1411755 h 1603018"/>
              <a:gd name="connsiteX72" fmla="*/ 3560267 w 9662615"/>
              <a:gd name="connsiteY72" fmla="*/ 1516288 h 1603018"/>
              <a:gd name="connsiteX73" fmla="*/ 3540258 w 9662615"/>
              <a:gd name="connsiteY73" fmla="*/ 1516976 h 1603018"/>
              <a:gd name="connsiteX74" fmla="*/ 3522853 w 9662615"/>
              <a:gd name="connsiteY74" fmla="*/ 1538044 h 1603018"/>
              <a:gd name="connsiteX75" fmla="*/ 3480929 w 9662615"/>
              <a:gd name="connsiteY75" fmla="*/ 1526739 h 1603018"/>
              <a:gd name="connsiteX76" fmla="*/ 3430805 w 9662615"/>
              <a:gd name="connsiteY76" fmla="*/ 1542521 h 1603018"/>
              <a:gd name="connsiteX77" fmla="*/ 3292707 w 9662615"/>
              <a:gd name="connsiteY77" fmla="*/ 1520490 h 1603018"/>
              <a:gd name="connsiteX78" fmla="*/ 3187872 w 9662615"/>
              <a:gd name="connsiteY78" fmla="*/ 1519991 h 1603018"/>
              <a:gd name="connsiteX79" fmla="*/ 3148026 w 9662615"/>
              <a:gd name="connsiteY79" fmla="*/ 1524777 h 1603018"/>
              <a:gd name="connsiteX80" fmla="*/ 3092394 w 9662615"/>
              <a:gd name="connsiteY80" fmla="*/ 1528115 h 1603018"/>
              <a:gd name="connsiteX81" fmla="*/ 2994200 w 9662615"/>
              <a:gd name="connsiteY81" fmla="*/ 1537857 h 1603018"/>
              <a:gd name="connsiteX82" fmla="*/ 2862301 w 9662615"/>
              <a:gd name="connsiteY82" fmla="*/ 1544250 h 1603018"/>
              <a:gd name="connsiteX83" fmla="*/ 2766335 w 9662615"/>
              <a:gd name="connsiteY83" fmla="*/ 1527662 h 1603018"/>
              <a:gd name="connsiteX84" fmla="*/ 2757836 w 9662615"/>
              <a:gd name="connsiteY84" fmla="*/ 1531371 h 1603018"/>
              <a:gd name="connsiteX85" fmla="*/ 2691555 w 9662615"/>
              <a:gd name="connsiteY85" fmla="*/ 1530283 h 1603018"/>
              <a:gd name="connsiteX86" fmla="*/ 2491676 w 9662615"/>
              <a:gd name="connsiteY86" fmla="*/ 1500859 h 1603018"/>
              <a:gd name="connsiteX87" fmla="*/ 2378036 w 9662615"/>
              <a:gd name="connsiteY87" fmla="*/ 1520645 h 1603018"/>
              <a:gd name="connsiteX88" fmla="*/ 2284269 w 9662615"/>
              <a:gd name="connsiteY88" fmla="*/ 1503068 h 1603018"/>
              <a:gd name="connsiteX89" fmla="*/ 2207104 w 9662615"/>
              <a:gd name="connsiteY89" fmla="*/ 1508888 h 1603018"/>
              <a:gd name="connsiteX90" fmla="*/ 2149226 w 9662615"/>
              <a:gd name="connsiteY90" fmla="*/ 1523409 h 1603018"/>
              <a:gd name="connsiteX91" fmla="*/ 2084783 w 9662615"/>
              <a:gd name="connsiteY91" fmla="*/ 1524245 h 1603018"/>
              <a:gd name="connsiteX92" fmla="*/ 2070075 w 9662615"/>
              <a:gd name="connsiteY92" fmla="*/ 1511285 h 1603018"/>
              <a:gd name="connsiteX93" fmla="*/ 2001057 w 9662615"/>
              <a:gd name="connsiteY93" fmla="*/ 1516449 h 1603018"/>
              <a:gd name="connsiteX94" fmla="*/ 1896330 w 9662615"/>
              <a:gd name="connsiteY94" fmla="*/ 1525725 h 1603018"/>
              <a:gd name="connsiteX95" fmla="*/ 1835994 w 9662615"/>
              <a:gd name="connsiteY95" fmla="*/ 1527678 h 1603018"/>
              <a:gd name="connsiteX96" fmla="*/ 1671119 w 9662615"/>
              <a:gd name="connsiteY96" fmla="*/ 1536701 h 1603018"/>
              <a:gd name="connsiteX97" fmla="*/ 1565556 w 9662615"/>
              <a:gd name="connsiteY97" fmla="*/ 1556503 h 1603018"/>
              <a:gd name="connsiteX98" fmla="*/ 1407755 w 9662615"/>
              <a:gd name="connsiteY98" fmla="*/ 1571444 h 1603018"/>
              <a:gd name="connsiteX99" fmla="*/ 1291872 w 9662615"/>
              <a:gd name="connsiteY99" fmla="*/ 1579471 h 1603018"/>
              <a:gd name="connsiteX100" fmla="*/ 1245251 w 9662615"/>
              <a:gd name="connsiteY100" fmla="*/ 1603018 h 1603018"/>
              <a:gd name="connsiteX101" fmla="*/ 1181938 w 9662615"/>
              <a:gd name="connsiteY101" fmla="*/ 1592789 h 1603018"/>
              <a:gd name="connsiteX102" fmla="*/ 1091432 w 9662615"/>
              <a:gd name="connsiteY102" fmla="*/ 1571003 h 1603018"/>
              <a:gd name="connsiteX103" fmla="*/ 940355 w 9662615"/>
              <a:gd name="connsiteY103" fmla="*/ 1560638 h 1603018"/>
              <a:gd name="connsiteX104" fmla="*/ 868264 w 9662615"/>
              <a:gd name="connsiteY104" fmla="*/ 1566392 h 1603018"/>
              <a:gd name="connsiteX105" fmla="*/ 792765 w 9662615"/>
              <a:gd name="connsiteY105" fmla="*/ 1563102 h 1603018"/>
              <a:gd name="connsiteX106" fmla="*/ 653153 w 9662615"/>
              <a:gd name="connsiteY106" fmla="*/ 1563516 h 1603018"/>
              <a:gd name="connsiteX107" fmla="*/ 541933 w 9662615"/>
              <a:gd name="connsiteY107" fmla="*/ 1561051 h 1603018"/>
              <a:gd name="connsiteX108" fmla="*/ 472797 w 9662615"/>
              <a:gd name="connsiteY108" fmla="*/ 1568904 h 1603018"/>
              <a:gd name="connsiteX109" fmla="*/ 396059 w 9662615"/>
              <a:gd name="connsiteY109" fmla="*/ 1560970 h 1603018"/>
              <a:gd name="connsiteX110" fmla="*/ 336819 w 9662615"/>
              <a:gd name="connsiteY110" fmla="*/ 1560892 h 1603018"/>
              <a:gd name="connsiteX111" fmla="*/ 267163 w 9662615"/>
              <a:gd name="connsiteY111" fmla="*/ 1531913 h 1603018"/>
              <a:gd name="connsiteX112" fmla="*/ 196644 w 9662615"/>
              <a:gd name="connsiteY112" fmla="*/ 1524565 h 1603018"/>
              <a:gd name="connsiteX113" fmla="*/ 86819 w 9662615"/>
              <a:gd name="connsiteY113" fmla="*/ 1519517 h 1603018"/>
              <a:gd name="connsiteX114" fmla="*/ 53369 w 9662615"/>
              <a:gd name="connsiteY114" fmla="*/ 1516853 h 1603018"/>
              <a:gd name="connsiteX115" fmla="*/ 2359 w 9662615"/>
              <a:gd name="connsiteY115" fmla="*/ 1515247 h 1603018"/>
              <a:gd name="connsiteX116" fmla="*/ 0 w 9662615"/>
              <a:gd name="connsiteY116" fmla="*/ 1514932 h 1603018"/>
              <a:gd name="connsiteX117" fmla="*/ 0 w 9662615"/>
              <a:gd name="connsiteY117" fmla="*/ 0 h 1603018"/>
              <a:gd name="connsiteX0" fmla="*/ 0 w 9662615"/>
              <a:gd name="connsiteY0" fmla="*/ 0 h 1603018"/>
              <a:gd name="connsiteX1" fmla="*/ 9662615 w 9662615"/>
              <a:gd name="connsiteY1" fmla="*/ 0 h 1603018"/>
              <a:gd name="connsiteX2" fmla="*/ 9662615 w 9662615"/>
              <a:gd name="connsiteY2" fmla="*/ 1280346 h 1603018"/>
              <a:gd name="connsiteX3" fmla="*/ 9551077 w 9662615"/>
              <a:gd name="connsiteY3" fmla="*/ 1292033 h 1603018"/>
              <a:gd name="connsiteX4" fmla="*/ 9469546 w 9662615"/>
              <a:gd name="connsiteY4" fmla="*/ 1289837 h 1603018"/>
              <a:gd name="connsiteX5" fmla="*/ 9326260 w 9662615"/>
              <a:gd name="connsiteY5" fmla="*/ 1277155 h 1603018"/>
              <a:gd name="connsiteX6" fmla="*/ 9144767 w 9662615"/>
              <a:gd name="connsiteY6" fmla="*/ 1264120 h 1603018"/>
              <a:gd name="connsiteX7" fmla="*/ 8976400 w 9662615"/>
              <a:gd name="connsiteY7" fmla="*/ 1326661 h 1603018"/>
              <a:gd name="connsiteX8" fmla="*/ 8828711 w 9662615"/>
              <a:gd name="connsiteY8" fmla="*/ 1346394 h 1603018"/>
              <a:gd name="connsiteX9" fmla="*/ 8695953 w 9662615"/>
              <a:gd name="connsiteY9" fmla="*/ 1346784 h 1603018"/>
              <a:gd name="connsiteX10" fmla="*/ 8652191 w 9662615"/>
              <a:gd name="connsiteY10" fmla="*/ 1345903 h 1603018"/>
              <a:gd name="connsiteX11" fmla="*/ 8591582 w 9662615"/>
              <a:gd name="connsiteY11" fmla="*/ 1341666 h 1603018"/>
              <a:gd name="connsiteX12" fmla="*/ 8537336 w 9662615"/>
              <a:gd name="connsiteY12" fmla="*/ 1341684 h 1603018"/>
              <a:gd name="connsiteX13" fmla="*/ 8416849 w 9662615"/>
              <a:gd name="connsiteY13" fmla="*/ 1367085 h 1603018"/>
              <a:gd name="connsiteX14" fmla="*/ 8278355 w 9662615"/>
              <a:gd name="connsiteY14" fmla="*/ 1386569 h 1603018"/>
              <a:gd name="connsiteX15" fmla="*/ 8197961 w 9662615"/>
              <a:gd name="connsiteY15" fmla="*/ 1392804 h 1603018"/>
              <a:gd name="connsiteX16" fmla="*/ 8171196 w 9662615"/>
              <a:gd name="connsiteY16" fmla="*/ 1397216 h 1603018"/>
              <a:gd name="connsiteX17" fmla="*/ 8087910 w 9662615"/>
              <a:gd name="connsiteY17" fmla="*/ 1386449 h 1603018"/>
              <a:gd name="connsiteX18" fmla="*/ 7974579 w 9662615"/>
              <a:gd name="connsiteY18" fmla="*/ 1383439 h 1603018"/>
              <a:gd name="connsiteX19" fmla="*/ 7768351 w 9662615"/>
              <a:gd name="connsiteY19" fmla="*/ 1395051 h 1603018"/>
              <a:gd name="connsiteX20" fmla="*/ 7635985 w 9662615"/>
              <a:gd name="connsiteY20" fmla="*/ 1386363 h 1603018"/>
              <a:gd name="connsiteX21" fmla="*/ 7466069 w 9662615"/>
              <a:gd name="connsiteY21" fmla="*/ 1377654 h 1603018"/>
              <a:gd name="connsiteX22" fmla="*/ 7355642 w 9662615"/>
              <a:gd name="connsiteY22" fmla="*/ 1407761 h 1603018"/>
              <a:gd name="connsiteX23" fmla="*/ 7215220 w 9662615"/>
              <a:gd name="connsiteY23" fmla="*/ 1397856 h 1603018"/>
              <a:gd name="connsiteX24" fmla="*/ 7082147 w 9662615"/>
              <a:gd name="connsiteY24" fmla="*/ 1406113 h 1603018"/>
              <a:gd name="connsiteX25" fmla="*/ 6987129 w 9662615"/>
              <a:gd name="connsiteY25" fmla="*/ 1404834 h 1603018"/>
              <a:gd name="connsiteX26" fmla="*/ 6907567 w 9662615"/>
              <a:gd name="connsiteY26" fmla="*/ 1419149 h 1603018"/>
              <a:gd name="connsiteX27" fmla="*/ 6748428 w 9662615"/>
              <a:gd name="connsiteY27" fmla="*/ 1420308 h 1603018"/>
              <a:gd name="connsiteX28" fmla="*/ 6654257 w 9662615"/>
              <a:gd name="connsiteY28" fmla="*/ 1424143 h 1603018"/>
              <a:gd name="connsiteX29" fmla="*/ 6620123 w 9662615"/>
              <a:gd name="connsiteY29" fmla="*/ 1430535 h 1603018"/>
              <a:gd name="connsiteX30" fmla="*/ 6571355 w 9662615"/>
              <a:gd name="connsiteY30" fmla="*/ 1436144 h 1603018"/>
              <a:gd name="connsiteX31" fmla="*/ 6486557 w 9662615"/>
              <a:gd name="connsiteY31" fmla="*/ 1449861 h 1603018"/>
              <a:gd name="connsiteX32" fmla="*/ 6370419 w 9662615"/>
              <a:gd name="connsiteY32" fmla="*/ 1461649 h 1603018"/>
              <a:gd name="connsiteX33" fmla="*/ 6278839 w 9662615"/>
              <a:gd name="connsiteY33" fmla="*/ 1449160 h 1603018"/>
              <a:gd name="connsiteX34" fmla="*/ 6272455 w 9662615"/>
              <a:gd name="connsiteY34" fmla="*/ 1453191 h 1603018"/>
              <a:gd name="connsiteX35" fmla="*/ 6212659 w 9662615"/>
              <a:gd name="connsiteY35" fmla="*/ 1454850 h 1603018"/>
              <a:gd name="connsiteX36" fmla="*/ 6069317 w 9662615"/>
              <a:gd name="connsiteY36" fmla="*/ 1445838 h 1603018"/>
              <a:gd name="connsiteX37" fmla="*/ 5878477 w 9662615"/>
              <a:gd name="connsiteY37" fmla="*/ 1439180 h 1603018"/>
              <a:gd name="connsiteX38" fmla="*/ 5838387 w 9662615"/>
              <a:gd name="connsiteY38" fmla="*/ 1444679 h 1603018"/>
              <a:gd name="connsiteX39" fmla="*/ 5771136 w 9662615"/>
              <a:gd name="connsiteY39" fmla="*/ 1453639 h 1603018"/>
              <a:gd name="connsiteX40" fmla="*/ 5724081 w 9662615"/>
              <a:gd name="connsiteY40" fmla="*/ 1470431 h 1603018"/>
              <a:gd name="connsiteX41" fmla="*/ 5666577 w 9662615"/>
              <a:gd name="connsiteY41" fmla="*/ 1473921 h 1603018"/>
              <a:gd name="connsiteX42" fmla="*/ 5649068 w 9662615"/>
              <a:gd name="connsiteY42" fmla="*/ 1461676 h 1603018"/>
              <a:gd name="connsiteX43" fmla="*/ 5588902 w 9662615"/>
              <a:gd name="connsiteY43" fmla="*/ 1469647 h 1603018"/>
              <a:gd name="connsiteX44" fmla="*/ 5498090 w 9662615"/>
              <a:gd name="connsiteY44" fmla="*/ 1483173 h 1603018"/>
              <a:gd name="connsiteX45" fmla="*/ 5444641 w 9662615"/>
              <a:gd name="connsiteY45" fmla="*/ 1487602 h 1603018"/>
              <a:gd name="connsiteX46" fmla="*/ 5299812 w 9662615"/>
              <a:gd name="connsiteY46" fmla="*/ 1503362 h 1603018"/>
              <a:gd name="connsiteX47" fmla="*/ 5245752 w 9662615"/>
              <a:gd name="connsiteY47" fmla="*/ 1520612 h 1603018"/>
              <a:gd name="connsiteX48" fmla="*/ 5177807 w 9662615"/>
              <a:gd name="connsiteY48" fmla="*/ 1526802 h 1603018"/>
              <a:gd name="connsiteX49" fmla="*/ 5113910 w 9662615"/>
              <a:gd name="connsiteY49" fmla="*/ 1533205 h 1603018"/>
              <a:gd name="connsiteX50" fmla="*/ 5059484 w 9662615"/>
              <a:gd name="connsiteY50" fmla="*/ 1546802 h 1603018"/>
              <a:gd name="connsiteX51" fmla="*/ 5038524 w 9662615"/>
              <a:gd name="connsiteY51" fmla="*/ 1545675 h 1603018"/>
              <a:gd name="connsiteX52" fmla="*/ 5026564 w 9662615"/>
              <a:gd name="connsiteY52" fmla="*/ 1545376 h 1603018"/>
              <a:gd name="connsiteX53" fmla="*/ 4969433 w 9662615"/>
              <a:gd name="connsiteY53" fmla="*/ 1550865 h 1603018"/>
              <a:gd name="connsiteX54" fmla="*/ 4871726 w 9662615"/>
              <a:gd name="connsiteY54" fmla="*/ 1570584 h 1603018"/>
              <a:gd name="connsiteX55" fmla="*/ 4843267 w 9662615"/>
              <a:gd name="connsiteY55" fmla="*/ 1561459 h 1603018"/>
              <a:gd name="connsiteX56" fmla="*/ 4821058 w 9662615"/>
              <a:gd name="connsiteY56" fmla="*/ 1553078 h 1603018"/>
              <a:gd name="connsiteX57" fmla="*/ 4791466 w 9662615"/>
              <a:gd name="connsiteY57" fmla="*/ 1561324 h 1603018"/>
              <a:gd name="connsiteX58" fmla="*/ 4784247 w 9662615"/>
              <a:gd name="connsiteY58" fmla="*/ 1562342 h 1603018"/>
              <a:gd name="connsiteX59" fmla="*/ 4739309 w 9662615"/>
              <a:gd name="connsiteY59" fmla="*/ 1553948 h 1603018"/>
              <a:gd name="connsiteX60" fmla="*/ 4697562 w 9662615"/>
              <a:gd name="connsiteY60" fmla="*/ 1551206 h 1603018"/>
              <a:gd name="connsiteX61" fmla="*/ 4650737 w 9662615"/>
              <a:gd name="connsiteY61" fmla="*/ 1537381 h 1603018"/>
              <a:gd name="connsiteX62" fmla="*/ 4583150 w 9662615"/>
              <a:gd name="connsiteY62" fmla="*/ 1529064 h 1603018"/>
              <a:gd name="connsiteX63" fmla="*/ 4521734 w 9662615"/>
              <a:gd name="connsiteY63" fmla="*/ 1529359 h 1603018"/>
              <a:gd name="connsiteX64" fmla="*/ 4382398 w 9662615"/>
              <a:gd name="connsiteY64" fmla="*/ 1534108 h 1603018"/>
              <a:gd name="connsiteX65" fmla="*/ 4221826 w 9662615"/>
              <a:gd name="connsiteY65" fmla="*/ 1500972 h 1603018"/>
              <a:gd name="connsiteX66" fmla="*/ 4096601 w 9662615"/>
              <a:gd name="connsiteY66" fmla="*/ 1521563 h 1603018"/>
              <a:gd name="connsiteX67" fmla="*/ 4002441 w 9662615"/>
              <a:gd name="connsiteY67" fmla="*/ 1528912 h 1603018"/>
              <a:gd name="connsiteX68" fmla="*/ 3833906 w 9662615"/>
              <a:gd name="connsiteY68" fmla="*/ 1516637 h 1603018"/>
              <a:gd name="connsiteX69" fmla="*/ 3763845 w 9662615"/>
              <a:gd name="connsiteY69" fmla="*/ 1501782 h 1603018"/>
              <a:gd name="connsiteX70" fmla="*/ 3641778 w 9662615"/>
              <a:gd name="connsiteY70" fmla="*/ 1505446 h 1603018"/>
              <a:gd name="connsiteX71" fmla="*/ 3612941 w 9662615"/>
              <a:gd name="connsiteY71" fmla="*/ 1411755 h 1603018"/>
              <a:gd name="connsiteX72" fmla="*/ 3576170 w 9662615"/>
              <a:gd name="connsiteY72" fmla="*/ 1516288 h 1603018"/>
              <a:gd name="connsiteX73" fmla="*/ 3540258 w 9662615"/>
              <a:gd name="connsiteY73" fmla="*/ 1516976 h 1603018"/>
              <a:gd name="connsiteX74" fmla="*/ 3522853 w 9662615"/>
              <a:gd name="connsiteY74" fmla="*/ 1538044 h 1603018"/>
              <a:gd name="connsiteX75" fmla="*/ 3480929 w 9662615"/>
              <a:gd name="connsiteY75" fmla="*/ 1526739 h 1603018"/>
              <a:gd name="connsiteX76" fmla="*/ 3430805 w 9662615"/>
              <a:gd name="connsiteY76" fmla="*/ 1542521 h 1603018"/>
              <a:gd name="connsiteX77" fmla="*/ 3292707 w 9662615"/>
              <a:gd name="connsiteY77" fmla="*/ 1520490 h 1603018"/>
              <a:gd name="connsiteX78" fmla="*/ 3187872 w 9662615"/>
              <a:gd name="connsiteY78" fmla="*/ 1519991 h 1603018"/>
              <a:gd name="connsiteX79" fmla="*/ 3148026 w 9662615"/>
              <a:gd name="connsiteY79" fmla="*/ 1524777 h 1603018"/>
              <a:gd name="connsiteX80" fmla="*/ 3092394 w 9662615"/>
              <a:gd name="connsiteY80" fmla="*/ 1528115 h 1603018"/>
              <a:gd name="connsiteX81" fmla="*/ 2994200 w 9662615"/>
              <a:gd name="connsiteY81" fmla="*/ 1537857 h 1603018"/>
              <a:gd name="connsiteX82" fmla="*/ 2862301 w 9662615"/>
              <a:gd name="connsiteY82" fmla="*/ 1544250 h 1603018"/>
              <a:gd name="connsiteX83" fmla="*/ 2766335 w 9662615"/>
              <a:gd name="connsiteY83" fmla="*/ 1527662 h 1603018"/>
              <a:gd name="connsiteX84" fmla="*/ 2757836 w 9662615"/>
              <a:gd name="connsiteY84" fmla="*/ 1531371 h 1603018"/>
              <a:gd name="connsiteX85" fmla="*/ 2691555 w 9662615"/>
              <a:gd name="connsiteY85" fmla="*/ 1530283 h 1603018"/>
              <a:gd name="connsiteX86" fmla="*/ 2491676 w 9662615"/>
              <a:gd name="connsiteY86" fmla="*/ 1500859 h 1603018"/>
              <a:gd name="connsiteX87" fmla="*/ 2378036 w 9662615"/>
              <a:gd name="connsiteY87" fmla="*/ 1520645 h 1603018"/>
              <a:gd name="connsiteX88" fmla="*/ 2284269 w 9662615"/>
              <a:gd name="connsiteY88" fmla="*/ 1503068 h 1603018"/>
              <a:gd name="connsiteX89" fmla="*/ 2207104 w 9662615"/>
              <a:gd name="connsiteY89" fmla="*/ 1508888 h 1603018"/>
              <a:gd name="connsiteX90" fmla="*/ 2149226 w 9662615"/>
              <a:gd name="connsiteY90" fmla="*/ 1523409 h 1603018"/>
              <a:gd name="connsiteX91" fmla="*/ 2084783 w 9662615"/>
              <a:gd name="connsiteY91" fmla="*/ 1524245 h 1603018"/>
              <a:gd name="connsiteX92" fmla="*/ 2070075 w 9662615"/>
              <a:gd name="connsiteY92" fmla="*/ 1511285 h 1603018"/>
              <a:gd name="connsiteX93" fmla="*/ 2001057 w 9662615"/>
              <a:gd name="connsiteY93" fmla="*/ 1516449 h 1603018"/>
              <a:gd name="connsiteX94" fmla="*/ 1896330 w 9662615"/>
              <a:gd name="connsiteY94" fmla="*/ 1525725 h 1603018"/>
              <a:gd name="connsiteX95" fmla="*/ 1835994 w 9662615"/>
              <a:gd name="connsiteY95" fmla="*/ 1527678 h 1603018"/>
              <a:gd name="connsiteX96" fmla="*/ 1671119 w 9662615"/>
              <a:gd name="connsiteY96" fmla="*/ 1536701 h 1603018"/>
              <a:gd name="connsiteX97" fmla="*/ 1565556 w 9662615"/>
              <a:gd name="connsiteY97" fmla="*/ 1556503 h 1603018"/>
              <a:gd name="connsiteX98" fmla="*/ 1407755 w 9662615"/>
              <a:gd name="connsiteY98" fmla="*/ 1571444 h 1603018"/>
              <a:gd name="connsiteX99" fmla="*/ 1291872 w 9662615"/>
              <a:gd name="connsiteY99" fmla="*/ 1579471 h 1603018"/>
              <a:gd name="connsiteX100" fmla="*/ 1245251 w 9662615"/>
              <a:gd name="connsiteY100" fmla="*/ 1603018 h 1603018"/>
              <a:gd name="connsiteX101" fmla="*/ 1181938 w 9662615"/>
              <a:gd name="connsiteY101" fmla="*/ 1592789 h 1603018"/>
              <a:gd name="connsiteX102" fmla="*/ 1091432 w 9662615"/>
              <a:gd name="connsiteY102" fmla="*/ 1571003 h 1603018"/>
              <a:gd name="connsiteX103" fmla="*/ 940355 w 9662615"/>
              <a:gd name="connsiteY103" fmla="*/ 1560638 h 1603018"/>
              <a:gd name="connsiteX104" fmla="*/ 868264 w 9662615"/>
              <a:gd name="connsiteY104" fmla="*/ 1566392 h 1603018"/>
              <a:gd name="connsiteX105" fmla="*/ 792765 w 9662615"/>
              <a:gd name="connsiteY105" fmla="*/ 1563102 h 1603018"/>
              <a:gd name="connsiteX106" fmla="*/ 653153 w 9662615"/>
              <a:gd name="connsiteY106" fmla="*/ 1563516 h 1603018"/>
              <a:gd name="connsiteX107" fmla="*/ 541933 w 9662615"/>
              <a:gd name="connsiteY107" fmla="*/ 1561051 h 1603018"/>
              <a:gd name="connsiteX108" fmla="*/ 472797 w 9662615"/>
              <a:gd name="connsiteY108" fmla="*/ 1568904 h 1603018"/>
              <a:gd name="connsiteX109" fmla="*/ 396059 w 9662615"/>
              <a:gd name="connsiteY109" fmla="*/ 1560970 h 1603018"/>
              <a:gd name="connsiteX110" fmla="*/ 336819 w 9662615"/>
              <a:gd name="connsiteY110" fmla="*/ 1560892 h 1603018"/>
              <a:gd name="connsiteX111" fmla="*/ 267163 w 9662615"/>
              <a:gd name="connsiteY111" fmla="*/ 1531913 h 1603018"/>
              <a:gd name="connsiteX112" fmla="*/ 196644 w 9662615"/>
              <a:gd name="connsiteY112" fmla="*/ 1524565 h 1603018"/>
              <a:gd name="connsiteX113" fmla="*/ 86819 w 9662615"/>
              <a:gd name="connsiteY113" fmla="*/ 1519517 h 1603018"/>
              <a:gd name="connsiteX114" fmla="*/ 53369 w 9662615"/>
              <a:gd name="connsiteY114" fmla="*/ 1516853 h 1603018"/>
              <a:gd name="connsiteX115" fmla="*/ 2359 w 9662615"/>
              <a:gd name="connsiteY115" fmla="*/ 1515247 h 1603018"/>
              <a:gd name="connsiteX116" fmla="*/ 0 w 9662615"/>
              <a:gd name="connsiteY116" fmla="*/ 1514932 h 1603018"/>
              <a:gd name="connsiteX117" fmla="*/ 0 w 9662615"/>
              <a:gd name="connsiteY117" fmla="*/ 0 h 1603018"/>
              <a:gd name="connsiteX0" fmla="*/ 0 w 9662615"/>
              <a:gd name="connsiteY0" fmla="*/ 0 h 1603018"/>
              <a:gd name="connsiteX1" fmla="*/ 9662615 w 9662615"/>
              <a:gd name="connsiteY1" fmla="*/ 0 h 1603018"/>
              <a:gd name="connsiteX2" fmla="*/ 9662615 w 9662615"/>
              <a:gd name="connsiteY2" fmla="*/ 1280346 h 1603018"/>
              <a:gd name="connsiteX3" fmla="*/ 9551077 w 9662615"/>
              <a:gd name="connsiteY3" fmla="*/ 1292033 h 1603018"/>
              <a:gd name="connsiteX4" fmla="*/ 9469546 w 9662615"/>
              <a:gd name="connsiteY4" fmla="*/ 1289837 h 1603018"/>
              <a:gd name="connsiteX5" fmla="*/ 9326260 w 9662615"/>
              <a:gd name="connsiteY5" fmla="*/ 1277155 h 1603018"/>
              <a:gd name="connsiteX6" fmla="*/ 9144767 w 9662615"/>
              <a:gd name="connsiteY6" fmla="*/ 1264120 h 1603018"/>
              <a:gd name="connsiteX7" fmla="*/ 8976400 w 9662615"/>
              <a:gd name="connsiteY7" fmla="*/ 1326661 h 1603018"/>
              <a:gd name="connsiteX8" fmla="*/ 8828711 w 9662615"/>
              <a:gd name="connsiteY8" fmla="*/ 1346394 h 1603018"/>
              <a:gd name="connsiteX9" fmla="*/ 8695953 w 9662615"/>
              <a:gd name="connsiteY9" fmla="*/ 1346784 h 1603018"/>
              <a:gd name="connsiteX10" fmla="*/ 8652191 w 9662615"/>
              <a:gd name="connsiteY10" fmla="*/ 1345903 h 1603018"/>
              <a:gd name="connsiteX11" fmla="*/ 8591582 w 9662615"/>
              <a:gd name="connsiteY11" fmla="*/ 1341666 h 1603018"/>
              <a:gd name="connsiteX12" fmla="*/ 8537336 w 9662615"/>
              <a:gd name="connsiteY12" fmla="*/ 1341684 h 1603018"/>
              <a:gd name="connsiteX13" fmla="*/ 8416849 w 9662615"/>
              <a:gd name="connsiteY13" fmla="*/ 1367085 h 1603018"/>
              <a:gd name="connsiteX14" fmla="*/ 8278355 w 9662615"/>
              <a:gd name="connsiteY14" fmla="*/ 1386569 h 1603018"/>
              <a:gd name="connsiteX15" fmla="*/ 8197961 w 9662615"/>
              <a:gd name="connsiteY15" fmla="*/ 1392804 h 1603018"/>
              <a:gd name="connsiteX16" fmla="*/ 8171196 w 9662615"/>
              <a:gd name="connsiteY16" fmla="*/ 1397216 h 1603018"/>
              <a:gd name="connsiteX17" fmla="*/ 8087910 w 9662615"/>
              <a:gd name="connsiteY17" fmla="*/ 1386449 h 1603018"/>
              <a:gd name="connsiteX18" fmla="*/ 7974579 w 9662615"/>
              <a:gd name="connsiteY18" fmla="*/ 1383439 h 1603018"/>
              <a:gd name="connsiteX19" fmla="*/ 7768351 w 9662615"/>
              <a:gd name="connsiteY19" fmla="*/ 1395051 h 1603018"/>
              <a:gd name="connsiteX20" fmla="*/ 7635985 w 9662615"/>
              <a:gd name="connsiteY20" fmla="*/ 1386363 h 1603018"/>
              <a:gd name="connsiteX21" fmla="*/ 7466069 w 9662615"/>
              <a:gd name="connsiteY21" fmla="*/ 1377654 h 1603018"/>
              <a:gd name="connsiteX22" fmla="*/ 7355642 w 9662615"/>
              <a:gd name="connsiteY22" fmla="*/ 1407761 h 1603018"/>
              <a:gd name="connsiteX23" fmla="*/ 7215220 w 9662615"/>
              <a:gd name="connsiteY23" fmla="*/ 1397856 h 1603018"/>
              <a:gd name="connsiteX24" fmla="*/ 7082147 w 9662615"/>
              <a:gd name="connsiteY24" fmla="*/ 1406113 h 1603018"/>
              <a:gd name="connsiteX25" fmla="*/ 6987129 w 9662615"/>
              <a:gd name="connsiteY25" fmla="*/ 1404834 h 1603018"/>
              <a:gd name="connsiteX26" fmla="*/ 6907567 w 9662615"/>
              <a:gd name="connsiteY26" fmla="*/ 1419149 h 1603018"/>
              <a:gd name="connsiteX27" fmla="*/ 6748428 w 9662615"/>
              <a:gd name="connsiteY27" fmla="*/ 1420308 h 1603018"/>
              <a:gd name="connsiteX28" fmla="*/ 6654257 w 9662615"/>
              <a:gd name="connsiteY28" fmla="*/ 1424143 h 1603018"/>
              <a:gd name="connsiteX29" fmla="*/ 6620123 w 9662615"/>
              <a:gd name="connsiteY29" fmla="*/ 1430535 h 1603018"/>
              <a:gd name="connsiteX30" fmla="*/ 6571355 w 9662615"/>
              <a:gd name="connsiteY30" fmla="*/ 1436144 h 1603018"/>
              <a:gd name="connsiteX31" fmla="*/ 6486557 w 9662615"/>
              <a:gd name="connsiteY31" fmla="*/ 1449861 h 1603018"/>
              <a:gd name="connsiteX32" fmla="*/ 6370419 w 9662615"/>
              <a:gd name="connsiteY32" fmla="*/ 1461649 h 1603018"/>
              <a:gd name="connsiteX33" fmla="*/ 6278839 w 9662615"/>
              <a:gd name="connsiteY33" fmla="*/ 1449160 h 1603018"/>
              <a:gd name="connsiteX34" fmla="*/ 6272455 w 9662615"/>
              <a:gd name="connsiteY34" fmla="*/ 1453191 h 1603018"/>
              <a:gd name="connsiteX35" fmla="*/ 6212659 w 9662615"/>
              <a:gd name="connsiteY35" fmla="*/ 1454850 h 1603018"/>
              <a:gd name="connsiteX36" fmla="*/ 6069317 w 9662615"/>
              <a:gd name="connsiteY36" fmla="*/ 1445838 h 1603018"/>
              <a:gd name="connsiteX37" fmla="*/ 5878477 w 9662615"/>
              <a:gd name="connsiteY37" fmla="*/ 1439180 h 1603018"/>
              <a:gd name="connsiteX38" fmla="*/ 5838387 w 9662615"/>
              <a:gd name="connsiteY38" fmla="*/ 1444679 h 1603018"/>
              <a:gd name="connsiteX39" fmla="*/ 5771136 w 9662615"/>
              <a:gd name="connsiteY39" fmla="*/ 1453639 h 1603018"/>
              <a:gd name="connsiteX40" fmla="*/ 5724081 w 9662615"/>
              <a:gd name="connsiteY40" fmla="*/ 1470431 h 1603018"/>
              <a:gd name="connsiteX41" fmla="*/ 5666577 w 9662615"/>
              <a:gd name="connsiteY41" fmla="*/ 1473921 h 1603018"/>
              <a:gd name="connsiteX42" fmla="*/ 5649068 w 9662615"/>
              <a:gd name="connsiteY42" fmla="*/ 1461676 h 1603018"/>
              <a:gd name="connsiteX43" fmla="*/ 5588902 w 9662615"/>
              <a:gd name="connsiteY43" fmla="*/ 1469647 h 1603018"/>
              <a:gd name="connsiteX44" fmla="*/ 5498090 w 9662615"/>
              <a:gd name="connsiteY44" fmla="*/ 1483173 h 1603018"/>
              <a:gd name="connsiteX45" fmla="*/ 5444641 w 9662615"/>
              <a:gd name="connsiteY45" fmla="*/ 1487602 h 1603018"/>
              <a:gd name="connsiteX46" fmla="*/ 5299812 w 9662615"/>
              <a:gd name="connsiteY46" fmla="*/ 1503362 h 1603018"/>
              <a:gd name="connsiteX47" fmla="*/ 5245752 w 9662615"/>
              <a:gd name="connsiteY47" fmla="*/ 1520612 h 1603018"/>
              <a:gd name="connsiteX48" fmla="*/ 5177807 w 9662615"/>
              <a:gd name="connsiteY48" fmla="*/ 1526802 h 1603018"/>
              <a:gd name="connsiteX49" fmla="*/ 5113910 w 9662615"/>
              <a:gd name="connsiteY49" fmla="*/ 1533205 h 1603018"/>
              <a:gd name="connsiteX50" fmla="*/ 5059484 w 9662615"/>
              <a:gd name="connsiteY50" fmla="*/ 1546802 h 1603018"/>
              <a:gd name="connsiteX51" fmla="*/ 5038524 w 9662615"/>
              <a:gd name="connsiteY51" fmla="*/ 1545675 h 1603018"/>
              <a:gd name="connsiteX52" fmla="*/ 5026564 w 9662615"/>
              <a:gd name="connsiteY52" fmla="*/ 1545376 h 1603018"/>
              <a:gd name="connsiteX53" fmla="*/ 4969433 w 9662615"/>
              <a:gd name="connsiteY53" fmla="*/ 1550865 h 1603018"/>
              <a:gd name="connsiteX54" fmla="*/ 4871726 w 9662615"/>
              <a:gd name="connsiteY54" fmla="*/ 1570584 h 1603018"/>
              <a:gd name="connsiteX55" fmla="*/ 4843267 w 9662615"/>
              <a:gd name="connsiteY55" fmla="*/ 1561459 h 1603018"/>
              <a:gd name="connsiteX56" fmla="*/ 4821058 w 9662615"/>
              <a:gd name="connsiteY56" fmla="*/ 1553078 h 1603018"/>
              <a:gd name="connsiteX57" fmla="*/ 4791466 w 9662615"/>
              <a:gd name="connsiteY57" fmla="*/ 1561324 h 1603018"/>
              <a:gd name="connsiteX58" fmla="*/ 4784247 w 9662615"/>
              <a:gd name="connsiteY58" fmla="*/ 1562342 h 1603018"/>
              <a:gd name="connsiteX59" fmla="*/ 4739309 w 9662615"/>
              <a:gd name="connsiteY59" fmla="*/ 1553948 h 1603018"/>
              <a:gd name="connsiteX60" fmla="*/ 4697562 w 9662615"/>
              <a:gd name="connsiteY60" fmla="*/ 1551206 h 1603018"/>
              <a:gd name="connsiteX61" fmla="*/ 4650737 w 9662615"/>
              <a:gd name="connsiteY61" fmla="*/ 1537381 h 1603018"/>
              <a:gd name="connsiteX62" fmla="*/ 4583150 w 9662615"/>
              <a:gd name="connsiteY62" fmla="*/ 1529064 h 1603018"/>
              <a:gd name="connsiteX63" fmla="*/ 4521734 w 9662615"/>
              <a:gd name="connsiteY63" fmla="*/ 1529359 h 1603018"/>
              <a:gd name="connsiteX64" fmla="*/ 4382398 w 9662615"/>
              <a:gd name="connsiteY64" fmla="*/ 1534108 h 1603018"/>
              <a:gd name="connsiteX65" fmla="*/ 4221826 w 9662615"/>
              <a:gd name="connsiteY65" fmla="*/ 1500972 h 1603018"/>
              <a:gd name="connsiteX66" fmla="*/ 4096601 w 9662615"/>
              <a:gd name="connsiteY66" fmla="*/ 1521563 h 1603018"/>
              <a:gd name="connsiteX67" fmla="*/ 4002441 w 9662615"/>
              <a:gd name="connsiteY67" fmla="*/ 1528912 h 1603018"/>
              <a:gd name="connsiteX68" fmla="*/ 3833906 w 9662615"/>
              <a:gd name="connsiteY68" fmla="*/ 1516637 h 1603018"/>
              <a:gd name="connsiteX69" fmla="*/ 3763845 w 9662615"/>
              <a:gd name="connsiteY69" fmla="*/ 1501782 h 1603018"/>
              <a:gd name="connsiteX70" fmla="*/ 3673583 w 9662615"/>
              <a:gd name="connsiteY70" fmla="*/ 1501471 h 1603018"/>
              <a:gd name="connsiteX71" fmla="*/ 3612941 w 9662615"/>
              <a:gd name="connsiteY71" fmla="*/ 1411755 h 1603018"/>
              <a:gd name="connsiteX72" fmla="*/ 3576170 w 9662615"/>
              <a:gd name="connsiteY72" fmla="*/ 1516288 h 1603018"/>
              <a:gd name="connsiteX73" fmla="*/ 3540258 w 9662615"/>
              <a:gd name="connsiteY73" fmla="*/ 1516976 h 1603018"/>
              <a:gd name="connsiteX74" fmla="*/ 3522853 w 9662615"/>
              <a:gd name="connsiteY74" fmla="*/ 1538044 h 1603018"/>
              <a:gd name="connsiteX75" fmla="*/ 3480929 w 9662615"/>
              <a:gd name="connsiteY75" fmla="*/ 1526739 h 1603018"/>
              <a:gd name="connsiteX76" fmla="*/ 3430805 w 9662615"/>
              <a:gd name="connsiteY76" fmla="*/ 1542521 h 1603018"/>
              <a:gd name="connsiteX77" fmla="*/ 3292707 w 9662615"/>
              <a:gd name="connsiteY77" fmla="*/ 1520490 h 1603018"/>
              <a:gd name="connsiteX78" fmla="*/ 3187872 w 9662615"/>
              <a:gd name="connsiteY78" fmla="*/ 1519991 h 1603018"/>
              <a:gd name="connsiteX79" fmla="*/ 3148026 w 9662615"/>
              <a:gd name="connsiteY79" fmla="*/ 1524777 h 1603018"/>
              <a:gd name="connsiteX80" fmla="*/ 3092394 w 9662615"/>
              <a:gd name="connsiteY80" fmla="*/ 1528115 h 1603018"/>
              <a:gd name="connsiteX81" fmla="*/ 2994200 w 9662615"/>
              <a:gd name="connsiteY81" fmla="*/ 1537857 h 1603018"/>
              <a:gd name="connsiteX82" fmla="*/ 2862301 w 9662615"/>
              <a:gd name="connsiteY82" fmla="*/ 1544250 h 1603018"/>
              <a:gd name="connsiteX83" fmla="*/ 2766335 w 9662615"/>
              <a:gd name="connsiteY83" fmla="*/ 1527662 h 1603018"/>
              <a:gd name="connsiteX84" fmla="*/ 2757836 w 9662615"/>
              <a:gd name="connsiteY84" fmla="*/ 1531371 h 1603018"/>
              <a:gd name="connsiteX85" fmla="*/ 2691555 w 9662615"/>
              <a:gd name="connsiteY85" fmla="*/ 1530283 h 1603018"/>
              <a:gd name="connsiteX86" fmla="*/ 2491676 w 9662615"/>
              <a:gd name="connsiteY86" fmla="*/ 1500859 h 1603018"/>
              <a:gd name="connsiteX87" fmla="*/ 2378036 w 9662615"/>
              <a:gd name="connsiteY87" fmla="*/ 1520645 h 1603018"/>
              <a:gd name="connsiteX88" fmla="*/ 2284269 w 9662615"/>
              <a:gd name="connsiteY88" fmla="*/ 1503068 h 1603018"/>
              <a:gd name="connsiteX89" fmla="*/ 2207104 w 9662615"/>
              <a:gd name="connsiteY89" fmla="*/ 1508888 h 1603018"/>
              <a:gd name="connsiteX90" fmla="*/ 2149226 w 9662615"/>
              <a:gd name="connsiteY90" fmla="*/ 1523409 h 1603018"/>
              <a:gd name="connsiteX91" fmla="*/ 2084783 w 9662615"/>
              <a:gd name="connsiteY91" fmla="*/ 1524245 h 1603018"/>
              <a:gd name="connsiteX92" fmla="*/ 2070075 w 9662615"/>
              <a:gd name="connsiteY92" fmla="*/ 1511285 h 1603018"/>
              <a:gd name="connsiteX93" fmla="*/ 2001057 w 9662615"/>
              <a:gd name="connsiteY93" fmla="*/ 1516449 h 1603018"/>
              <a:gd name="connsiteX94" fmla="*/ 1896330 w 9662615"/>
              <a:gd name="connsiteY94" fmla="*/ 1525725 h 1603018"/>
              <a:gd name="connsiteX95" fmla="*/ 1835994 w 9662615"/>
              <a:gd name="connsiteY95" fmla="*/ 1527678 h 1603018"/>
              <a:gd name="connsiteX96" fmla="*/ 1671119 w 9662615"/>
              <a:gd name="connsiteY96" fmla="*/ 1536701 h 1603018"/>
              <a:gd name="connsiteX97" fmla="*/ 1565556 w 9662615"/>
              <a:gd name="connsiteY97" fmla="*/ 1556503 h 1603018"/>
              <a:gd name="connsiteX98" fmla="*/ 1407755 w 9662615"/>
              <a:gd name="connsiteY98" fmla="*/ 1571444 h 1603018"/>
              <a:gd name="connsiteX99" fmla="*/ 1291872 w 9662615"/>
              <a:gd name="connsiteY99" fmla="*/ 1579471 h 1603018"/>
              <a:gd name="connsiteX100" fmla="*/ 1245251 w 9662615"/>
              <a:gd name="connsiteY100" fmla="*/ 1603018 h 1603018"/>
              <a:gd name="connsiteX101" fmla="*/ 1181938 w 9662615"/>
              <a:gd name="connsiteY101" fmla="*/ 1592789 h 1603018"/>
              <a:gd name="connsiteX102" fmla="*/ 1091432 w 9662615"/>
              <a:gd name="connsiteY102" fmla="*/ 1571003 h 1603018"/>
              <a:gd name="connsiteX103" fmla="*/ 940355 w 9662615"/>
              <a:gd name="connsiteY103" fmla="*/ 1560638 h 1603018"/>
              <a:gd name="connsiteX104" fmla="*/ 868264 w 9662615"/>
              <a:gd name="connsiteY104" fmla="*/ 1566392 h 1603018"/>
              <a:gd name="connsiteX105" fmla="*/ 792765 w 9662615"/>
              <a:gd name="connsiteY105" fmla="*/ 1563102 h 1603018"/>
              <a:gd name="connsiteX106" fmla="*/ 653153 w 9662615"/>
              <a:gd name="connsiteY106" fmla="*/ 1563516 h 1603018"/>
              <a:gd name="connsiteX107" fmla="*/ 541933 w 9662615"/>
              <a:gd name="connsiteY107" fmla="*/ 1561051 h 1603018"/>
              <a:gd name="connsiteX108" fmla="*/ 472797 w 9662615"/>
              <a:gd name="connsiteY108" fmla="*/ 1568904 h 1603018"/>
              <a:gd name="connsiteX109" fmla="*/ 396059 w 9662615"/>
              <a:gd name="connsiteY109" fmla="*/ 1560970 h 1603018"/>
              <a:gd name="connsiteX110" fmla="*/ 336819 w 9662615"/>
              <a:gd name="connsiteY110" fmla="*/ 1560892 h 1603018"/>
              <a:gd name="connsiteX111" fmla="*/ 267163 w 9662615"/>
              <a:gd name="connsiteY111" fmla="*/ 1531913 h 1603018"/>
              <a:gd name="connsiteX112" fmla="*/ 196644 w 9662615"/>
              <a:gd name="connsiteY112" fmla="*/ 1524565 h 1603018"/>
              <a:gd name="connsiteX113" fmla="*/ 86819 w 9662615"/>
              <a:gd name="connsiteY113" fmla="*/ 1519517 h 1603018"/>
              <a:gd name="connsiteX114" fmla="*/ 53369 w 9662615"/>
              <a:gd name="connsiteY114" fmla="*/ 1516853 h 1603018"/>
              <a:gd name="connsiteX115" fmla="*/ 2359 w 9662615"/>
              <a:gd name="connsiteY115" fmla="*/ 1515247 h 1603018"/>
              <a:gd name="connsiteX116" fmla="*/ 0 w 9662615"/>
              <a:gd name="connsiteY116" fmla="*/ 1514932 h 1603018"/>
              <a:gd name="connsiteX117" fmla="*/ 0 w 9662615"/>
              <a:gd name="connsiteY117" fmla="*/ 0 h 1603018"/>
              <a:gd name="connsiteX0" fmla="*/ 0 w 9662615"/>
              <a:gd name="connsiteY0" fmla="*/ 0 h 1603018"/>
              <a:gd name="connsiteX1" fmla="*/ 9662615 w 9662615"/>
              <a:gd name="connsiteY1" fmla="*/ 0 h 1603018"/>
              <a:gd name="connsiteX2" fmla="*/ 9662615 w 9662615"/>
              <a:gd name="connsiteY2" fmla="*/ 1280346 h 1603018"/>
              <a:gd name="connsiteX3" fmla="*/ 9551077 w 9662615"/>
              <a:gd name="connsiteY3" fmla="*/ 1292033 h 1603018"/>
              <a:gd name="connsiteX4" fmla="*/ 9469546 w 9662615"/>
              <a:gd name="connsiteY4" fmla="*/ 1289837 h 1603018"/>
              <a:gd name="connsiteX5" fmla="*/ 9326260 w 9662615"/>
              <a:gd name="connsiteY5" fmla="*/ 1277155 h 1603018"/>
              <a:gd name="connsiteX6" fmla="*/ 9144767 w 9662615"/>
              <a:gd name="connsiteY6" fmla="*/ 1264120 h 1603018"/>
              <a:gd name="connsiteX7" fmla="*/ 8976400 w 9662615"/>
              <a:gd name="connsiteY7" fmla="*/ 1326661 h 1603018"/>
              <a:gd name="connsiteX8" fmla="*/ 8828711 w 9662615"/>
              <a:gd name="connsiteY8" fmla="*/ 1346394 h 1603018"/>
              <a:gd name="connsiteX9" fmla="*/ 8695953 w 9662615"/>
              <a:gd name="connsiteY9" fmla="*/ 1346784 h 1603018"/>
              <a:gd name="connsiteX10" fmla="*/ 8652191 w 9662615"/>
              <a:gd name="connsiteY10" fmla="*/ 1345903 h 1603018"/>
              <a:gd name="connsiteX11" fmla="*/ 8591582 w 9662615"/>
              <a:gd name="connsiteY11" fmla="*/ 1341666 h 1603018"/>
              <a:gd name="connsiteX12" fmla="*/ 8537336 w 9662615"/>
              <a:gd name="connsiteY12" fmla="*/ 1341684 h 1603018"/>
              <a:gd name="connsiteX13" fmla="*/ 8416849 w 9662615"/>
              <a:gd name="connsiteY13" fmla="*/ 1367085 h 1603018"/>
              <a:gd name="connsiteX14" fmla="*/ 8278355 w 9662615"/>
              <a:gd name="connsiteY14" fmla="*/ 1386569 h 1603018"/>
              <a:gd name="connsiteX15" fmla="*/ 8197961 w 9662615"/>
              <a:gd name="connsiteY15" fmla="*/ 1392804 h 1603018"/>
              <a:gd name="connsiteX16" fmla="*/ 8171196 w 9662615"/>
              <a:gd name="connsiteY16" fmla="*/ 1397216 h 1603018"/>
              <a:gd name="connsiteX17" fmla="*/ 8087910 w 9662615"/>
              <a:gd name="connsiteY17" fmla="*/ 1386449 h 1603018"/>
              <a:gd name="connsiteX18" fmla="*/ 7974579 w 9662615"/>
              <a:gd name="connsiteY18" fmla="*/ 1383439 h 1603018"/>
              <a:gd name="connsiteX19" fmla="*/ 7768351 w 9662615"/>
              <a:gd name="connsiteY19" fmla="*/ 1395051 h 1603018"/>
              <a:gd name="connsiteX20" fmla="*/ 7635985 w 9662615"/>
              <a:gd name="connsiteY20" fmla="*/ 1386363 h 1603018"/>
              <a:gd name="connsiteX21" fmla="*/ 7466069 w 9662615"/>
              <a:gd name="connsiteY21" fmla="*/ 1377654 h 1603018"/>
              <a:gd name="connsiteX22" fmla="*/ 7355642 w 9662615"/>
              <a:gd name="connsiteY22" fmla="*/ 1407761 h 1603018"/>
              <a:gd name="connsiteX23" fmla="*/ 7215220 w 9662615"/>
              <a:gd name="connsiteY23" fmla="*/ 1397856 h 1603018"/>
              <a:gd name="connsiteX24" fmla="*/ 7082147 w 9662615"/>
              <a:gd name="connsiteY24" fmla="*/ 1406113 h 1603018"/>
              <a:gd name="connsiteX25" fmla="*/ 6987129 w 9662615"/>
              <a:gd name="connsiteY25" fmla="*/ 1404834 h 1603018"/>
              <a:gd name="connsiteX26" fmla="*/ 6907567 w 9662615"/>
              <a:gd name="connsiteY26" fmla="*/ 1419149 h 1603018"/>
              <a:gd name="connsiteX27" fmla="*/ 6748428 w 9662615"/>
              <a:gd name="connsiteY27" fmla="*/ 1420308 h 1603018"/>
              <a:gd name="connsiteX28" fmla="*/ 6654257 w 9662615"/>
              <a:gd name="connsiteY28" fmla="*/ 1424143 h 1603018"/>
              <a:gd name="connsiteX29" fmla="*/ 6620123 w 9662615"/>
              <a:gd name="connsiteY29" fmla="*/ 1430535 h 1603018"/>
              <a:gd name="connsiteX30" fmla="*/ 6571355 w 9662615"/>
              <a:gd name="connsiteY30" fmla="*/ 1436144 h 1603018"/>
              <a:gd name="connsiteX31" fmla="*/ 6486557 w 9662615"/>
              <a:gd name="connsiteY31" fmla="*/ 1449861 h 1603018"/>
              <a:gd name="connsiteX32" fmla="*/ 6370419 w 9662615"/>
              <a:gd name="connsiteY32" fmla="*/ 1461649 h 1603018"/>
              <a:gd name="connsiteX33" fmla="*/ 6278839 w 9662615"/>
              <a:gd name="connsiteY33" fmla="*/ 1449160 h 1603018"/>
              <a:gd name="connsiteX34" fmla="*/ 6272455 w 9662615"/>
              <a:gd name="connsiteY34" fmla="*/ 1453191 h 1603018"/>
              <a:gd name="connsiteX35" fmla="*/ 6212659 w 9662615"/>
              <a:gd name="connsiteY35" fmla="*/ 1454850 h 1603018"/>
              <a:gd name="connsiteX36" fmla="*/ 6069317 w 9662615"/>
              <a:gd name="connsiteY36" fmla="*/ 1445838 h 1603018"/>
              <a:gd name="connsiteX37" fmla="*/ 5878477 w 9662615"/>
              <a:gd name="connsiteY37" fmla="*/ 1439180 h 1603018"/>
              <a:gd name="connsiteX38" fmla="*/ 5838387 w 9662615"/>
              <a:gd name="connsiteY38" fmla="*/ 1444679 h 1603018"/>
              <a:gd name="connsiteX39" fmla="*/ 5771136 w 9662615"/>
              <a:gd name="connsiteY39" fmla="*/ 1453639 h 1603018"/>
              <a:gd name="connsiteX40" fmla="*/ 5724081 w 9662615"/>
              <a:gd name="connsiteY40" fmla="*/ 1470431 h 1603018"/>
              <a:gd name="connsiteX41" fmla="*/ 5666577 w 9662615"/>
              <a:gd name="connsiteY41" fmla="*/ 1473921 h 1603018"/>
              <a:gd name="connsiteX42" fmla="*/ 5649068 w 9662615"/>
              <a:gd name="connsiteY42" fmla="*/ 1461676 h 1603018"/>
              <a:gd name="connsiteX43" fmla="*/ 5588902 w 9662615"/>
              <a:gd name="connsiteY43" fmla="*/ 1469647 h 1603018"/>
              <a:gd name="connsiteX44" fmla="*/ 5498090 w 9662615"/>
              <a:gd name="connsiteY44" fmla="*/ 1483173 h 1603018"/>
              <a:gd name="connsiteX45" fmla="*/ 5444641 w 9662615"/>
              <a:gd name="connsiteY45" fmla="*/ 1487602 h 1603018"/>
              <a:gd name="connsiteX46" fmla="*/ 5299812 w 9662615"/>
              <a:gd name="connsiteY46" fmla="*/ 1503362 h 1603018"/>
              <a:gd name="connsiteX47" fmla="*/ 5245752 w 9662615"/>
              <a:gd name="connsiteY47" fmla="*/ 1520612 h 1603018"/>
              <a:gd name="connsiteX48" fmla="*/ 5177807 w 9662615"/>
              <a:gd name="connsiteY48" fmla="*/ 1526802 h 1603018"/>
              <a:gd name="connsiteX49" fmla="*/ 5113910 w 9662615"/>
              <a:gd name="connsiteY49" fmla="*/ 1533205 h 1603018"/>
              <a:gd name="connsiteX50" fmla="*/ 5059484 w 9662615"/>
              <a:gd name="connsiteY50" fmla="*/ 1546802 h 1603018"/>
              <a:gd name="connsiteX51" fmla="*/ 5038524 w 9662615"/>
              <a:gd name="connsiteY51" fmla="*/ 1545675 h 1603018"/>
              <a:gd name="connsiteX52" fmla="*/ 5026564 w 9662615"/>
              <a:gd name="connsiteY52" fmla="*/ 1545376 h 1603018"/>
              <a:gd name="connsiteX53" fmla="*/ 4969433 w 9662615"/>
              <a:gd name="connsiteY53" fmla="*/ 1550865 h 1603018"/>
              <a:gd name="connsiteX54" fmla="*/ 4871726 w 9662615"/>
              <a:gd name="connsiteY54" fmla="*/ 1570584 h 1603018"/>
              <a:gd name="connsiteX55" fmla="*/ 4843267 w 9662615"/>
              <a:gd name="connsiteY55" fmla="*/ 1561459 h 1603018"/>
              <a:gd name="connsiteX56" fmla="*/ 4821058 w 9662615"/>
              <a:gd name="connsiteY56" fmla="*/ 1553078 h 1603018"/>
              <a:gd name="connsiteX57" fmla="*/ 4791466 w 9662615"/>
              <a:gd name="connsiteY57" fmla="*/ 1561324 h 1603018"/>
              <a:gd name="connsiteX58" fmla="*/ 4784247 w 9662615"/>
              <a:gd name="connsiteY58" fmla="*/ 1562342 h 1603018"/>
              <a:gd name="connsiteX59" fmla="*/ 4739309 w 9662615"/>
              <a:gd name="connsiteY59" fmla="*/ 1553948 h 1603018"/>
              <a:gd name="connsiteX60" fmla="*/ 4697562 w 9662615"/>
              <a:gd name="connsiteY60" fmla="*/ 1551206 h 1603018"/>
              <a:gd name="connsiteX61" fmla="*/ 4650737 w 9662615"/>
              <a:gd name="connsiteY61" fmla="*/ 1537381 h 1603018"/>
              <a:gd name="connsiteX62" fmla="*/ 4583150 w 9662615"/>
              <a:gd name="connsiteY62" fmla="*/ 1529064 h 1603018"/>
              <a:gd name="connsiteX63" fmla="*/ 4521734 w 9662615"/>
              <a:gd name="connsiteY63" fmla="*/ 1529359 h 1603018"/>
              <a:gd name="connsiteX64" fmla="*/ 4382398 w 9662615"/>
              <a:gd name="connsiteY64" fmla="*/ 1534108 h 1603018"/>
              <a:gd name="connsiteX65" fmla="*/ 4221826 w 9662615"/>
              <a:gd name="connsiteY65" fmla="*/ 1500972 h 1603018"/>
              <a:gd name="connsiteX66" fmla="*/ 4096601 w 9662615"/>
              <a:gd name="connsiteY66" fmla="*/ 1521563 h 1603018"/>
              <a:gd name="connsiteX67" fmla="*/ 4002441 w 9662615"/>
              <a:gd name="connsiteY67" fmla="*/ 1528912 h 1603018"/>
              <a:gd name="connsiteX68" fmla="*/ 3833906 w 9662615"/>
              <a:gd name="connsiteY68" fmla="*/ 1516637 h 1603018"/>
              <a:gd name="connsiteX69" fmla="*/ 3763845 w 9662615"/>
              <a:gd name="connsiteY69" fmla="*/ 1501782 h 1603018"/>
              <a:gd name="connsiteX70" fmla="*/ 3673583 w 9662615"/>
              <a:gd name="connsiteY70" fmla="*/ 1501471 h 1603018"/>
              <a:gd name="connsiteX71" fmla="*/ 3640771 w 9662615"/>
              <a:gd name="connsiteY71" fmla="*/ 1531025 h 1603018"/>
              <a:gd name="connsiteX72" fmla="*/ 3576170 w 9662615"/>
              <a:gd name="connsiteY72" fmla="*/ 1516288 h 1603018"/>
              <a:gd name="connsiteX73" fmla="*/ 3540258 w 9662615"/>
              <a:gd name="connsiteY73" fmla="*/ 1516976 h 1603018"/>
              <a:gd name="connsiteX74" fmla="*/ 3522853 w 9662615"/>
              <a:gd name="connsiteY74" fmla="*/ 1538044 h 1603018"/>
              <a:gd name="connsiteX75" fmla="*/ 3480929 w 9662615"/>
              <a:gd name="connsiteY75" fmla="*/ 1526739 h 1603018"/>
              <a:gd name="connsiteX76" fmla="*/ 3430805 w 9662615"/>
              <a:gd name="connsiteY76" fmla="*/ 1542521 h 1603018"/>
              <a:gd name="connsiteX77" fmla="*/ 3292707 w 9662615"/>
              <a:gd name="connsiteY77" fmla="*/ 1520490 h 1603018"/>
              <a:gd name="connsiteX78" fmla="*/ 3187872 w 9662615"/>
              <a:gd name="connsiteY78" fmla="*/ 1519991 h 1603018"/>
              <a:gd name="connsiteX79" fmla="*/ 3148026 w 9662615"/>
              <a:gd name="connsiteY79" fmla="*/ 1524777 h 1603018"/>
              <a:gd name="connsiteX80" fmla="*/ 3092394 w 9662615"/>
              <a:gd name="connsiteY80" fmla="*/ 1528115 h 1603018"/>
              <a:gd name="connsiteX81" fmla="*/ 2994200 w 9662615"/>
              <a:gd name="connsiteY81" fmla="*/ 1537857 h 1603018"/>
              <a:gd name="connsiteX82" fmla="*/ 2862301 w 9662615"/>
              <a:gd name="connsiteY82" fmla="*/ 1544250 h 1603018"/>
              <a:gd name="connsiteX83" fmla="*/ 2766335 w 9662615"/>
              <a:gd name="connsiteY83" fmla="*/ 1527662 h 1603018"/>
              <a:gd name="connsiteX84" fmla="*/ 2757836 w 9662615"/>
              <a:gd name="connsiteY84" fmla="*/ 1531371 h 1603018"/>
              <a:gd name="connsiteX85" fmla="*/ 2691555 w 9662615"/>
              <a:gd name="connsiteY85" fmla="*/ 1530283 h 1603018"/>
              <a:gd name="connsiteX86" fmla="*/ 2491676 w 9662615"/>
              <a:gd name="connsiteY86" fmla="*/ 1500859 h 1603018"/>
              <a:gd name="connsiteX87" fmla="*/ 2378036 w 9662615"/>
              <a:gd name="connsiteY87" fmla="*/ 1520645 h 1603018"/>
              <a:gd name="connsiteX88" fmla="*/ 2284269 w 9662615"/>
              <a:gd name="connsiteY88" fmla="*/ 1503068 h 1603018"/>
              <a:gd name="connsiteX89" fmla="*/ 2207104 w 9662615"/>
              <a:gd name="connsiteY89" fmla="*/ 1508888 h 1603018"/>
              <a:gd name="connsiteX90" fmla="*/ 2149226 w 9662615"/>
              <a:gd name="connsiteY90" fmla="*/ 1523409 h 1603018"/>
              <a:gd name="connsiteX91" fmla="*/ 2084783 w 9662615"/>
              <a:gd name="connsiteY91" fmla="*/ 1524245 h 1603018"/>
              <a:gd name="connsiteX92" fmla="*/ 2070075 w 9662615"/>
              <a:gd name="connsiteY92" fmla="*/ 1511285 h 1603018"/>
              <a:gd name="connsiteX93" fmla="*/ 2001057 w 9662615"/>
              <a:gd name="connsiteY93" fmla="*/ 1516449 h 1603018"/>
              <a:gd name="connsiteX94" fmla="*/ 1896330 w 9662615"/>
              <a:gd name="connsiteY94" fmla="*/ 1525725 h 1603018"/>
              <a:gd name="connsiteX95" fmla="*/ 1835994 w 9662615"/>
              <a:gd name="connsiteY95" fmla="*/ 1527678 h 1603018"/>
              <a:gd name="connsiteX96" fmla="*/ 1671119 w 9662615"/>
              <a:gd name="connsiteY96" fmla="*/ 1536701 h 1603018"/>
              <a:gd name="connsiteX97" fmla="*/ 1565556 w 9662615"/>
              <a:gd name="connsiteY97" fmla="*/ 1556503 h 1603018"/>
              <a:gd name="connsiteX98" fmla="*/ 1407755 w 9662615"/>
              <a:gd name="connsiteY98" fmla="*/ 1571444 h 1603018"/>
              <a:gd name="connsiteX99" fmla="*/ 1291872 w 9662615"/>
              <a:gd name="connsiteY99" fmla="*/ 1579471 h 1603018"/>
              <a:gd name="connsiteX100" fmla="*/ 1245251 w 9662615"/>
              <a:gd name="connsiteY100" fmla="*/ 1603018 h 1603018"/>
              <a:gd name="connsiteX101" fmla="*/ 1181938 w 9662615"/>
              <a:gd name="connsiteY101" fmla="*/ 1592789 h 1603018"/>
              <a:gd name="connsiteX102" fmla="*/ 1091432 w 9662615"/>
              <a:gd name="connsiteY102" fmla="*/ 1571003 h 1603018"/>
              <a:gd name="connsiteX103" fmla="*/ 940355 w 9662615"/>
              <a:gd name="connsiteY103" fmla="*/ 1560638 h 1603018"/>
              <a:gd name="connsiteX104" fmla="*/ 868264 w 9662615"/>
              <a:gd name="connsiteY104" fmla="*/ 1566392 h 1603018"/>
              <a:gd name="connsiteX105" fmla="*/ 792765 w 9662615"/>
              <a:gd name="connsiteY105" fmla="*/ 1563102 h 1603018"/>
              <a:gd name="connsiteX106" fmla="*/ 653153 w 9662615"/>
              <a:gd name="connsiteY106" fmla="*/ 1563516 h 1603018"/>
              <a:gd name="connsiteX107" fmla="*/ 541933 w 9662615"/>
              <a:gd name="connsiteY107" fmla="*/ 1561051 h 1603018"/>
              <a:gd name="connsiteX108" fmla="*/ 472797 w 9662615"/>
              <a:gd name="connsiteY108" fmla="*/ 1568904 h 1603018"/>
              <a:gd name="connsiteX109" fmla="*/ 396059 w 9662615"/>
              <a:gd name="connsiteY109" fmla="*/ 1560970 h 1603018"/>
              <a:gd name="connsiteX110" fmla="*/ 336819 w 9662615"/>
              <a:gd name="connsiteY110" fmla="*/ 1560892 h 1603018"/>
              <a:gd name="connsiteX111" fmla="*/ 267163 w 9662615"/>
              <a:gd name="connsiteY111" fmla="*/ 1531913 h 1603018"/>
              <a:gd name="connsiteX112" fmla="*/ 196644 w 9662615"/>
              <a:gd name="connsiteY112" fmla="*/ 1524565 h 1603018"/>
              <a:gd name="connsiteX113" fmla="*/ 86819 w 9662615"/>
              <a:gd name="connsiteY113" fmla="*/ 1519517 h 1603018"/>
              <a:gd name="connsiteX114" fmla="*/ 53369 w 9662615"/>
              <a:gd name="connsiteY114" fmla="*/ 1516853 h 1603018"/>
              <a:gd name="connsiteX115" fmla="*/ 2359 w 9662615"/>
              <a:gd name="connsiteY115" fmla="*/ 1515247 h 1603018"/>
              <a:gd name="connsiteX116" fmla="*/ 0 w 9662615"/>
              <a:gd name="connsiteY116" fmla="*/ 1514932 h 1603018"/>
              <a:gd name="connsiteX117" fmla="*/ 0 w 9662615"/>
              <a:gd name="connsiteY117" fmla="*/ 0 h 1603018"/>
              <a:gd name="connsiteX0" fmla="*/ 0 w 9662615"/>
              <a:gd name="connsiteY0" fmla="*/ 0 h 1603018"/>
              <a:gd name="connsiteX1" fmla="*/ 9662615 w 9662615"/>
              <a:gd name="connsiteY1" fmla="*/ 0 h 1603018"/>
              <a:gd name="connsiteX2" fmla="*/ 9662615 w 9662615"/>
              <a:gd name="connsiteY2" fmla="*/ 1280346 h 1603018"/>
              <a:gd name="connsiteX3" fmla="*/ 9551077 w 9662615"/>
              <a:gd name="connsiteY3" fmla="*/ 1292033 h 1603018"/>
              <a:gd name="connsiteX4" fmla="*/ 9469546 w 9662615"/>
              <a:gd name="connsiteY4" fmla="*/ 1289837 h 1603018"/>
              <a:gd name="connsiteX5" fmla="*/ 9326260 w 9662615"/>
              <a:gd name="connsiteY5" fmla="*/ 1277155 h 1603018"/>
              <a:gd name="connsiteX6" fmla="*/ 9144767 w 9662615"/>
              <a:gd name="connsiteY6" fmla="*/ 1264120 h 1603018"/>
              <a:gd name="connsiteX7" fmla="*/ 8976400 w 9662615"/>
              <a:gd name="connsiteY7" fmla="*/ 1326661 h 1603018"/>
              <a:gd name="connsiteX8" fmla="*/ 8828711 w 9662615"/>
              <a:gd name="connsiteY8" fmla="*/ 1346394 h 1603018"/>
              <a:gd name="connsiteX9" fmla="*/ 8695953 w 9662615"/>
              <a:gd name="connsiteY9" fmla="*/ 1346784 h 1603018"/>
              <a:gd name="connsiteX10" fmla="*/ 8652191 w 9662615"/>
              <a:gd name="connsiteY10" fmla="*/ 1345903 h 1603018"/>
              <a:gd name="connsiteX11" fmla="*/ 8591582 w 9662615"/>
              <a:gd name="connsiteY11" fmla="*/ 1341666 h 1603018"/>
              <a:gd name="connsiteX12" fmla="*/ 8537336 w 9662615"/>
              <a:gd name="connsiteY12" fmla="*/ 1341684 h 1603018"/>
              <a:gd name="connsiteX13" fmla="*/ 8416849 w 9662615"/>
              <a:gd name="connsiteY13" fmla="*/ 1367085 h 1603018"/>
              <a:gd name="connsiteX14" fmla="*/ 8278355 w 9662615"/>
              <a:gd name="connsiteY14" fmla="*/ 1386569 h 1603018"/>
              <a:gd name="connsiteX15" fmla="*/ 8197961 w 9662615"/>
              <a:gd name="connsiteY15" fmla="*/ 1392804 h 1603018"/>
              <a:gd name="connsiteX16" fmla="*/ 8171196 w 9662615"/>
              <a:gd name="connsiteY16" fmla="*/ 1397216 h 1603018"/>
              <a:gd name="connsiteX17" fmla="*/ 8087910 w 9662615"/>
              <a:gd name="connsiteY17" fmla="*/ 1386449 h 1603018"/>
              <a:gd name="connsiteX18" fmla="*/ 7974579 w 9662615"/>
              <a:gd name="connsiteY18" fmla="*/ 1383439 h 1603018"/>
              <a:gd name="connsiteX19" fmla="*/ 7768351 w 9662615"/>
              <a:gd name="connsiteY19" fmla="*/ 1395051 h 1603018"/>
              <a:gd name="connsiteX20" fmla="*/ 7635985 w 9662615"/>
              <a:gd name="connsiteY20" fmla="*/ 1386363 h 1603018"/>
              <a:gd name="connsiteX21" fmla="*/ 7466069 w 9662615"/>
              <a:gd name="connsiteY21" fmla="*/ 1377654 h 1603018"/>
              <a:gd name="connsiteX22" fmla="*/ 7355642 w 9662615"/>
              <a:gd name="connsiteY22" fmla="*/ 1407761 h 1603018"/>
              <a:gd name="connsiteX23" fmla="*/ 7215220 w 9662615"/>
              <a:gd name="connsiteY23" fmla="*/ 1397856 h 1603018"/>
              <a:gd name="connsiteX24" fmla="*/ 7082147 w 9662615"/>
              <a:gd name="connsiteY24" fmla="*/ 1406113 h 1603018"/>
              <a:gd name="connsiteX25" fmla="*/ 6987129 w 9662615"/>
              <a:gd name="connsiteY25" fmla="*/ 1404834 h 1603018"/>
              <a:gd name="connsiteX26" fmla="*/ 6907567 w 9662615"/>
              <a:gd name="connsiteY26" fmla="*/ 1419149 h 1603018"/>
              <a:gd name="connsiteX27" fmla="*/ 6748428 w 9662615"/>
              <a:gd name="connsiteY27" fmla="*/ 1420308 h 1603018"/>
              <a:gd name="connsiteX28" fmla="*/ 6654257 w 9662615"/>
              <a:gd name="connsiteY28" fmla="*/ 1424143 h 1603018"/>
              <a:gd name="connsiteX29" fmla="*/ 6620123 w 9662615"/>
              <a:gd name="connsiteY29" fmla="*/ 1430535 h 1603018"/>
              <a:gd name="connsiteX30" fmla="*/ 6571355 w 9662615"/>
              <a:gd name="connsiteY30" fmla="*/ 1436144 h 1603018"/>
              <a:gd name="connsiteX31" fmla="*/ 6486557 w 9662615"/>
              <a:gd name="connsiteY31" fmla="*/ 1449861 h 1603018"/>
              <a:gd name="connsiteX32" fmla="*/ 6370419 w 9662615"/>
              <a:gd name="connsiteY32" fmla="*/ 1461649 h 1603018"/>
              <a:gd name="connsiteX33" fmla="*/ 6278839 w 9662615"/>
              <a:gd name="connsiteY33" fmla="*/ 1449160 h 1603018"/>
              <a:gd name="connsiteX34" fmla="*/ 6272455 w 9662615"/>
              <a:gd name="connsiteY34" fmla="*/ 1453191 h 1603018"/>
              <a:gd name="connsiteX35" fmla="*/ 6212659 w 9662615"/>
              <a:gd name="connsiteY35" fmla="*/ 1454850 h 1603018"/>
              <a:gd name="connsiteX36" fmla="*/ 6069317 w 9662615"/>
              <a:gd name="connsiteY36" fmla="*/ 1445838 h 1603018"/>
              <a:gd name="connsiteX37" fmla="*/ 5878477 w 9662615"/>
              <a:gd name="connsiteY37" fmla="*/ 1439180 h 1603018"/>
              <a:gd name="connsiteX38" fmla="*/ 5838387 w 9662615"/>
              <a:gd name="connsiteY38" fmla="*/ 1444679 h 1603018"/>
              <a:gd name="connsiteX39" fmla="*/ 5771136 w 9662615"/>
              <a:gd name="connsiteY39" fmla="*/ 1453639 h 1603018"/>
              <a:gd name="connsiteX40" fmla="*/ 5724081 w 9662615"/>
              <a:gd name="connsiteY40" fmla="*/ 1470431 h 1603018"/>
              <a:gd name="connsiteX41" fmla="*/ 5666577 w 9662615"/>
              <a:gd name="connsiteY41" fmla="*/ 1473921 h 1603018"/>
              <a:gd name="connsiteX42" fmla="*/ 5649068 w 9662615"/>
              <a:gd name="connsiteY42" fmla="*/ 1461676 h 1603018"/>
              <a:gd name="connsiteX43" fmla="*/ 5588902 w 9662615"/>
              <a:gd name="connsiteY43" fmla="*/ 1469647 h 1603018"/>
              <a:gd name="connsiteX44" fmla="*/ 5498090 w 9662615"/>
              <a:gd name="connsiteY44" fmla="*/ 1483173 h 1603018"/>
              <a:gd name="connsiteX45" fmla="*/ 5444641 w 9662615"/>
              <a:gd name="connsiteY45" fmla="*/ 1487602 h 1603018"/>
              <a:gd name="connsiteX46" fmla="*/ 5299812 w 9662615"/>
              <a:gd name="connsiteY46" fmla="*/ 1503362 h 1603018"/>
              <a:gd name="connsiteX47" fmla="*/ 5245752 w 9662615"/>
              <a:gd name="connsiteY47" fmla="*/ 1520612 h 1603018"/>
              <a:gd name="connsiteX48" fmla="*/ 5177807 w 9662615"/>
              <a:gd name="connsiteY48" fmla="*/ 1526802 h 1603018"/>
              <a:gd name="connsiteX49" fmla="*/ 5113910 w 9662615"/>
              <a:gd name="connsiteY49" fmla="*/ 1533205 h 1603018"/>
              <a:gd name="connsiteX50" fmla="*/ 5059484 w 9662615"/>
              <a:gd name="connsiteY50" fmla="*/ 1546802 h 1603018"/>
              <a:gd name="connsiteX51" fmla="*/ 5038524 w 9662615"/>
              <a:gd name="connsiteY51" fmla="*/ 1545675 h 1603018"/>
              <a:gd name="connsiteX52" fmla="*/ 5026564 w 9662615"/>
              <a:gd name="connsiteY52" fmla="*/ 1545376 h 1603018"/>
              <a:gd name="connsiteX53" fmla="*/ 4969433 w 9662615"/>
              <a:gd name="connsiteY53" fmla="*/ 1550865 h 1603018"/>
              <a:gd name="connsiteX54" fmla="*/ 4871726 w 9662615"/>
              <a:gd name="connsiteY54" fmla="*/ 1570584 h 1603018"/>
              <a:gd name="connsiteX55" fmla="*/ 4843267 w 9662615"/>
              <a:gd name="connsiteY55" fmla="*/ 1561459 h 1603018"/>
              <a:gd name="connsiteX56" fmla="*/ 4821058 w 9662615"/>
              <a:gd name="connsiteY56" fmla="*/ 1553078 h 1603018"/>
              <a:gd name="connsiteX57" fmla="*/ 4791466 w 9662615"/>
              <a:gd name="connsiteY57" fmla="*/ 1561324 h 1603018"/>
              <a:gd name="connsiteX58" fmla="*/ 4784247 w 9662615"/>
              <a:gd name="connsiteY58" fmla="*/ 1562342 h 1603018"/>
              <a:gd name="connsiteX59" fmla="*/ 4739309 w 9662615"/>
              <a:gd name="connsiteY59" fmla="*/ 1553948 h 1603018"/>
              <a:gd name="connsiteX60" fmla="*/ 4697562 w 9662615"/>
              <a:gd name="connsiteY60" fmla="*/ 1551206 h 1603018"/>
              <a:gd name="connsiteX61" fmla="*/ 4650737 w 9662615"/>
              <a:gd name="connsiteY61" fmla="*/ 1537381 h 1603018"/>
              <a:gd name="connsiteX62" fmla="*/ 4583150 w 9662615"/>
              <a:gd name="connsiteY62" fmla="*/ 1529064 h 1603018"/>
              <a:gd name="connsiteX63" fmla="*/ 4521734 w 9662615"/>
              <a:gd name="connsiteY63" fmla="*/ 1529359 h 1603018"/>
              <a:gd name="connsiteX64" fmla="*/ 4382398 w 9662615"/>
              <a:gd name="connsiteY64" fmla="*/ 1534108 h 1603018"/>
              <a:gd name="connsiteX65" fmla="*/ 4221826 w 9662615"/>
              <a:gd name="connsiteY65" fmla="*/ 1500972 h 1603018"/>
              <a:gd name="connsiteX66" fmla="*/ 4096601 w 9662615"/>
              <a:gd name="connsiteY66" fmla="*/ 1521563 h 1603018"/>
              <a:gd name="connsiteX67" fmla="*/ 4002441 w 9662615"/>
              <a:gd name="connsiteY67" fmla="*/ 1528912 h 1603018"/>
              <a:gd name="connsiteX68" fmla="*/ 3833906 w 9662615"/>
              <a:gd name="connsiteY68" fmla="*/ 1516637 h 1603018"/>
              <a:gd name="connsiteX69" fmla="*/ 3763845 w 9662615"/>
              <a:gd name="connsiteY69" fmla="*/ 1501782 h 1603018"/>
              <a:gd name="connsiteX70" fmla="*/ 3673583 w 9662615"/>
              <a:gd name="connsiteY70" fmla="*/ 1501471 h 1603018"/>
              <a:gd name="connsiteX71" fmla="*/ 3640771 w 9662615"/>
              <a:gd name="connsiteY71" fmla="*/ 1531025 h 1603018"/>
              <a:gd name="connsiteX72" fmla="*/ 3576170 w 9662615"/>
              <a:gd name="connsiteY72" fmla="*/ 1516288 h 1603018"/>
              <a:gd name="connsiteX73" fmla="*/ 3540258 w 9662615"/>
              <a:gd name="connsiteY73" fmla="*/ 1516976 h 1603018"/>
              <a:gd name="connsiteX74" fmla="*/ 3522853 w 9662615"/>
              <a:gd name="connsiteY74" fmla="*/ 1538044 h 1603018"/>
              <a:gd name="connsiteX75" fmla="*/ 3480929 w 9662615"/>
              <a:gd name="connsiteY75" fmla="*/ 1526739 h 1603018"/>
              <a:gd name="connsiteX76" fmla="*/ 3430805 w 9662615"/>
              <a:gd name="connsiteY76" fmla="*/ 1542521 h 1603018"/>
              <a:gd name="connsiteX77" fmla="*/ 3292707 w 9662615"/>
              <a:gd name="connsiteY77" fmla="*/ 1520490 h 1603018"/>
              <a:gd name="connsiteX78" fmla="*/ 3187872 w 9662615"/>
              <a:gd name="connsiteY78" fmla="*/ 1519991 h 1603018"/>
              <a:gd name="connsiteX79" fmla="*/ 3148026 w 9662615"/>
              <a:gd name="connsiteY79" fmla="*/ 1524777 h 1603018"/>
              <a:gd name="connsiteX80" fmla="*/ 3092394 w 9662615"/>
              <a:gd name="connsiteY80" fmla="*/ 1528115 h 1603018"/>
              <a:gd name="connsiteX81" fmla="*/ 2994200 w 9662615"/>
              <a:gd name="connsiteY81" fmla="*/ 1537857 h 1603018"/>
              <a:gd name="connsiteX82" fmla="*/ 2862301 w 9662615"/>
              <a:gd name="connsiteY82" fmla="*/ 1544250 h 1603018"/>
              <a:gd name="connsiteX83" fmla="*/ 2766335 w 9662615"/>
              <a:gd name="connsiteY83" fmla="*/ 1527662 h 1603018"/>
              <a:gd name="connsiteX84" fmla="*/ 2757836 w 9662615"/>
              <a:gd name="connsiteY84" fmla="*/ 1531371 h 1603018"/>
              <a:gd name="connsiteX85" fmla="*/ 2691555 w 9662615"/>
              <a:gd name="connsiteY85" fmla="*/ 1530283 h 1603018"/>
              <a:gd name="connsiteX86" fmla="*/ 2539383 w 9662615"/>
              <a:gd name="connsiteY86" fmla="*/ 1504835 h 1603018"/>
              <a:gd name="connsiteX87" fmla="*/ 2378036 w 9662615"/>
              <a:gd name="connsiteY87" fmla="*/ 1520645 h 1603018"/>
              <a:gd name="connsiteX88" fmla="*/ 2284269 w 9662615"/>
              <a:gd name="connsiteY88" fmla="*/ 1503068 h 1603018"/>
              <a:gd name="connsiteX89" fmla="*/ 2207104 w 9662615"/>
              <a:gd name="connsiteY89" fmla="*/ 1508888 h 1603018"/>
              <a:gd name="connsiteX90" fmla="*/ 2149226 w 9662615"/>
              <a:gd name="connsiteY90" fmla="*/ 1523409 h 1603018"/>
              <a:gd name="connsiteX91" fmla="*/ 2084783 w 9662615"/>
              <a:gd name="connsiteY91" fmla="*/ 1524245 h 1603018"/>
              <a:gd name="connsiteX92" fmla="*/ 2070075 w 9662615"/>
              <a:gd name="connsiteY92" fmla="*/ 1511285 h 1603018"/>
              <a:gd name="connsiteX93" fmla="*/ 2001057 w 9662615"/>
              <a:gd name="connsiteY93" fmla="*/ 1516449 h 1603018"/>
              <a:gd name="connsiteX94" fmla="*/ 1896330 w 9662615"/>
              <a:gd name="connsiteY94" fmla="*/ 1525725 h 1603018"/>
              <a:gd name="connsiteX95" fmla="*/ 1835994 w 9662615"/>
              <a:gd name="connsiteY95" fmla="*/ 1527678 h 1603018"/>
              <a:gd name="connsiteX96" fmla="*/ 1671119 w 9662615"/>
              <a:gd name="connsiteY96" fmla="*/ 1536701 h 1603018"/>
              <a:gd name="connsiteX97" fmla="*/ 1565556 w 9662615"/>
              <a:gd name="connsiteY97" fmla="*/ 1556503 h 1603018"/>
              <a:gd name="connsiteX98" fmla="*/ 1407755 w 9662615"/>
              <a:gd name="connsiteY98" fmla="*/ 1571444 h 1603018"/>
              <a:gd name="connsiteX99" fmla="*/ 1291872 w 9662615"/>
              <a:gd name="connsiteY99" fmla="*/ 1579471 h 1603018"/>
              <a:gd name="connsiteX100" fmla="*/ 1245251 w 9662615"/>
              <a:gd name="connsiteY100" fmla="*/ 1603018 h 1603018"/>
              <a:gd name="connsiteX101" fmla="*/ 1181938 w 9662615"/>
              <a:gd name="connsiteY101" fmla="*/ 1592789 h 1603018"/>
              <a:gd name="connsiteX102" fmla="*/ 1091432 w 9662615"/>
              <a:gd name="connsiteY102" fmla="*/ 1571003 h 1603018"/>
              <a:gd name="connsiteX103" fmla="*/ 940355 w 9662615"/>
              <a:gd name="connsiteY103" fmla="*/ 1560638 h 1603018"/>
              <a:gd name="connsiteX104" fmla="*/ 868264 w 9662615"/>
              <a:gd name="connsiteY104" fmla="*/ 1566392 h 1603018"/>
              <a:gd name="connsiteX105" fmla="*/ 792765 w 9662615"/>
              <a:gd name="connsiteY105" fmla="*/ 1563102 h 1603018"/>
              <a:gd name="connsiteX106" fmla="*/ 653153 w 9662615"/>
              <a:gd name="connsiteY106" fmla="*/ 1563516 h 1603018"/>
              <a:gd name="connsiteX107" fmla="*/ 541933 w 9662615"/>
              <a:gd name="connsiteY107" fmla="*/ 1561051 h 1603018"/>
              <a:gd name="connsiteX108" fmla="*/ 472797 w 9662615"/>
              <a:gd name="connsiteY108" fmla="*/ 1568904 h 1603018"/>
              <a:gd name="connsiteX109" fmla="*/ 396059 w 9662615"/>
              <a:gd name="connsiteY109" fmla="*/ 1560970 h 1603018"/>
              <a:gd name="connsiteX110" fmla="*/ 336819 w 9662615"/>
              <a:gd name="connsiteY110" fmla="*/ 1560892 h 1603018"/>
              <a:gd name="connsiteX111" fmla="*/ 267163 w 9662615"/>
              <a:gd name="connsiteY111" fmla="*/ 1531913 h 1603018"/>
              <a:gd name="connsiteX112" fmla="*/ 196644 w 9662615"/>
              <a:gd name="connsiteY112" fmla="*/ 1524565 h 1603018"/>
              <a:gd name="connsiteX113" fmla="*/ 86819 w 9662615"/>
              <a:gd name="connsiteY113" fmla="*/ 1519517 h 1603018"/>
              <a:gd name="connsiteX114" fmla="*/ 53369 w 9662615"/>
              <a:gd name="connsiteY114" fmla="*/ 1516853 h 1603018"/>
              <a:gd name="connsiteX115" fmla="*/ 2359 w 9662615"/>
              <a:gd name="connsiteY115" fmla="*/ 1515247 h 1603018"/>
              <a:gd name="connsiteX116" fmla="*/ 0 w 9662615"/>
              <a:gd name="connsiteY116" fmla="*/ 1514932 h 1603018"/>
              <a:gd name="connsiteX117" fmla="*/ 0 w 9662615"/>
              <a:gd name="connsiteY117" fmla="*/ 0 h 1603018"/>
              <a:gd name="connsiteX0" fmla="*/ 0 w 9662615"/>
              <a:gd name="connsiteY0" fmla="*/ 0 h 1603018"/>
              <a:gd name="connsiteX1" fmla="*/ 9662615 w 9662615"/>
              <a:gd name="connsiteY1" fmla="*/ 0 h 1603018"/>
              <a:gd name="connsiteX2" fmla="*/ 9662615 w 9662615"/>
              <a:gd name="connsiteY2" fmla="*/ 1280346 h 1603018"/>
              <a:gd name="connsiteX3" fmla="*/ 9551077 w 9662615"/>
              <a:gd name="connsiteY3" fmla="*/ 1292033 h 1603018"/>
              <a:gd name="connsiteX4" fmla="*/ 9469546 w 9662615"/>
              <a:gd name="connsiteY4" fmla="*/ 1289837 h 1603018"/>
              <a:gd name="connsiteX5" fmla="*/ 9326260 w 9662615"/>
              <a:gd name="connsiteY5" fmla="*/ 1277155 h 1603018"/>
              <a:gd name="connsiteX6" fmla="*/ 9144767 w 9662615"/>
              <a:gd name="connsiteY6" fmla="*/ 1264120 h 1603018"/>
              <a:gd name="connsiteX7" fmla="*/ 8976400 w 9662615"/>
              <a:gd name="connsiteY7" fmla="*/ 1326661 h 1603018"/>
              <a:gd name="connsiteX8" fmla="*/ 8828711 w 9662615"/>
              <a:gd name="connsiteY8" fmla="*/ 1346394 h 1603018"/>
              <a:gd name="connsiteX9" fmla="*/ 8695953 w 9662615"/>
              <a:gd name="connsiteY9" fmla="*/ 1346784 h 1603018"/>
              <a:gd name="connsiteX10" fmla="*/ 8652191 w 9662615"/>
              <a:gd name="connsiteY10" fmla="*/ 1345903 h 1603018"/>
              <a:gd name="connsiteX11" fmla="*/ 8591582 w 9662615"/>
              <a:gd name="connsiteY11" fmla="*/ 1341666 h 1603018"/>
              <a:gd name="connsiteX12" fmla="*/ 8537336 w 9662615"/>
              <a:gd name="connsiteY12" fmla="*/ 1341684 h 1603018"/>
              <a:gd name="connsiteX13" fmla="*/ 8416849 w 9662615"/>
              <a:gd name="connsiteY13" fmla="*/ 1367085 h 1603018"/>
              <a:gd name="connsiteX14" fmla="*/ 8278355 w 9662615"/>
              <a:gd name="connsiteY14" fmla="*/ 1386569 h 1603018"/>
              <a:gd name="connsiteX15" fmla="*/ 8197961 w 9662615"/>
              <a:gd name="connsiteY15" fmla="*/ 1392804 h 1603018"/>
              <a:gd name="connsiteX16" fmla="*/ 8171196 w 9662615"/>
              <a:gd name="connsiteY16" fmla="*/ 1397216 h 1603018"/>
              <a:gd name="connsiteX17" fmla="*/ 8087910 w 9662615"/>
              <a:gd name="connsiteY17" fmla="*/ 1386449 h 1603018"/>
              <a:gd name="connsiteX18" fmla="*/ 7974579 w 9662615"/>
              <a:gd name="connsiteY18" fmla="*/ 1383439 h 1603018"/>
              <a:gd name="connsiteX19" fmla="*/ 7768351 w 9662615"/>
              <a:gd name="connsiteY19" fmla="*/ 1395051 h 1603018"/>
              <a:gd name="connsiteX20" fmla="*/ 7635985 w 9662615"/>
              <a:gd name="connsiteY20" fmla="*/ 1386363 h 1603018"/>
              <a:gd name="connsiteX21" fmla="*/ 7466069 w 9662615"/>
              <a:gd name="connsiteY21" fmla="*/ 1377654 h 1603018"/>
              <a:gd name="connsiteX22" fmla="*/ 7355642 w 9662615"/>
              <a:gd name="connsiteY22" fmla="*/ 1407761 h 1603018"/>
              <a:gd name="connsiteX23" fmla="*/ 7215220 w 9662615"/>
              <a:gd name="connsiteY23" fmla="*/ 1397856 h 1603018"/>
              <a:gd name="connsiteX24" fmla="*/ 7082147 w 9662615"/>
              <a:gd name="connsiteY24" fmla="*/ 1406113 h 1603018"/>
              <a:gd name="connsiteX25" fmla="*/ 6987129 w 9662615"/>
              <a:gd name="connsiteY25" fmla="*/ 1404834 h 1603018"/>
              <a:gd name="connsiteX26" fmla="*/ 6907567 w 9662615"/>
              <a:gd name="connsiteY26" fmla="*/ 1419149 h 1603018"/>
              <a:gd name="connsiteX27" fmla="*/ 6748428 w 9662615"/>
              <a:gd name="connsiteY27" fmla="*/ 1420308 h 1603018"/>
              <a:gd name="connsiteX28" fmla="*/ 6654257 w 9662615"/>
              <a:gd name="connsiteY28" fmla="*/ 1424143 h 1603018"/>
              <a:gd name="connsiteX29" fmla="*/ 6620123 w 9662615"/>
              <a:gd name="connsiteY29" fmla="*/ 1430535 h 1603018"/>
              <a:gd name="connsiteX30" fmla="*/ 6571355 w 9662615"/>
              <a:gd name="connsiteY30" fmla="*/ 1436144 h 1603018"/>
              <a:gd name="connsiteX31" fmla="*/ 6486557 w 9662615"/>
              <a:gd name="connsiteY31" fmla="*/ 1449861 h 1603018"/>
              <a:gd name="connsiteX32" fmla="*/ 6370419 w 9662615"/>
              <a:gd name="connsiteY32" fmla="*/ 1461649 h 1603018"/>
              <a:gd name="connsiteX33" fmla="*/ 6278839 w 9662615"/>
              <a:gd name="connsiteY33" fmla="*/ 1449160 h 1603018"/>
              <a:gd name="connsiteX34" fmla="*/ 6272455 w 9662615"/>
              <a:gd name="connsiteY34" fmla="*/ 1453191 h 1603018"/>
              <a:gd name="connsiteX35" fmla="*/ 6212659 w 9662615"/>
              <a:gd name="connsiteY35" fmla="*/ 1454850 h 1603018"/>
              <a:gd name="connsiteX36" fmla="*/ 6069317 w 9662615"/>
              <a:gd name="connsiteY36" fmla="*/ 1445838 h 1603018"/>
              <a:gd name="connsiteX37" fmla="*/ 5878477 w 9662615"/>
              <a:gd name="connsiteY37" fmla="*/ 1439180 h 1603018"/>
              <a:gd name="connsiteX38" fmla="*/ 5838387 w 9662615"/>
              <a:gd name="connsiteY38" fmla="*/ 1444679 h 1603018"/>
              <a:gd name="connsiteX39" fmla="*/ 5771136 w 9662615"/>
              <a:gd name="connsiteY39" fmla="*/ 1453639 h 1603018"/>
              <a:gd name="connsiteX40" fmla="*/ 5724081 w 9662615"/>
              <a:gd name="connsiteY40" fmla="*/ 1470431 h 1603018"/>
              <a:gd name="connsiteX41" fmla="*/ 5666577 w 9662615"/>
              <a:gd name="connsiteY41" fmla="*/ 1473921 h 1603018"/>
              <a:gd name="connsiteX42" fmla="*/ 5649068 w 9662615"/>
              <a:gd name="connsiteY42" fmla="*/ 1461676 h 1603018"/>
              <a:gd name="connsiteX43" fmla="*/ 5588902 w 9662615"/>
              <a:gd name="connsiteY43" fmla="*/ 1469647 h 1603018"/>
              <a:gd name="connsiteX44" fmla="*/ 5498090 w 9662615"/>
              <a:gd name="connsiteY44" fmla="*/ 1483173 h 1603018"/>
              <a:gd name="connsiteX45" fmla="*/ 5444641 w 9662615"/>
              <a:gd name="connsiteY45" fmla="*/ 1487602 h 1603018"/>
              <a:gd name="connsiteX46" fmla="*/ 5299812 w 9662615"/>
              <a:gd name="connsiteY46" fmla="*/ 1503362 h 1603018"/>
              <a:gd name="connsiteX47" fmla="*/ 5245752 w 9662615"/>
              <a:gd name="connsiteY47" fmla="*/ 1520612 h 1603018"/>
              <a:gd name="connsiteX48" fmla="*/ 5177807 w 9662615"/>
              <a:gd name="connsiteY48" fmla="*/ 1526802 h 1603018"/>
              <a:gd name="connsiteX49" fmla="*/ 5113910 w 9662615"/>
              <a:gd name="connsiteY49" fmla="*/ 1533205 h 1603018"/>
              <a:gd name="connsiteX50" fmla="*/ 5059484 w 9662615"/>
              <a:gd name="connsiteY50" fmla="*/ 1546802 h 1603018"/>
              <a:gd name="connsiteX51" fmla="*/ 5038524 w 9662615"/>
              <a:gd name="connsiteY51" fmla="*/ 1545675 h 1603018"/>
              <a:gd name="connsiteX52" fmla="*/ 5026564 w 9662615"/>
              <a:gd name="connsiteY52" fmla="*/ 1545376 h 1603018"/>
              <a:gd name="connsiteX53" fmla="*/ 4969433 w 9662615"/>
              <a:gd name="connsiteY53" fmla="*/ 1550865 h 1603018"/>
              <a:gd name="connsiteX54" fmla="*/ 4871726 w 9662615"/>
              <a:gd name="connsiteY54" fmla="*/ 1570584 h 1603018"/>
              <a:gd name="connsiteX55" fmla="*/ 4843267 w 9662615"/>
              <a:gd name="connsiteY55" fmla="*/ 1561459 h 1603018"/>
              <a:gd name="connsiteX56" fmla="*/ 4821058 w 9662615"/>
              <a:gd name="connsiteY56" fmla="*/ 1553078 h 1603018"/>
              <a:gd name="connsiteX57" fmla="*/ 4791466 w 9662615"/>
              <a:gd name="connsiteY57" fmla="*/ 1561324 h 1603018"/>
              <a:gd name="connsiteX58" fmla="*/ 4784247 w 9662615"/>
              <a:gd name="connsiteY58" fmla="*/ 1562342 h 1603018"/>
              <a:gd name="connsiteX59" fmla="*/ 4739309 w 9662615"/>
              <a:gd name="connsiteY59" fmla="*/ 1553948 h 1603018"/>
              <a:gd name="connsiteX60" fmla="*/ 4697562 w 9662615"/>
              <a:gd name="connsiteY60" fmla="*/ 1551206 h 1603018"/>
              <a:gd name="connsiteX61" fmla="*/ 4650737 w 9662615"/>
              <a:gd name="connsiteY61" fmla="*/ 1537381 h 1603018"/>
              <a:gd name="connsiteX62" fmla="*/ 4583150 w 9662615"/>
              <a:gd name="connsiteY62" fmla="*/ 1529064 h 1603018"/>
              <a:gd name="connsiteX63" fmla="*/ 4521734 w 9662615"/>
              <a:gd name="connsiteY63" fmla="*/ 1529359 h 1603018"/>
              <a:gd name="connsiteX64" fmla="*/ 4382398 w 9662615"/>
              <a:gd name="connsiteY64" fmla="*/ 1534108 h 1603018"/>
              <a:gd name="connsiteX65" fmla="*/ 4221826 w 9662615"/>
              <a:gd name="connsiteY65" fmla="*/ 1500972 h 1603018"/>
              <a:gd name="connsiteX66" fmla="*/ 4096601 w 9662615"/>
              <a:gd name="connsiteY66" fmla="*/ 1521563 h 1603018"/>
              <a:gd name="connsiteX67" fmla="*/ 4002441 w 9662615"/>
              <a:gd name="connsiteY67" fmla="*/ 1528912 h 1603018"/>
              <a:gd name="connsiteX68" fmla="*/ 3833906 w 9662615"/>
              <a:gd name="connsiteY68" fmla="*/ 1516637 h 1603018"/>
              <a:gd name="connsiteX69" fmla="*/ 3763845 w 9662615"/>
              <a:gd name="connsiteY69" fmla="*/ 1501782 h 1603018"/>
              <a:gd name="connsiteX70" fmla="*/ 3673583 w 9662615"/>
              <a:gd name="connsiteY70" fmla="*/ 1501471 h 1603018"/>
              <a:gd name="connsiteX71" fmla="*/ 3640771 w 9662615"/>
              <a:gd name="connsiteY71" fmla="*/ 1531025 h 1603018"/>
              <a:gd name="connsiteX72" fmla="*/ 3576170 w 9662615"/>
              <a:gd name="connsiteY72" fmla="*/ 1516288 h 1603018"/>
              <a:gd name="connsiteX73" fmla="*/ 3540258 w 9662615"/>
              <a:gd name="connsiteY73" fmla="*/ 1516976 h 1603018"/>
              <a:gd name="connsiteX74" fmla="*/ 3522853 w 9662615"/>
              <a:gd name="connsiteY74" fmla="*/ 1538044 h 1603018"/>
              <a:gd name="connsiteX75" fmla="*/ 3480929 w 9662615"/>
              <a:gd name="connsiteY75" fmla="*/ 1526739 h 1603018"/>
              <a:gd name="connsiteX76" fmla="*/ 3430805 w 9662615"/>
              <a:gd name="connsiteY76" fmla="*/ 1542521 h 1603018"/>
              <a:gd name="connsiteX77" fmla="*/ 3292707 w 9662615"/>
              <a:gd name="connsiteY77" fmla="*/ 1520490 h 1603018"/>
              <a:gd name="connsiteX78" fmla="*/ 3187872 w 9662615"/>
              <a:gd name="connsiteY78" fmla="*/ 1519991 h 1603018"/>
              <a:gd name="connsiteX79" fmla="*/ 3148026 w 9662615"/>
              <a:gd name="connsiteY79" fmla="*/ 1524777 h 1603018"/>
              <a:gd name="connsiteX80" fmla="*/ 3092394 w 9662615"/>
              <a:gd name="connsiteY80" fmla="*/ 1528115 h 1603018"/>
              <a:gd name="connsiteX81" fmla="*/ 2994200 w 9662615"/>
              <a:gd name="connsiteY81" fmla="*/ 1537857 h 1603018"/>
              <a:gd name="connsiteX82" fmla="*/ 2862301 w 9662615"/>
              <a:gd name="connsiteY82" fmla="*/ 1544250 h 1603018"/>
              <a:gd name="connsiteX83" fmla="*/ 2766335 w 9662615"/>
              <a:gd name="connsiteY83" fmla="*/ 1527662 h 1603018"/>
              <a:gd name="connsiteX84" fmla="*/ 2757836 w 9662615"/>
              <a:gd name="connsiteY84" fmla="*/ 1531371 h 1603018"/>
              <a:gd name="connsiteX85" fmla="*/ 2691555 w 9662615"/>
              <a:gd name="connsiteY85" fmla="*/ 1530283 h 1603018"/>
              <a:gd name="connsiteX86" fmla="*/ 2539383 w 9662615"/>
              <a:gd name="connsiteY86" fmla="*/ 1504835 h 1603018"/>
              <a:gd name="connsiteX87" fmla="*/ 2378036 w 9662615"/>
              <a:gd name="connsiteY87" fmla="*/ 1520645 h 1603018"/>
              <a:gd name="connsiteX88" fmla="*/ 2320049 w 9662615"/>
              <a:gd name="connsiteY88" fmla="*/ 1511019 h 1603018"/>
              <a:gd name="connsiteX89" fmla="*/ 2207104 w 9662615"/>
              <a:gd name="connsiteY89" fmla="*/ 1508888 h 1603018"/>
              <a:gd name="connsiteX90" fmla="*/ 2149226 w 9662615"/>
              <a:gd name="connsiteY90" fmla="*/ 1523409 h 1603018"/>
              <a:gd name="connsiteX91" fmla="*/ 2084783 w 9662615"/>
              <a:gd name="connsiteY91" fmla="*/ 1524245 h 1603018"/>
              <a:gd name="connsiteX92" fmla="*/ 2070075 w 9662615"/>
              <a:gd name="connsiteY92" fmla="*/ 1511285 h 1603018"/>
              <a:gd name="connsiteX93" fmla="*/ 2001057 w 9662615"/>
              <a:gd name="connsiteY93" fmla="*/ 1516449 h 1603018"/>
              <a:gd name="connsiteX94" fmla="*/ 1896330 w 9662615"/>
              <a:gd name="connsiteY94" fmla="*/ 1525725 h 1603018"/>
              <a:gd name="connsiteX95" fmla="*/ 1835994 w 9662615"/>
              <a:gd name="connsiteY95" fmla="*/ 1527678 h 1603018"/>
              <a:gd name="connsiteX96" fmla="*/ 1671119 w 9662615"/>
              <a:gd name="connsiteY96" fmla="*/ 1536701 h 1603018"/>
              <a:gd name="connsiteX97" fmla="*/ 1565556 w 9662615"/>
              <a:gd name="connsiteY97" fmla="*/ 1556503 h 1603018"/>
              <a:gd name="connsiteX98" fmla="*/ 1407755 w 9662615"/>
              <a:gd name="connsiteY98" fmla="*/ 1571444 h 1603018"/>
              <a:gd name="connsiteX99" fmla="*/ 1291872 w 9662615"/>
              <a:gd name="connsiteY99" fmla="*/ 1579471 h 1603018"/>
              <a:gd name="connsiteX100" fmla="*/ 1245251 w 9662615"/>
              <a:gd name="connsiteY100" fmla="*/ 1603018 h 1603018"/>
              <a:gd name="connsiteX101" fmla="*/ 1181938 w 9662615"/>
              <a:gd name="connsiteY101" fmla="*/ 1592789 h 1603018"/>
              <a:gd name="connsiteX102" fmla="*/ 1091432 w 9662615"/>
              <a:gd name="connsiteY102" fmla="*/ 1571003 h 1603018"/>
              <a:gd name="connsiteX103" fmla="*/ 940355 w 9662615"/>
              <a:gd name="connsiteY103" fmla="*/ 1560638 h 1603018"/>
              <a:gd name="connsiteX104" fmla="*/ 868264 w 9662615"/>
              <a:gd name="connsiteY104" fmla="*/ 1566392 h 1603018"/>
              <a:gd name="connsiteX105" fmla="*/ 792765 w 9662615"/>
              <a:gd name="connsiteY105" fmla="*/ 1563102 h 1603018"/>
              <a:gd name="connsiteX106" fmla="*/ 653153 w 9662615"/>
              <a:gd name="connsiteY106" fmla="*/ 1563516 h 1603018"/>
              <a:gd name="connsiteX107" fmla="*/ 541933 w 9662615"/>
              <a:gd name="connsiteY107" fmla="*/ 1561051 h 1603018"/>
              <a:gd name="connsiteX108" fmla="*/ 472797 w 9662615"/>
              <a:gd name="connsiteY108" fmla="*/ 1568904 h 1603018"/>
              <a:gd name="connsiteX109" fmla="*/ 396059 w 9662615"/>
              <a:gd name="connsiteY109" fmla="*/ 1560970 h 1603018"/>
              <a:gd name="connsiteX110" fmla="*/ 336819 w 9662615"/>
              <a:gd name="connsiteY110" fmla="*/ 1560892 h 1603018"/>
              <a:gd name="connsiteX111" fmla="*/ 267163 w 9662615"/>
              <a:gd name="connsiteY111" fmla="*/ 1531913 h 1603018"/>
              <a:gd name="connsiteX112" fmla="*/ 196644 w 9662615"/>
              <a:gd name="connsiteY112" fmla="*/ 1524565 h 1603018"/>
              <a:gd name="connsiteX113" fmla="*/ 86819 w 9662615"/>
              <a:gd name="connsiteY113" fmla="*/ 1519517 h 1603018"/>
              <a:gd name="connsiteX114" fmla="*/ 53369 w 9662615"/>
              <a:gd name="connsiteY114" fmla="*/ 1516853 h 1603018"/>
              <a:gd name="connsiteX115" fmla="*/ 2359 w 9662615"/>
              <a:gd name="connsiteY115" fmla="*/ 1515247 h 1603018"/>
              <a:gd name="connsiteX116" fmla="*/ 0 w 9662615"/>
              <a:gd name="connsiteY116" fmla="*/ 1514932 h 1603018"/>
              <a:gd name="connsiteX117" fmla="*/ 0 w 9662615"/>
              <a:gd name="connsiteY117" fmla="*/ 0 h 1603018"/>
              <a:gd name="connsiteX0" fmla="*/ 0 w 9662615"/>
              <a:gd name="connsiteY0" fmla="*/ 0 h 1603018"/>
              <a:gd name="connsiteX1" fmla="*/ 9662615 w 9662615"/>
              <a:gd name="connsiteY1" fmla="*/ 0 h 1603018"/>
              <a:gd name="connsiteX2" fmla="*/ 9662615 w 9662615"/>
              <a:gd name="connsiteY2" fmla="*/ 1280346 h 1603018"/>
              <a:gd name="connsiteX3" fmla="*/ 9551077 w 9662615"/>
              <a:gd name="connsiteY3" fmla="*/ 1292033 h 1603018"/>
              <a:gd name="connsiteX4" fmla="*/ 9469546 w 9662615"/>
              <a:gd name="connsiteY4" fmla="*/ 1289837 h 1603018"/>
              <a:gd name="connsiteX5" fmla="*/ 9326260 w 9662615"/>
              <a:gd name="connsiteY5" fmla="*/ 1277155 h 1603018"/>
              <a:gd name="connsiteX6" fmla="*/ 9144767 w 9662615"/>
              <a:gd name="connsiteY6" fmla="*/ 1264120 h 1603018"/>
              <a:gd name="connsiteX7" fmla="*/ 8976400 w 9662615"/>
              <a:gd name="connsiteY7" fmla="*/ 1326661 h 1603018"/>
              <a:gd name="connsiteX8" fmla="*/ 8828711 w 9662615"/>
              <a:gd name="connsiteY8" fmla="*/ 1346394 h 1603018"/>
              <a:gd name="connsiteX9" fmla="*/ 8695953 w 9662615"/>
              <a:gd name="connsiteY9" fmla="*/ 1346784 h 1603018"/>
              <a:gd name="connsiteX10" fmla="*/ 8652191 w 9662615"/>
              <a:gd name="connsiteY10" fmla="*/ 1345903 h 1603018"/>
              <a:gd name="connsiteX11" fmla="*/ 8591582 w 9662615"/>
              <a:gd name="connsiteY11" fmla="*/ 1341666 h 1603018"/>
              <a:gd name="connsiteX12" fmla="*/ 8537336 w 9662615"/>
              <a:gd name="connsiteY12" fmla="*/ 1341684 h 1603018"/>
              <a:gd name="connsiteX13" fmla="*/ 8416849 w 9662615"/>
              <a:gd name="connsiteY13" fmla="*/ 1367085 h 1603018"/>
              <a:gd name="connsiteX14" fmla="*/ 8278355 w 9662615"/>
              <a:gd name="connsiteY14" fmla="*/ 1386569 h 1603018"/>
              <a:gd name="connsiteX15" fmla="*/ 8197961 w 9662615"/>
              <a:gd name="connsiteY15" fmla="*/ 1392804 h 1603018"/>
              <a:gd name="connsiteX16" fmla="*/ 8171196 w 9662615"/>
              <a:gd name="connsiteY16" fmla="*/ 1397216 h 1603018"/>
              <a:gd name="connsiteX17" fmla="*/ 8087910 w 9662615"/>
              <a:gd name="connsiteY17" fmla="*/ 1386449 h 1603018"/>
              <a:gd name="connsiteX18" fmla="*/ 7974579 w 9662615"/>
              <a:gd name="connsiteY18" fmla="*/ 1383439 h 1603018"/>
              <a:gd name="connsiteX19" fmla="*/ 7768351 w 9662615"/>
              <a:gd name="connsiteY19" fmla="*/ 1395051 h 1603018"/>
              <a:gd name="connsiteX20" fmla="*/ 7635985 w 9662615"/>
              <a:gd name="connsiteY20" fmla="*/ 1386363 h 1603018"/>
              <a:gd name="connsiteX21" fmla="*/ 7466069 w 9662615"/>
              <a:gd name="connsiteY21" fmla="*/ 1377654 h 1603018"/>
              <a:gd name="connsiteX22" fmla="*/ 7355642 w 9662615"/>
              <a:gd name="connsiteY22" fmla="*/ 1407761 h 1603018"/>
              <a:gd name="connsiteX23" fmla="*/ 7215220 w 9662615"/>
              <a:gd name="connsiteY23" fmla="*/ 1397856 h 1603018"/>
              <a:gd name="connsiteX24" fmla="*/ 7082147 w 9662615"/>
              <a:gd name="connsiteY24" fmla="*/ 1406113 h 1603018"/>
              <a:gd name="connsiteX25" fmla="*/ 6987129 w 9662615"/>
              <a:gd name="connsiteY25" fmla="*/ 1404834 h 1603018"/>
              <a:gd name="connsiteX26" fmla="*/ 6907567 w 9662615"/>
              <a:gd name="connsiteY26" fmla="*/ 1419149 h 1603018"/>
              <a:gd name="connsiteX27" fmla="*/ 6748428 w 9662615"/>
              <a:gd name="connsiteY27" fmla="*/ 1420308 h 1603018"/>
              <a:gd name="connsiteX28" fmla="*/ 6654257 w 9662615"/>
              <a:gd name="connsiteY28" fmla="*/ 1424143 h 1603018"/>
              <a:gd name="connsiteX29" fmla="*/ 6620123 w 9662615"/>
              <a:gd name="connsiteY29" fmla="*/ 1430535 h 1603018"/>
              <a:gd name="connsiteX30" fmla="*/ 6571355 w 9662615"/>
              <a:gd name="connsiteY30" fmla="*/ 1436144 h 1603018"/>
              <a:gd name="connsiteX31" fmla="*/ 6486557 w 9662615"/>
              <a:gd name="connsiteY31" fmla="*/ 1449861 h 1603018"/>
              <a:gd name="connsiteX32" fmla="*/ 6370419 w 9662615"/>
              <a:gd name="connsiteY32" fmla="*/ 1461649 h 1603018"/>
              <a:gd name="connsiteX33" fmla="*/ 6278839 w 9662615"/>
              <a:gd name="connsiteY33" fmla="*/ 1449160 h 1603018"/>
              <a:gd name="connsiteX34" fmla="*/ 6272455 w 9662615"/>
              <a:gd name="connsiteY34" fmla="*/ 1453191 h 1603018"/>
              <a:gd name="connsiteX35" fmla="*/ 6212659 w 9662615"/>
              <a:gd name="connsiteY35" fmla="*/ 1454850 h 1603018"/>
              <a:gd name="connsiteX36" fmla="*/ 6069317 w 9662615"/>
              <a:gd name="connsiteY36" fmla="*/ 1445838 h 1603018"/>
              <a:gd name="connsiteX37" fmla="*/ 5878477 w 9662615"/>
              <a:gd name="connsiteY37" fmla="*/ 1439180 h 1603018"/>
              <a:gd name="connsiteX38" fmla="*/ 5838387 w 9662615"/>
              <a:gd name="connsiteY38" fmla="*/ 1444679 h 1603018"/>
              <a:gd name="connsiteX39" fmla="*/ 5771136 w 9662615"/>
              <a:gd name="connsiteY39" fmla="*/ 1453639 h 1603018"/>
              <a:gd name="connsiteX40" fmla="*/ 5724081 w 9662615"/>
              <a:gd name="connsiteY40" fmla="*/ 1470431 h 1603018"/>
              <a:gd name="connsiteX41" fmla="*/ 5666577 w 9662615"/>
              <a:gd name="connsiteY41" fmla="*/ 1473921 h 1603018"/>
              <a:gd name="connsiteX42" fmla="*/ 5649068 w 9662615"/>
              <a:gd name="connsiteY42" fmla="*/ 1461676 h 1603018"/>
              <a:gd name="connsiteX43" fmla="*/ 5588902 w 9662615"/>
              <a:gd name="connsiteY43" fmla="*/ 1469647 h 1603018"/>
              <a:gd name="connsiteX44" fmla="*/ 5498090 w 9662615"/>
              <a:gd name="connsiteY44" fmla="*/ 1483173 h 1603018"/>
              <a:gd name="connsiteX45" fmla="*/ 5444641 w 9662615"/>
              <a:gd name="connsiteY45" fmla="*/ 1487602 h 1603018"/>
              <a:gd name="connsiteX46" fmla="*/ 5299812 w 9662615"/>
              <a:gd name="connsiteY46" fmla="*/ 1503362 h 1603018"/>
              <a:gd name="connsiteX47" fmla="*/ 5245752 w 9662615"/>
              <a:gd name="connsiteY47" fmla="*/ 1520612 h 1603018"/>
              <a:gd name="connsiteX48" fmla="*/ 5177807 w 9662615"/>
              <a:gd name="connsiteY48" fmla="*/ 1526802 h 1603018"/>
              <a:gd name="connsiteX49" fmla="*/ 5113910 w 9662615"/>
              <a:gd name="connsiteY49" fmla="*/ 1533205 h 1603018"/>
              <a:gd name="connsiteX50" fmla="*/ 5059484 w 9662615"/>
              <a:gd name="connsiteY50" fmla="*/ 1546802 h 1603018"/>
              <a:gd name="connsiteX51" fmla="*/ 5038524 w 9662615"/>
              <a:gd name="connsiteY51" fmla="*/ 1545675 h 1603018"/>
              <a:gd name="connsiteX52" fmla="*/ 5026564 w 9662615"/>
              <a:gd name="connsiteY52" fmla="*/ 1545376 h 1603018"/>
              <a:gd name="connsiteX53" fmla="*/ 4969433 w 9662615"/>
              <a:gd name="connsiteY53" fmla="*/ 1550865 h 1603018"/>
              <a:gd name="connsiteX54" fmla="*/ 4871726 w 9662615"/>
              <a:gd name="connsiteY54" fmla="*/ 1570584 h 1603018"/>
              <a:gd name="connsiteX55" fmla="*/ 4843267 w 9662615"/>
              <a:gd name="connsiteY55" fmla="*/ 1561459 h 1603018"/>
              <a:gd name="connsiteX56" fmla="*/ 4821058 w 9662615"/>
              <a:gd name="connsiteY56" fmla="*/ 1553078 h 1603018"/>
              <a:gd name="connsiteX57" fmla="*/ 4791466 w 9662615"/>
              <a:gd name="connsiteY57" fmla="*/ 1561324 h 1603018"/>
              <a:gd name="connsiteX58" fmla="*/ 4784247 w 9662615"/>
              <a:gd name="connsiteY58" fmla="*/ 1562342 h 1603018"/>
              <a:gd name="connsiteX59" fmla="*/ 4739309 w 9662615"/>
              <a:gd name="connsiteY59" fmla="*/ 1553948 h 1603018"/>
              <a:gd name="connsiteX60" fmla="*/ 4697562 w 9662615"/>
              <a:gd name="connsiteY60" fmla="*/ 1551206 h 1603018"/>
              <a:gd name="connsiteX61" fmla="*/ 4650737 w 9662615"/>
              <a:gd name="connsiteY61" fmla="*/ 1537381 h 1603018"/>
              <a:gd name="connsiteX62" fmla="*/ 4583150 w 9662615"/>
              <a:gd name="connsiteY62" fmla="*/ 1529064 h 1603018"/>
              <a:gd name="connsiteX63" fmla="*/ 4521734 w 9662615"/>
              <a:gd name="connsiteY63" fmla="*/ 1529359 h 1603018"/>
              <a:gd name="connsiteX64" fmla="*/ 4382398 w 9662615"/>
              <a:gd name="connsiteY64" fmla="*/ 1534108 h 1603018"/>
              <a:gd name="connsiteX65" fmla="*/ 4221826 w 9662615"/>
              <a:gd name="connsiteY65" fmla="*/ 1500972 h 1603018"/>
              <a:gd name="connsiteX66" fmla="*/ 4096601 w 9662615"/>
              <a:gd name="connsiteY66" fmla="*/ 1521563 h 1603018"/>
              <a:gd name="connsiteX67" fmla="*/ 4002441 w 9662615"/>
              <a:gd name="connsiteY67" fmla="*/ 1528912 h 1603018"/>
              <a:gd name="connsiteX68" fmla="*/ 3833906 w 9662615"/>
              <a:gd name="connsiteY68" fmla="*/ 1516637 h 1603018"/>
              <a:gd name="connsiteX69" fmla="*/ 3763845 w 9662615"/>
              <a:gd name="connsiteY69" fmla="*/ 1501782 h 1603018"/>
              <a:gd name="connsiteX70" fmla="*/ 3673583 w 9662615"/>
              <a:gd name="connsiteY70" fmla="*/ 1501471 h 1603018"/>
              <a:gd name="connsiteX71" fmla="*/ 3640771 w 9662615"/>
              <a:gd name="connsiteY71" fmla="*/ 1531025 h 1603018"/>
              <a:gd name="connsiteX72" fmla="*/ 3576170 w 9662615"/>
              <a:gd name="connsiteY72" fmla="*/ 1516288 h 1603018"/>
              <a:gd name="connsiteX73" fmla="*/ 3540258 w 9662615"/>
              <a:gd name="connsiteY73" fmla="*/ 1516976 h 1603018"/>
              <a:gd name="connsiteX74" fmla="*/ 3522853 w 9662615"/>
              <a:gd name="connsiteY74" fmla="*/ 1538044 h 1603018"/>
              <a:gd name="connsiteX75" fmla="*/ 3480929 w 9662615"/>
              <a:gd name="connsiteY75" fmla="*/ 1526739 h 1603018"/>
              <a:gd name="connsiteX76" fmla="*/ 3430805 w 9662615"/>
              <a:gd name="connsiteY76" fmla="*/ 1542521 h 1603018"/>
              <a:gd name="connsiteX77" fmla="*/ 3292707 w 9662615"/>
              <a:gd name="connsiteY77" fmla="*/ 1520490 h 1603018"/>
              <a:gd name="connsiteX78" fmla="*/ 3187872 w 9662615"/>
              <a:gd name="connsiteY78" fmla="*/ 1519991 h 1603018"/>
              <a:gd name="connsiteX79" fmla="*/ 3148026 w 9662615"/>
              <a:gd name="connsiteY79" fmla="*/ 1524777 h 1603018"/>
              <a:gd name="connsiteX80" fmla="*/ 3092394 w 9662615"/>
              <a:gd name="connsiteY80" fmla="*/ 1528115 h 1603018"/>
              <a:gd name="connsiteX81" fmla="*/ 2994200 w 9662615"/>
              <a:gd name="connsiteY81" fmla="*/ 1537857 h 1603018"/>
              <a:gd name="connsiteX82" fmla="*/ 2862301 w 9662615"/>
              <a:gd name="connsiteY82" fmla="*/ 1544250 h 1603018"/>
              <a:gd name="connsiteX83" fmla="*/ 2766335 w 9662615"/>
              <a:gd name="connsiteY83" fmla="*/ 1527662 h 1603018"/>
              <a:gd name="connsiteX84" fmla="*/ 2757836 w 9662615"/>
              <a:gd name="connsiteY84" fmla="*/ 1531371 h 1603018"/>
              <a:gd name="connsiteX85" fmla="*/ 2691555 w 9662615"/>
              <a:gd name="connsiteY85" fmla="*/ 1530283 h 1603018"/>
              <a:gd name="connsiteX86" fmla="*/ 2539383 w 9662615"/>
              <a:gd name="connsiteY86" fmla="*/ 1504835 h 1603018"/>
              <a:gd name="connsiteX87" fmla="*/ 2378036 w 9662615"/>
              <a:gd name="connsiteY87" fmla="*/ 1520645 h 1603018"/>
              <a:gd name="connsiteX88" fmla="*/ 2320049 w 9662615"/>
              <a:gd name="connsiteY88" fmla="*/ 1511019 h 1603018"/>
              <a:gd name="connsiteX89" fmla="*/ 2238909 w 9662615"/>
              <a:gd name="connsiteY89" fmla="*/ 1508888 h 1603018"/>
              <a:gd name="connsiteX90" fmla="*/ 2149226 w 9662615"/>
              <a:gd name="connsiteY90" fmla="*/ 1523409 h 1603018"/>
              <a:gd name="connsiteX91" fmla="*/ 2084783 w 9662615"/>
              <a:gd name="connsiteY91" fmla="*/ 1524245 h 1603018"/>
              <a:gd name="connsiteX92" fmla="*/ 2070075 w 9662615"/>
              <a:gd name="connsiteY92" fmla="*/ 1511285 h 1603018"/>
              <a:gd name="connsiteX93" fmla="*/ 2001057 w 9662615"/>
              <a:gd name="connsiteY93" fmla="*/ 1516449 h 1603018"/>
              <a:gd name="connsiteX94" fmla="*/ 1896330 w 9662615"/>
              <a:gd name="connsiteY94" fmla="*/ 1525725 h 1603018"/>
              <a:gd name="connsiteX95" fmla="*/ 1835994 w 9662615"/>
              <a:gd name="connsiteY95" fmla="*/ 1527678 h 1603018"/>
              <a:gd name="connsiteX96" fmla="*/ 1671119 w 9662615"/>
              <a:gd name="connsiteY96" fmla="*/ 1536701 h 1603018"/>
              <a:gd name="connsiteX97" fmla="*/ 1565556 w 9662615"/>
              <a:gd name="connsiteY97" fmla="*/ 1556503 h 1603018"/>
              <a:gd name="connsiteX98" fmla="*/ 1407755 w 9662615"/>
              <a:gd name="connsiteY98" fmla="*/ 1571444 h 1603018"/>
              <a:gd name="connsiteX99" fmla="*/ 1291872 w 9662615"/>
              <a:gd name="connsiteY99" fmla="*/ 1579471 h 1603018"/>
              <a:gd name="connsiteX100" fmla="*/ 1245251 w 9662615"/>
              <a:gd name="connsiteY100" fmla="*/ 1603018 h 1603018"/>
              <a:gd name="connsiteX101" fmla="*/ 1181938 w 9662615"/>
              <a:gd name="connsiteY101" fmla="*/ 1592789 h 1603018"/>
              <a:gd name="connsiteX102" fmla="*/ 1091432 w 9662615"/>
              <a:gd name="connsiteY102" fmla="*/ 1571003 h 1603018"/>
              <a:gd name="connsiteX103" fmla="*/ 940355 w 9662615"/>
              <a:gd name="connsiteY103" fmla="*/ 1560638 h 1603018"/>
              <a:gd name="connsiteX104" fmla="*/ 868264 w 9662615"/>
              <a:gd name="connsiteY104" fmla="*/ 1566392 h 1603018"/>
              <a:gd name="connsiteX105" fmla="*/ 792765 w 9662615"/>
              <a:gd name="connsiteY105" fmla="*/ 1563102 h 1603018"/>
              <a:gd name="connsiteX106" fmla="*/ 653153 w 9662615"/>
              <a:gd name="connsiteY106" fmla="*/ 1563516 h 1603018"/>
              <a:gd name="connsiteX107" fmla="*/ 541933 w 9662615"/>
              <a:gd name="connsiteY107" fmla="*/ 1561051 h 1603018"/>
              <a:gd name="connsiteX108" fmla="*/ 472797 w 9662615"/>
              <a:gd name="connsiteY108" fmla="*/ 1568904 h 1603018"/>
              <a:gd name="connsiteX109" fmla="*/ 396059 w 9662615"/>
              <a:gd name="connsiteY109" fmla="*/ 1560970 h 1603018"/>
              <a:gd name="connsiteX110" fmla="*/ 336819 w 9662615"/>
              <a:gd name="connsiteY110" fmla="*/ 1560892 h 1603018"/>
              <a:gd name="connsiteX111" fmla="*/ 267163 w 9662615"/>
              <a:gd name="connsiteY111" fmla="*/ 1531913 h 1603018"/>
              <a:gd name="connsiteX112" fmla="*/ 196644 w 9662615"/>
              <a:gd name="connsiteY112" fmla="*/ 1524565 h 1603018"/>
              <a:gd name="connsiteX113" fmla="*/ 86819 w 9662615"/>
              <a:gd name="connsiteY113" fmla="*/ 1519517 h 1603018"/>
              <a:gd name="connsiteX114" fmla="*/ 53369 w 9662615"/>
              <a:gd name="connsiteY114" fmla="*/ 1516853 h 1603018"/>
              <a:gd name="connsiteX115" fmla="*/ 2359 w 9662615"/>
              <a:gd name="connsiteY115" fmla="*/ 1515247 h 1603018"/>
              <a:gd name="connsiteX116" fmla="*/ 0 w 9662615"/>
              <a:gd name="connsiteY116" fmla="*/ 1514932 h 1603018"/>
              <a:gd name="connsiteX117" fmla="*/ 0 w 9662615"/>
              <a:gd name="connsiteY117" fmla="*/ 0 h 1603018"/>
              <a:gd name="connsiteX0" fmla="*/ 0 w 9662615"/>
              <a:gd name="connsiteY0" fmla="*/ 0 h 1603018"/>
              <a:gd name="connsiteX1" fmla="*/ 9662615 w 9662615"/>
              <a:gd name="connsiteY1" fmla="*/ 0 h 1603018"/>
              <a:gd name="connsiteX2" fmla="*/ 9662615 w 9662615"/>
              <a:gd name="connsiteY2" fmla="*/ 1280346 h 1603018"/>
              <a:gd name="connsiteX3" fmla="*/ 9551077 w 9662615"/>
              <a:gd name="connsiteY3" fmla="*/ 1292033 h 1603018"/>
              <a:gd name="connsiteX4" fmla="*/ 9469546 w 9662615"/>
              <a:gd name="connsiteY4" fmla="*/ 1289837 h 1603018"/>
              <a:gd name="connsiteX5" fmla="*/ 9326260 w 9662615"/>
              <a:gd name="connsiteY5" fmla="*/ 1277155 h 1603018"/>
              <a:gd name="connsiteX6" fmla="*/ 9144767 w 9662615"/>
              <a:gd name="connsiteY6" fmla="*/ 1264120 h 1603018"/>
              <a:gd name="connsiteX7" fmla="*/ 8976400 w 9662615"/>
              <a:gd name="connsiteY7" fmla="*/ 1326661 h 1603018"/>
              <a:gd name="connsiteX8" fmla="*/ 8828711 w 9662615"/>
              <a:gd name="connsiteY8" fmla="*/ 1346394 h 1603018"/>
              <a:gd name="connsiteX9" fmla="*/ 8695953 w 9662615"/>
              <a:gd name="connsiteY9" fmla="*/ 1346784 h 1603018"/>
              <a:gd name="connsiteX10" fmla="*/ 8652191 w 9662615"/>
              <a:gd name="connsiteY10" fmla="*/ 1345903 h 1603018"/>
              <a:gd name="connsiteX11" fmla="*/ 8591582 w 9662615"/>
              <a:gd name="connsiteY11" fmla="*/ 1341666 h 1603018"/>
              <a:gd name="connsiteX12" fmla="*/ 8537336 w 9662615"/>
              <a:gd name="connsiteY12" fmla="*/ 1341684 h 1603018"/>
              <a:gd name="connsiteX13" fmla="*/ 8416849 w 9662615"/>
              <a:gd name="connsiteY13" fmla="*/ 1367085 h 1603018"/>
              <a:gd name="connsiteX14" fmla="*/ 8278355 w 9662615"/>
              <a:gd name="connsiteY14" fmla="*/ 1386569 h 1603018"/>
              <a:gd name="connsiteX15" fmla="*/ 8197961 w 9662615"/>
              <a:gd name="connsiteY15" fmla="*/ 1392804 h 1603018"/>
              <a:gd name="connsiteX16" fmla="*/ 8171196 w 9662615"/>
              <a:gd name="connsiteY16" fmla="*/ 1397216 h 1603018"/>
              <a:gd name="connsiteX17" fmla="*/ 8087910 w 9662615"/>
              <a:gd name="connsiteY17" fmla="*/ 1386449 h 1603018"/>
              <a:gd name="connsiteX18" fmla="*/ 7974579 w 9662615"/>
              <a:gd name="connsiteY18" fmla="*/ 1383439 h 1603018"/>
              <a:gd name="connsiteX19" fmla="*/ 7768351 w 9662615"/>
              <a:gd name="connsiteY19" fmla="*/ 1395051 h 1603018"/>
              <a:gd name="connsiteX20" fmla="*/ 7635985 w 9662615"/>
              <a:gd name="connsiteY20" fmla="*/ 1386363 h 1603018"/>
              <a:gd name="connsiteX21" fmla="*/ 7466069 w 9662615"/>
              <a:gd name="connsiteY21" fmla="*/ 1377654 h 1603018"/>
              <a:gd name="connsiteX22" fmla="*/ 7355642 w 9662615"/>
              <a:gd name="connsiteY22" fmla="*/ 1407761 h 1603018"/>
              <a:gd name="connsiteX23" fmla="*/ 7215220 w 9662615"/>
              <a:gd name="connsiteY23" fmla="*/ 1397856 h 1603018"/>
              <a:gd name="connsiteX24" fmla="*/ 7082147 w 9662615"/>
              <a:gd name="connsiteY24" fmla="*/ 1406113 h 1603018"/>
              <a:gd name="connsiteX25" fmla="*/ 6987129 w 9662615"/>
              <a:gd name="connsiteY25" fmla="*/ 1404834 h 1603018"/>
              <a:gd name="connsiteX26" fmla="*/ 6907567 w 9662615"/>
              <a:gd name="connsiteY26" fmla="*/ 1419149 h 1603018"/>
              <a:gd name="connsiteX27" fmla="*/ 6748428 w 9662615"/>
              <a:gd name="connsiteY27" fmla="*/ 1420308 h 1603018"/>
              <a:gd name="connsiteX28" fmla="*/ 6654257 w 9662615"/>
              <a:gd name="connsiteY28" fmla="*/ 1424143 h 1603018"/>
              <a:gd name="connsiteX29" fmla="*/ 6620123 w 9662615"/>
              <a:gd name="connsiteY29" fmla="*/ 1430535 h 1603018"/>
              <a:gd name="connsiteX30" fmla="*/ 6571355 w 9662615"/>
              <a:gd name="connsiteY30" fmla="*/ 1436144 h 1603018"/>
              <a:gd name="connsiteX31" fmla="*/ 6486557 w 9662615"/>
              <a:gd name="connsiteY31" fmla="*/ 1449861 h 1603018"/>
              <a:gd name="connsiteX32" fmla="*/ 6370419 w 9662615"/>
              <a:gd name="connsiteY32" fmla="*/ 1461649 h 1603018"/>
              <a:gd name="connsiteX33" fmla="*/ 6278839 w 9662615"/>
              <a:gd name="connsiteY33" fmla="*/ 1449160 h 1603018"/>
              <a:gd name="connsiteX34" fmla="*/ 6272455 w 9662615"/>
              <a:gd name="connsiteY34" fmla="*/ 1453191 h 1603018"/>
              <a:gd name="connsiteX35" fmla="*/ 6212659 w 9662615"/>
              <a:gd name="connsiteY35" fmla="*/ 1454850 h 1603018"/>
              <a:gd name="connsiteX36" fmla="*/ 6069317 w 9662615"/>
              <a:gd name="connsiteY36" fmla="*/ 1445838 h 1603018"/>
              <a:gd name="connsiteX37" fmla="*/ 5878477 w 9662615"/>
              <a:gd name="connsiteY37" fmla="*/ 1439180 h 1603018"/>
              <a:gd name="connsiteX38" fmla="*/ 5838387 w 9662615"/>
              <a:gd name="connsiteY38" fmla="*/ 1444679 h 1603018"/>
              <a:gd name="connsiteX39" fmla="*/ 5771136 w 9662615"/>
              <a:gd name="connsiteY39" fmla="*/ 1453639 h 1603018"/>
              <a:gd name="connsiteX40" fmla="*/ 5724081 w 9662615"/>
              <a:gd name="connsiteY40" fmla="*/ 1470431 h 1603018"/>
              <a:gd name="connsiteX41" fmla="*/ 5666577 w 9662615"/>
              <a:gd name="connsiteY41" fmla="*/ 1473921 h 1603018"/>
              <a:gd name="connsiteX42" fmla="*/ 5649068 w 9662615"/>
              <a:gd name="connsiteY42" fmla="*/ 1461676 h 1603018"/>
              <a:gd name="connsiteX43" fmla="*/ 5588902 w 9662615"/>
              <a:gd name="connsiteY43" fmla="*/ 1469647 h 1603018"/>
              <a:gd name="connsiteX44" fmla="*/ 5498090 w 9662615"/>
              <a:gd name="connsiteY44" fmla="*/ 1483173 h 1603018"/>
              <a:gd name="connsiteX45" fmla="*/ 5444641 w 9662615"/>
              <a:gd name="connsiteY45" fmla="*/ 1487602 h 1603018"/>
              <a:gd name="connsiteX46" fmla="*/ 5299812 w 9662615"/>
              <a:gd name="connsiteY46" fmla="*/ 1503362 h 1603018"/>
              <a:gd name="connsiteX47" fmla="*/ 5245752 w 9662615"/>
              <a:gd name="connsiteY47" fmla="*/ 1520612 h 1603018"/>
              <a:gd name="connsiteX48" fmla="*/ 5177807 w 9662615"/>
              <a:gd name="connsiteY48" fmla="*/ 1526802 h 1603018"/>
              <a:gd name="connsiteX49" fmla="*/ 5113910 w 9662615"/>
              <a:gd name="connsiteY49" fmla="*/ 1533205 h 1603018"/>
              <a:gd name="connsiteX50" fmla="*/ 5059484 w 9662615"/>
              <a:gd name="connsiteY50" fmla="*/ 1546802 h 1603018"/>
              <a:gd name="connsiteX51" fmla="*/ 5038524 w 9662615"/>
              <a:gd name="connsiteY51" fmla="*/ 1545675 h 1603018"/>
              <a:gd name="connsiteX52" fmla="*/ 5026564 w 9662615"/>
              <a:gd name="connsiteY52" fmla="*/ 1545376 h 1603018"/>
              <a:gd name="connsiteX53" fmla="*/ 4969433 w 9662615"/>
              <a:gd name="connsiteY53" fmla="*/ 1550865 h 1603018"/>
              <a:gd name="connsiteX54" fmla="*/ 4871726 w 9662615"/>
              <a:gd name="connsiteY54" fmla="*/ 1570584 h 1603018"/>
              <a:gd name="connsiteX55" fmla="*/ 4843267 w 9662615"/>
              <a:gd name="connsiteY55" fmla="*/ 1561459 h 1603018"/>
              <a:gd name="connsiteX56" fmla="*/ 4821058 w 9662615"/>
              <a:gd name="connsiteY56" fmla="*/ 1553078 h 1603018"/>
              <a:gd name="connsiteX57" fmla="*/ 4791466 w 9662615"/>
              <a:gd name="connsiteY57" fmla="*/ 1561324 h 1603018"/>
              <a:gd name="connsiteX58" fmla="*/ 4784247 w 9662615"/>
              <a:gd name="connsiteY58" fmla="*/ 1562342 h 1603018"/>
              <a:gd name="connsiteX59" fmla="*/ 4739309 w 9662615"/>
              <a:gd name="connsiteY59" fmla="*/ 1553948 h 1603018"/>
              <a:gd name="connsiteX60" fmla="*/ 4697562 w 9662615"/>
              <a:gd name="connsiteY60" fmla="*/ 1551206 h 1603018"/>
              <a:gd name="connsiteX61" fmla="*/ 4650737 w 9662615"/>
              <a:gd name="connsiteY61" fmla="*/ 1537381 h 1603018"/>
              <a:gd name="connsiteX62" fmla="*/ 4583150 w 9662615"/>
              <a:gd name="connsiteY62" fmla="*/ 1529064 h 1603018"/>
              <a:gd name="connsiteX63" fmla="*/ 4521734 w 9662615"/>
              <a:gd name="connsiteY63" fmla="*/ 1529359 h 1603018"/>
              <a:gd name="connsiteX64" fmla="*/ 4382398 w 9662615"/>
              <a:gd name="connsiteY64" fmla="*/ 1534108 h 1603018"/>
              <a:gd name="connsiteX65" fmla="*/ 4221826 w 9662615"/>
              <a:gd name="connsiteY65" fmla="*/ 1500972 h 1603018"/>
              <a:gd name="connsiteX66" fmla="*/ 4096601 w 9662615"/>
              <a:gd name="connsiteY66" fmla="*/ 1521563 h 1603018"/>
              <a:gd name="connsiteX67" fmla="*/ 4002441 w 9662615"/>
              <a:gd name="connsiteY67" fmla="*/ 1528912 h 1603018"/>
              <a:gd name="connsiteX68" fmla="*/ 3833906 w 9662615"/>
              <a:gd name="connsiteY68" fmla="*/ 1516637 h 1603018"/>
              <a:gd name="connsiteX69" fmla="*/ 3763845 w 9662615"/>
              <a:gd name="connsiteY69" fmla="*/ 1501782 h 1603018"/>
              <a:gd name="connsiteX70" fmla="*/ 3673583 w 9662615"/>
              <a:gd name="connsiteY70" fmla="*/ 1501471 h 1603018"/>
              <a:gd name="connsiteX71" fmla="*/ 3640771 w 9662615"/>
              <a:gd name="connsiteY71" fmla="*/ 1531025 h 1603018"/>
              <a:gd name="connsiteX72" fmla="*/ 3576170 w 9662615"/>
              <a:gd name="connsiteY72" fmla="*/ 1516288 h 1603018"/>
              <a:gd name="connsiteX73" fmla="*/ 3540258 w 9662615"/>
              <a:gd name="connsiteY73" fmla="*/ 1516976 h 1603018"/>
              <a:gd name="connsiteX74" fmla="*/ 3522853 w 9662615"/>
              <a:gd name="connsiteY74" fmla="*/ 1538044 h 1603018"/>
              <a:gd name="connsiteX75" fmla="*/ 3480929 w 9662615"/>
              <a:gd name="connsiteY75" fmla="*/ 1526739 h 1603018"/>
              <a:gd name="connsiteX76" fmla="*/ 3430805 w 9662615"/>
              <a:gd name="connsiteY76" fmla="*/ 1542521 h 1603018"/>
              <a:gd name="connsiteX77" fmla="*/ 3292707 w 9662615"/>
              <a:gd name="connsiteY77" fmla="*/ 1520490 h 1603018"/>
              <a:gd name="connsiteX78" fmla="*/ 3187872 w 9662615"/>
              <a:gd name="connsiteY78" fmla="*/ 1519991 h 1603018"/>
              <a:gd name="connsiteX79" fmla="*/ 3148026 w 9662615"/>
              <a:gd name="connsiteY79" fmla="*/ 1524777 h 1603018"/>
              <a:gd name="connsiteX80" fmla="*/ 3092394 w 9662615"/>
              <a:gd name="connsiteY80" fmla="*/ 1528115 h 1603018"/>
              <a:gd name="connsiteX81" fmla="*/ 2994200 w 9662615"/>
              <a:gd name="connsiteY81" fmla="*/ 1537857 h 1603018"/>
              <a:gd name="connsiteX82" fmla="*/ 2862301 w 9662615"/>
              <a:gd name="connsiteY82" fmla="*/ 1544250 h 1603018"/>
              <a:gd name="connsiteX83" fmla="*/ 2766335 w 9662615"/>
              <a:gd name="connsiteY83" fmla="*/ 1527662 h 1603018"/>
              <a:gd name="connsiteX84" fmla="*/ 2757836 w 9662615"/>
              <a:gd name="connsiteY84" fmla="*/ 1531371 h 1603018"/>
              <a:gd name="connsiteX85" fmla="*/ 2691555 w 9662615"/>
              <a:gd name="connsiteY85" fmla="*/ 1530283 h 1603018"/>
              <a:gd name="connsiteX86" fmla="*/ 2539383 w 9662615"/>
              <a:gd name="connsiteY86" fmla="*/ 1504835 h 1603018"/>
              <a:gd name="connsiteX87" fmla="*/ 2378036 w 9662615"/>
              <a:gd name="connsiteY87" fmla="*/ 1520645 h 1603018"/>
              <a:gd name="connsiteX88" fmla="*/ 2320049 w 9662615"/>
              <a:gd name="connsiteY88" fmla="*/ 1511019 h 1603018"/>
              <a:gd name="connsiteX89" fmla="*/ 2238909 w 9662615"/>
              <a:gd name="connsiteY89" fmla="*/ 1508888 h 1603018"/>
              <a:gd name="connsiteX90" fmla="*/ 2181031 w 9662615"/>
              <a:gd name="connsiteY90" fmla="*/ 1531361 h 1603018"/>
              <a:gd name="connsiteX91" fmla="*/ 2084783 w 9662615"/>
              <a:gd name="connsiteY91" fmla="*/ 1524245 h 1603018"/>
              <a:gd name="connsiteX92" fmla="*/ 2070075 w 9662615"/>
              <a:gd name="connsiteY92" fmla="*/ 1511285 h 1603018"/>
              <a:gd name="connsiteX93" fmla="*/ 2001057 w 9662615"/>
              <a:gd name="connsiteY93" fmla="*/ 1516449 h 1603018"/>
              <a:gd name="connsiteX94" fmla="*/ 1896330 w 9662615"/>
              <a:gd name="connsiteY94" fmla="*/ 1525725 h 1603018"/>
              <a:gd name="connsiteX95" fmla="*/ 1835994 w 9662615"/>
              <a:gd name="connsiteY95" fmla="*/ 1527678 h 1603018"/>
              <a:gd name="connsiteX96" fmla="*/ 1671119 w 9662615"/>
              <a:gd name="connsiteY96" fmla="*/ 1536701 h 1603018"/>
              <a:gd name="connsiteX97" fmla="*/ 1565556 w 9662615"/>
              <a:gd name="connsiteY97" fmla="*/ 1556503 h 1603018"/>
              <a:gd name="connsiteX98" fmla="*/ 1407755 w 9662615"/>
              <a:gd name="connsiteY98" fmla="*/ 1571444 h 1603018"/>
              <a:gd name="connsiteX99" fmla="*/ 1291872 w 9662615"/>
              <a:gd name="connsiteY99" fmla="*/ 1579471 h 1603018"/>
              <a:gd name="connsiteX100" fmla="*/ 1245251 w 9662615"/>
              <a:gd name="connsiteY100" fmla="*/ 1603018 h 1603018"/>
              <a:gd name="connsiteX101" fmla="*/ 1181938 w 9662615"/>
              <a:gd name="connsiteY101" fmla="*/ 1592789 h 1603018"/>
              <a:gd name="connsiteX102" fmla="*/ 1091432 w 9662615"/>
              <a:gd name="connsiteY102" fmla="*/ 1571003 h 1603018"/>
              <a:gd name="connsiteX103" fmla="*/ 940355 w 9662615"/>
              <a:gd name="connsiteY103" fmla="*/ 1560638 h 1603018"/>
              <a:gd name="connsiteX104" fmla="*/ 868264 w 9662615"/>
              <a:gd name="connsiteY104" fmla="*/ 1566392 h 1603018"/>
              <a:gd name="connsiteX105" fmla="*/ 792765 w 9662615"/>
              <a:gd name="connsiteY105" fmla="*/ 1563102 h 1603018"/>
              <a:gd name="connsiteX106" fmla="*/ 653153 w 9662615"/>
              <a:gd name="connsiteY106" fmla="*/ 1563516 h 1603018"/>
              <a:gd name="connsiteX107" fmla="*/ 541933 w 9662615"/>
              <a:gd name="connsiteY107" fmla="*/ 1561051 h 1603018"/>
              <a:gd name="connsiteX108" fmla="*/ 472797 w 9662615"/>
              <a:gd name="connsiteY108" fmla="*/ 1568904 h 1603018"/>
              <a:gd name="connsiteX109" fmla="*/ 396059 w 9662615"/>
              <a:gd name="connsiteY109" fmla="*/ 1560970 h 1603018"/>
              <a:gd name="connsiteX110" fmla="*/ 336819 w 9662615"/>
              <a:gd name="connsiteY110" fmla="*/ 1560892 h 1603018"/>
              <a:gd name="connsiteX111" fmla="*/ 267163 w 9662615"/>
              <a:gd name="connsiteY111" fmla="*/ 1531913 h 1603018"/>
              <a:gd name="connsiteX112" fmla="*/ 196644 w 9662615"/>
              <a:gd name="connsiteY112" fmla="*/ 1524565 h 1603018"/>
              <a:gd name="connsiteX113" fmla="*/ 86819 w 9662615"/>
              <a:gd name="connsiteY113" fmla="*/ 1519517 h 1603018"/>
              <a:gd name="connsiteX114" fmla="*/ 53369 w 9662615"/>
              <a:gd name="connsiteY114" fmla="*/ 1516853 h 1603018"/>
              <a:gd name="connsiteX115" fmla="*/ 2359 w 9662615"/>
              <a:gd name="connsiteY115" fmla="*/ 1515247 h 1603018"/>
              <a:gd name="connsiteX116" fmla="*/ 0 w 9662615"/>
              <a:gd name="connsiteY116" fmla="*/ 1514932 h 1603018"/>
              <a:gd name="connsiteX117" fmla="*/ 0 w 9662615"/>
              <a:gd name="connsiteY117" fmla="*/ 0 h 1603018"/>
              <a:gd name="connsiteX0" fmla="*/ 0 w 9662615"/>
              <a:gd name="connsiteY0" fmla="*/ 0 h 1603018"/>
              <a:gd name="connsiteX1" fmla="*/ 9662615 w 9662615"/>
              <a:gd name="connsiteY1" fmla="*/ 0 h 1603018"/>
              <a:gd name="connsiteX2" fmla="*/ 9662615 w 9662615"/>
              <a:gd name="connsiteY2" fmla="*/ 1280346 h 1603018"/>
              <a:gd name="connsiteX3" fmla="*/ 9551077 w 9662615"/>
              <a:gd name="connsiteY3" fmla="*/ 1292033 h 1603018"/>
              <a:gd name="connsiteX4" fmla="*/ 9469546 w 9662615"/>
              <a:gd name="connsiteY4" fmla="*/ 1289837 h 1603018"/>
              <a:gd name="connsiteX5" fmla="*/ 9326260 w 9662615"/>
              <a:gd name="connsiteY5" fmla="*/ 1277155 h 1603018"/>
              <a:gd name="connsiteX6" fmla="*/ 9144767 w 9662615"/>
              <a:gd name="connsiteY6" fmla="*/ 1264120 h 1603018"/>
              <a:gd name="connsiteX7" fmla="*/ 8976400 w 9662615"/>
              <a:gd name="connsiteY7" fmla="*/ 1326661 h 1603018"/>
              <a:gd name="connsiteX8" fmla="*/ 8828711 w 9662615"/>
              <a:gd name="connsiteY8" fmla="*/ 1346394 h 1603018"/>
              <a:gd name="connsiteX9" fmla="*/ 8695953 w 9662615"/>
              <a:gd name="connsiteY9" fmla="*/ 1346784 h 1603018"/>
              <a:gd name="connsiteX10" fmla="*/ 8652191 w 9662615"/>
              <a:gd name="connsiteY10" fmla="*/ 1345903 h 1603018"/>
              <a:gd name="connsiteX11" fmla="*/ 8591582 w 9662615"/>
              <a:gd name="connsiteY11" fmla="*/ 1341666 h 1603018"/>
              <a:gd name="connsiteX12" fmla="*/ 8537336 w 9662615"/>
              <a:gd name="connsiteY12" fmla="*/ 1341684 h 1603018"/>
              <a:gd name="connsiteX13" fmla="*/ 8416849 w 9662615"/>
              <a:gd name="connsiteY13" fmla="*/ 1367085 h 1603018"/>
              <a:gd name="connsiteX14" fmla="*/ 8278355 w 9662615"/>
              <a:gd name="connsiteY14" fmla="*/ 1386569 h 1603018"/>
              <a:gd name="connsiteX15" fmla="*/ 8197961 w 9662615"/>
              <a:gd name="connsiteY15" fmla="*/ 1392804 h 1603018"/>
              <a:gd name="connsiteX16" fmla="*/ 8171196 w 9662615"/>
              <a:gd name="connsiteY16" fmla="*/ 1397216 h 1603018"/>
              <a:gd name="connsiteX17" fmla="*/ 8087910 w 9662615"/>
              <a:gd name="connsiteY17" fmla="*/ 1386449 h 1603018"/>
              <a:gd name="connsiteX18" fmla="*/ 7974579 w 9662615"/>
              <a:gd name="connsiteY18" fmla="*/ 1383439 h 1603018"/>
              <a:gd name="connsiteX19" fmla="*/ 7768351 w 9662615"/>
              <a:gd name="connsiteY19" fmla="*/ 1395051 h 1603018"/>
              <a:gd name="connsiteX20" fmla="*/ 7635985 w 9662615"/>
              <a:gd name="connsiteY20" fmla="*/ 1386363 h 1603018"/>
              <a:gd name="connsiteX21" fmla="*/ 7466069 w 9662615"/>
              <a:gd name="connsiteY21" fmla="*/ 1377654 h 1603018"/>
              <a:gd name="connsiteX22" fmla="*/ 7355642 w 9662615"/>
              <a:gd name="connsiteY22" fmla="*/ 1407761 h 1603018"/>
              <a:gd name="connsiteX23" fmla="*/ 7215220 w 9662615"/>
              <a:gd name="connsiteY23" fmla="*/ 1397856 h 1603018"/>
              <a:gd name="connsiteX24" fmla="*/ 7082147 w 9662615"/>
              <a:gd name="connsiteY24" fmla="*/ 1406113 h 1603018"/>
              <a:gd name="connsiteX25" fmla="*/ 6987129 w 9662615"/>
              <a:gd name="connsiteY25" fmla="*/ 1404834 h 1603018"/>
              <a:gd name="connsiteX26" fmla="*/ 6907567 w 9662615"/>
              <a:gd name="connsiteY26" fmla="*/ 1419149 h 1603018"/>
              <a:gd name="connsiteX27" fmla="*/ 6748428 w 9662615"/>
              <a:gd name="connsiteY27" fmla="*/ 1420308 h 1603018"/>
              <a:gd name="connsiteX28" fmla="*/ 6654257 w 9662615"/>
              <a:gd name="connsiteY28" fmla="*/ 1424143 h 1603018"/>
              <a:gd name="connsiteX29" fmla="*/ 6620123 w 9662615"/>
              <a:gd name="connsiteY29" fmla="*/ 1430535 h 1603018"/>
              <a:gd name="connsiteX30" fmla="*/ 6571355 w 9662615"/>
              <a:gd name="connsiteY30" fmla="*/ 1436144 h 1603018"/>
              <a:gd name="connsiteX31" fmla="*/ 6486557 w 9662615"/>
              <a:gd name="connsiteY31" fmla="*/ 1449861 h 1603018"/>
              <a:gd name="connsiteX32" fmla="*/ 6370419 w 9662615"/>
              <a:gd name="connsiteY32" fmla="*/ 1461649 h 1603018"/>
              <a:gd name="connsiteX33" fmla="*/ 6278839 w 9662615"/>
              <a:gd name="connsiteY33" fmla="*/ 1449160 h 1603018"/>
              <a:gd name="connsiteX34" fmla="*/ 6272455 w 9662615"/>
              <a:gd name="connsiteY34" fmla="*/ 1453191 h 1603018"/>
              <a:gd name="connsiteX35" fmla="*/ 6212659 w 9662615"/>
              <a:gd name="connsiteY35" fmla="*/ 1454850 h 1603018"/>
              <a:gd name="connsiteX36" fmla="*/ 6069317 w 9662615"/>
              <a:gd name="connsiteY36" fmla="*/ 1445838 h 1603018"/>
              <a:gd name="connsiteX37" fmla="*/ 5878477 w 9662615"/>
              <a:gd name="connsiteY37" fmla="*/ 1439180 h 1603018"/>
              <a:gd name="connsiteX38" fmla="*/ 5838387 w 9662615"/>
              <a:gd name="connsiteY38" fmla="*/ 1444679 h 1603018"/>
              <a:gd name="connsiteX39" fmla="*/ 5771136 w 9662615"/>
              <a:gd name="connsiteY39" fmla="*/ 1453639 h 1603018"/>
              <a:gd name="connsiteX40" fmla="*/ 5724081 w 9662615"/>
              <a:gd name="connsiteY40" fmla="*/ 1470431 h 1603018"/>
              <a:gd name="connsiteX41" fmla="*/ 5666577 w 9662615"/>
              <a:gd name="connsiteY41" fmla="*/ 1473921 h 1603018"/>
              <a:gd name="connsiteX42" fmla="*/ 5649068 w 9662615"/>
              <a:gd name="connsiteY42" fmla="*/ 1461676 h 1603018"/>
              <a:gd name="connsiteX43" fmla="*/ 5588902 w 9662615"/>
              <a:gd name="connsiteY43" fmla="*/ 1469647 h 1603018"/>
              <a:gd name="connsiteX44" fmla="*/ 5498090 w 9662615"/>
              <a:gd name="connsiteY44" fmla="*/ 1483173 h 1603018"/>
              <a:gd name="connsiteX45" fmla="*/ 5444641 w 9662615"/>
              <a:gd name="connsiteY45" fmla="*/ 1487602 h 1603018"/>
              <a:gd name="connsiteX46" fmla="*/ 5299812 w 9662615"/>
              <a:gd name="connsiteY46" fmla="*/ 1503362 h 1603018"/>
              <a:gd name="connsiteX47" fmla="*/ 5245752 w 9662615"/>
              <a:gd name="connsiteY47" fmla="*/ 1520612 h 1603018"/>
              <a:gd name="connsiteX48" fmla="*/ 5177807 w 9662615"/>
              <a:gd name="connsiteY48" fmla="*/ 1526802 h 1603018"/>
              <a:gd name="connsiteX49" fmla="*/ 5113910 w 9662615"/>
              <a:gd name="connsiteY49" fmla="*/ 1533205 h 1603018"/>
              <a:gd name="connsiteX50" fmla="*/ 5059484 w 9662615"/>
              <a:gd name="connsiteY50" fmla="*/ 1546802 h 1603018"/>
              <a:gd name="connsiteX51" fmla="*/ 5038524 w 9662615"/>
              <a:gd name="connsiteY51" fmla="*/ 1545675 h 1603018"/>
              <a:gd name="connsiteX52" fmla="*/ 5026564 w 9662615"/>
              <a:gd name="connsiteY52" fmla="*/ 1545376 h 1603018"/>
              <a:gd name="connsiteX53" fmla="*/ 4969433 w 9662615"/>
              <a:gd name="connsiteY53" fmla="*/ 1550865 h 1603018"/>
              <a:gd name="connsiteX54" fmla="*/ 4871726 w 9662615"/>
              <a:gd name="connsiteY54" fmla="*/ 1570584 h 1603018"/>
              <a:gd name="connsiteX55" fmla="*/ 4843267 w 9662615"/>
              <a:gd name="connsiteY55" fmla="*/ 1561459 h 1603018"/>
              <a:gd name="connsiteX56" fmla="*/ 4821058 w 9662615"/>
              <a:gd name="connsiteY56" fmla="*/ 1553078 h 1603018"/>
              <a:gd name="connsiteX57" fmla="*/ 4791466 w 9662615"/>
              <a:gd name="connsiteY57" fmla="*/ 1561324 h 1603018"/>
              <a:gd name="connsiteX58" fmla="*/ 4784247 w 9662615"/>
              <a:gd name="connsiteY58" fmla="*/ 1562342 h 1603018"/>
              <a:gd name="connsiteX59" fmla="*/ 4739309 w 9662615"/>
              <a:gd name="connsiteY59" fmla="*/ 1553948 h 1603018"/>
              <a:gd name="connsiteX60" fmla="*/ 4697562 w 9662615"/>
              <a:gd name="connsiteY60" fmla="*/ 1551206 h 1603018"/>
              <a:gd name="connsiteX61" fmla="*/ 4650737 w 9662615"/>
              <a:gd name="connsiteY61" fmla="*/ 1537381 h 1603018"/>
              <a:gd name="connsiteX62" fmla="*/ 4583150 w 9662615"/>
              <a:gd name="connsiteY62" fmla="*/ 1529064 h 1603018"/>
              <a:gd name="connsiteX63" fmla="*/ 4521734 w 9662615"/>
              <a:gd name="connsiteY63" fmla="*/ 1529359 h 1603018"/>
              <a:gd name="connsiteX64" fmla="*/ 4382398 w 9662615"/>
              <a:gd name="connsiteY64" fmla="*/ 1534108 h 1603018"/>
              <a:gd name="connsiteX65" fmla="*/ 4221826 w 9662615"/>
              <a:gd name="connsiteY65" fmla="*/ 1500972 h 1603018"/>
              <a:gd name="connsiteX66" fmla="*/ 4096601 w 9662615"/>
              <a:gd name="connsiteY66" fmla="*/ 1521563 h 1603018"/>
              <a:gd name="connsiteX67" fmla="*/ 4002441 w 9662615"/>
              <a:gd name="connsiteY67" fmla="*/ 1528912 h 1603018"/>
              <a:gd name="connsiteX68" fmla="*/ 3833906 w 9662615"/>
              <a:gd name="connsiteY68" fmla="*/ 1516637 h 1603018"/>
              <a:gd name="connsiteX69" fmla="*/ 3763845 w 9662615"/>
              <a:gd name="connsiteY69" fmla="*/ 1501782 h 1603018"/>
              <a:gd name="connsiteX70" fmla="*/ 3673583 w 9662615"/>
              <a:gd name="connsiteY70" fmla="*/ 1501471 h 1603018"/>
              <a:gd name="connsiteX71" fmla="*/ 3640771 w 9662615"/>
              <a:gd name="connsiteY71" fmla="*/ 1531025 h 1603018"/>
              <a:gd name="connsiteX72" fmla="*/ 3576170 w 9662615"/>
              <a:gd name="connsiteY72" fmla="*/ 1516288 h 1603018"/>
              <a:gd name="connsiteX73" fmla="*/ 3540258 w 9662615"/>
              <a:gd name="connsiteY73" fmla="*/ 1516976 h 1603018"/>
              <a:gd name="connsiteX74" fmla="*/ 3522853 w 9662615"/>
              <a:gd name="connsiteY74" fmla="*/ 1538044 h 1603018"/>
              <a:gd name="connsiteX75" fmla="*/ 3480929 w 9662615"/>
              <a:gd name="connsiteY75" fmla="*/ 1526739 h 1603018"/>
              <a:gd name="connsiteX76" fmla="*/ 3430805 w 9662615"/>
              <a:gd name="connsiteY76" fmla="*/ 1542521 h 1603018"/>
              <a:gd name="connsiteX77" fmla="*/ 3292707 w 9662615"/>
              <a:gd name="connsiteY77" fmla="*/ 1520490 h 1603018"/>
              <a:gd name="connsiteX78" fmla="*/ 3187872 w 9662615"/>
              <a:gd name="connsiteY78" fmla="*/ 1519991 h 1603018"/>
              <a:gd name="connsiteX79" fmla="*/ 3148026 w 9662615"/>
              <a:gd name="connsiteY79" fmla="*/ 1524777 h 1603018"/>
              <a:gd name="connsiteX80" fmla="*/ 3092394 w 9662615"/>
              <a:gd name="connsiteY80" fmla="*/ 1528115 h 1603018"/>
              <a:gd name="connsiteX81" fmla="*/ 2994200 w 9662615"/>
              <a:gd name="connsiteY81" fmla="*/ 1537857 h 1603018"/>
              <a:gd name="connsiteX82" fmla="*/ 2862301 w 9662615"/>
              <a:gd name="connsiteY82" fmla="*/ 1544250 h 1603018"/>
              <a:gd name="connsiteX83" fmla="*/ 2766335 w 9662615"/>
              <a:gd name="connsiteY83" fmla="*/ 1527662 h 1603018"/>
              <a:gd name="connsiteX84" fmla="*/ 2757836 w 9662615"/>
              <a:gd name="connsiteY84" fmla="*/ 1531371 h 1603018"/>
              <a:gd name="connsiteX85" fmla="*/ 2691555 w 9662615"/>
              <a:gd name="connsiteY85" fmla="*/ 1530283 h 1603018"/>
              <a:gd name="connsiteX86" fmla="*/ 2539383 w 9662615"/>
              <a:gd name="connsiteY86" fmla="*/ 1504835 h 1603018"/>
              <a:gd name="connsiteX87" fmla="*/ 2378036 w 9662615"/>
              <a:gd name="connsiteY87" fmla="*/ 1520645 h 1603018"/>
              <a:gd name="connsiteX88" fmla="*/ 2320049 w 9662615"/>
              <a:gd name="connsiteY88" fmla="*/ 1511019 h 1603018"/>
              <a:gd name="connsiteX89" fmla="*/ 2238909 w 9662615"/>
              <a:gd name="connsiteY89" fmla="*/ 1508888 h 1603018"/>
              <a:gd name="connsiteX90" fmla="*/ 2181031 w 9662615"/>
              <a:gd name="connsiteY90" fmla="*/ 1531361 h 1603018"/>
              <a:gd name="connsiteX91" fmla="*/ 2112613 w 9662615"/>
              <a:gd name="connsiteY91" fmla="*/ 1524245 h 1603018"/>
              <a:gd name="connsiteX92" fmla="*/ 2070075 w 9662615"/>
              <a:gd name="connsiteY92" fmla="*/ 1511285 h 1603018"/>
              <a:gd name="connsiteX93" fmla="*/ 2001057 w 9662615"/>
              <a:gd name="connsiteY93" fmla="*/ 1516449 h 1603018"/>
              <a:gd name="connsiteX94" fmla="*/ 1896330 w 9662615"/>
              <a:gd name="connsiteY94" fmla="*/ 1525725 h 1603018"/>
              <a:gd name="connsiteX95" fmla="*/ 1835994 w 9662615"/>
              <a:gd name="connsiteY95" fmla="*/ 1527678 h 1603018"/>
              <a:gd name="connsiteX96" fmla="*/ 1671119 w 9662615"/>
              <a:gd name="connsiteY96" fmla="*/ 1536701 h 1603018"/>
              <a:gd name="connsiteX97" fmla="*/ 1565556 w 9662615"/>
              <a:gd name="connsiteY97" fmla="*/ 1556503 h 1603018"/>
              <a:gd name="connsiteX98" fmla="*/ 1407755 w 9662615"/>
              <a:gd name="connsiteY98" fmla="*/ 1571444 h 1603018"/>
              <a:gd name="connsiteX99" fmla="*/ 1291872 w 9662615"/>
              <a:gd name="connsiteY99" fmla="*/ 1579471 h 1603018"/>
              <a:gd name="connsiteX100" fmla="*/ 1245251 w 9662615"/>
              <a:gd name="connsiteY100" fmla="*/ 1603018 h 1603018"/>
              <a:gd name="connsiteX101" fmla="*/ 1181938 w 9662615"/>
              <a:gd name="connsiteY101" fmla="*/ 1592789 h 1603018"/>
              <a:gd name="connsiteX102" fmla="*/ 1091432 w 9662615"/>
              <a:gd name="connsiteY102" fmla="*/ 1571003 h 1603018"/>
              <a:gd name="connsiteX103" fmla="*/ 940355 w 9662615"/>
              <a:gd name="connsiteY103" fmla="*/ 1560638 h 1603018"/>
              <a:gd name="connsiteX104" fmla="*/ 868264 w 9662615"/>
              <a:gd name="connsiteY104" fmla="*/ 1566392 h 1603018"/>
              <a:gd name="connsiteX105" fmla="*/ 792765 w 9662615"/>
              <a:gd name="connsiteY105" fmla="*/ 1563102 h 1603018"/>
              <a:gd name="connsiteX106" fmla="*/ 653153 w 9662615"/>
              <a:gd name="connsiteY106" fmla="*/ 1563516 h 1603018"/>
              <a:gd name="connsiteX107" fmla="*/ 541933 w 9662615"/>
              <a:gd name="connsiteY107" fmla="*/ 1561051 h 1603018"/>
              <a:gd name="connsiteX108" fmla="*/ 472797 w 9662615"/>
              <a:gd name="connsiteY108" fmla="*/ 1568904 h 1603018"/>
              <a:gd name="connsiteX109" fmla="*/ 396059 w 9662615"/>
              <a:gd name="connsiteY109" fmla="*/ 1560970 h 1603018"/>
              <a:gd name="connsiteX110" fmla="*/ 336819 w 9662615"/>
              <a:gd name="connsiteY110" fmla="*/ 1560892 h 1603018"/>
              <a:gd name="connsiteX111" fmla="*/ 267163 w 9662615"/>
              <a:gd name="connsiteY111" fmla="*/ 1531913 h 1603018"/>
              <a:gd name="connsiteX112" fmla="*/ 196644 w 9662615"/>
              <a:gd name="connsiteY112" fmla="*/ 1524565 h 1603018"/>
              <a:gd name="connsiteX113" fmla="*/ 86819 w 9662615"/>
              <a:gd name="connsiteY113" fmla="*/ 1519517 h 1603018"/>
              <a:gd name="connsiteX114" fmla="*/ 53369 w 9662615"/>
              <a:gd name="connsiteY114" fmla="*/ 1516853 h 1603018"/>
              <a:gd name="connsiteX115" fmla="*/ 2359 w 9662615"/>
              <a:gd name="connsiteY115" fmla="*/ 1515247 h 1603018"/>
              <a:gd name="connsiteX116" fmla="*/ 0 w 9662615"/>
              <a:gd name="connsiteY116" fmla="*/ 1514932 h 1603018"/>
              <a:gd name="connsiteX117" fmla="*/ 0 w 9662615"/>
              <a:gd name="connsiteY117" fmla="*/ 0 h 1603018"/>
              <a:gd name="connsiteX0" fmla="*/ 0 w 9662615"/>
              <a:gd name="connsiteY0" fmla="*/ 0 h 1603018"/>
              <a:gd name="connsiteX1" fmla="*/ 9662615 w 9662615"/>
              <a:gd name="connsiteY1" fmla="*/ 0 h 1603018"/>
              <a:gd name="connsiteX2" fmla="*/ 9662615 w 9662615"/>
              <a:gd name="connsiteY2" fmla="*/ 1280346 h 1603018"/>
              <a:gd name="connsiteX3" fmla="*/ 9551077 w 9662615"/>
              <a:gd name="connsiteY3" fmla="*/ 1292033 h 1603018"/>
              <a:gd name="connsiteX4" fmla="*/ 9469546 w 9662615"/>
              <a:gd name="connsiteY4" fmla="*/ 1289837 h 1603018"/>
              <a:gd name="connsiteX5" fmla="*/ 9326260 w 9662615"/>
              <a:gd name="connsiteY5" fmla="*/ 1277155 h 1603018"/>
              <a:gd name="connsiteX6" fmla="*/ 9144767 w 9662615"/>
              <a:gd name="connsiteY6" fmla="*/ 1264120 h 1603018"/>
              <a:gd name="connsiteX7" fmla="*/ 8976400 w 9662615"/>
              <a:gd name="connsiteY7" fmla="*/ 1326661 h 1603018"/>
              <a:gd name="connsiteX8" fmla="*/ 8828711 w 9662615"/>
              <a:gd name="connsiteY8" fmla="*/ 1346394 h 1603018"/>
              <a:gd name="connsiteX9" fmla="*/ 8695953 w 9662615"/>
              <a:gd name="connsiteY9" fmla="*/ 1346784 h 1603018"/>
              <a:gd name="connsiteX10" fmla="*/ 8652191 w 9662615"/>
              <a:gd name="connsiteY10" fmla="*/ 1345903 h 1603018"/>
              <a:gd name="connsiteX11" fmla="*/ 8591582 w 9662615"/>
              <a:gd name="connsiteY11" fmla="*/ 1341666 h 1603018"/>
              <a:gd name="connsiteX12" fmla="*/ 8537336 w 9662615"/>
              <a:gd name="connsiteY12" fmla="*/ 1341684 h 1603018"/>
              <a:gd name="connsiteX13" fmla="*/ 8416849 w 9662615"/>
              <a:gd name="connsiteY13" fmla="*/ 1367085 h 1603018"/>
              <a:gd name="connsiteX14" fmla="*/ 8278355 w 9662615"/>
              <a:gd name="connsiteY14" fmla="*/ 1386569 h 1603018"/>
              <a:gd name="connsiteX15" fmla="*/ 8197961 w 9662615"/>
              <a:gd name="connsiteY15" fmla="*/ 1392804 h 1603018"/>
              <a:gd name="connsiteX16" fmla="*/ 8171196 w 9662615"/>
              <a:gd name="connsiteY16" fmla="*/ 1397216 h 1603018"/>
              <a:gd name="connsiteX17" fmla="*/ 8087910 w 9662615"/>
              <a:gd name="connsiteY17" fmla="*/ 1386449 h 1603018"/>
              <a:gd name="connsiteX18" fmla="*/ 7974579 w 9662615"/>
              <a:gd name="connsiteY18" fmla="*/ 1383439 h 1603018"/>
              <a:gd name="connsiteX19" fmla="*/ 7768351 w 9662615"/>
              <a:gd name="connsiteY19" fmla="*/ 1395051 h 1603018"/>
              <a:gd name="connsiteX20" fmla="*/ 7635985 w 9662615"/>
              <a:gd name="connsiteY20" fmla="*/ 1386363 h 1603018"/>
              <a:gd name="connsiteX21" fmla="*/ 7466069 w 9662615"/>
              <a:gd name="connsiteY21" fmla="*/ 1377654 h 1603018"/>
              <a:gd name="connsiteX22" fmla="*/ 7355642 w 9662615"/>
              <a:gd name="connsiteY22" fmla="*/ 1407761 h 1603018"/>
              <a:gd name="connsiteX23" fmla="*/ 7215220 w 9662615"/>
              <a:gd name="connsiteY23" fmla="*/ 1397856 h 1603018"/>
              <a:gd name="connsiteX24" fmla="*/ 7082147 w 9662615"/>
              <a:gd name="connsiteY24" fmla="*/ 1406113 h 1603018"/>
              <a:gd name="connsiteX25" fmla="*/ 6987129 w 9662615"/>
              <a:gd name="connsiteY25" fmla="*/ 1404834 h 1603018"/>
              <a:gd name="connsiteX26" fmla="*/ 6907567 w 9662615"/>
              <a:gd name="connsiteY26" fmla="*/ 1419149 h 1603018"/>
              <a:gd name="connsiteX27" fmla="*/ 6748428 w 9662615"/>
              <a:gd name="connsiteY27" fmla="*/ 1420308 h 1603018"/>
              <a:gd name="connsiteX28" fmla="*/ 6654257 w 9662615"/>
              <a:gd name="connsiteY28" fmla="*/ 1424143 h 1603018"/>
              <a:gd name="connsiteX29" fmla="*/ 6620123 w 9662615"/>
              <a:gd name="connsiteY29" fmla="*/ 1430535 h 1603018"/>
              <a:gd name="connsiteX30" fmla="*/ 6571355 w 9662615"/>
              <a:gd name="connsiteY30" fmla="*/ 1436144 h 1603018"/>
              <a:gd name="connsiteX31" fmla="*/ 6486557 w 9662615"/>
              <a:gd name="connsiteY31" fmla="*/ 1449861 h 1603018"/>
              <a:gd name="connsiteX32" fmla="*/ 6370419 w 9662615"/>
              <a:gd name="connsiteY32" fmla="*/ 1461649 h 1603018"/>
              <a:gd name="connsiteX33" fmla="*/ 6278839 w 9662615"/>
              <a:gd name="connsiteY33" fmla="*/ 1449160 h 1603018"/>
              <a:gd name="connsiteX34" fmla="*/ 6272455 w 9662615"/>
              <a:gd name="connsiteY34" fmla="*/ 1453191 h 1603018"/>
              <a:gd name="connsiteX35" fmla="*/ 6212659 w 9662615"/>
              <a:gd name="connsiteY35" fmla="*/ 1454850 h 1603018"/>
              <a:gd name="connsiteX36" fmla="*/ 6069317 w 9662615"/>
              <a:gd name="connsiteY36" fmla="*/ 1445838 h 1603018"/>
              <a:gd name="connsiteX37" fmla="*/ 5878477 w 9662615"/>
              <a:gd name="connsiteY37" fmla="*/ 1439180 h 1603018"/>
              <a:gd name="connsiteX38" fmla="*/ 5838387 w 9662615"/>
              <a:gd name="connsiteY38" fmla="*/ 1444679 h 1603018"/>
              <a:gd name="connsiteX39" fmla="*/ 5771136 w 9662615"/>
              <a:gd name="connsiteY39" fmla="*/ 1453639 h 1603018"/>
              <a:gd name="connsiteX40" fmla="*/ 5724081 w 9662615"/>
              <a:gd name="connsiteY40" fmla="*/ 1470431 h 1603018"/>
              <a:gd name="connsiteX41" fmla="*/ 5666577 w 9662615"/>
              <a:gd name="connsiteY41" fmla="*/ 1473921 h 1603018"/>
              <a:gd name="connsiteX42" fmla="*/ 5649068 w 9662615"/>
              <a:gd name="connsiteY42" fmla="*/ 1461676 h 1603018"/>
              <a:gd name="connsiteX43" fmla="*/ 5588902 w 9662615"/>
              <a:gd name="connsiteY43" fmla="*/ 1469647 h 1603018"/>
              <a:gd name="connsiteX44" fmla="*/ 5498090 w 9662615"/>
              <a:gd name="connsiteY44" fmla="*/ 1483173 h 1603018"/>
              <a:gd name="connsiteX45" fmla="*/ 5444641 w 9662615"/>
              <a:gd name="connsiteY45" fmla="*/ 1487602 h 1603018"/>
              <a:gd name="connsiteX46" fmla="*/ 5299812 w 9662615"/>
              <a:gd name="connsiteY46" fmla="*/ 1503362 h 1603018"/>
              <a:gd name="connsiteX47" fmla="*/ 5245752 w 9662615"/>
              <a:gd name="connsiteY47" fmla="*/ 1520612 h 1603018"/>
              <a:gd name="connsiteX48" fmla="*/ 5177807 w 9662615"/>
              <a:gd name="connsiteY48" fmla="*/ 1526802 h 1603018"/>
              <a:gd name="connsiteX49" fmla="*/ 5113910 w 9662615"/>
              <a:gd name="connsiteY49" fmla="*/ 1533205 h 1603018"/>
              <a:gd name="connsiteX50" fmla="*/ 5059484 w 9662615"/>
              <a:gd name="connsiteY50" fmla="*/ 1546802 h 1603018"/>
              <a:gd name="connsiteX51" fmla="*/ 5038524 w 9662615"/>
              <a:gd name="connsiteY51" fmla="*/ 1545675 h 1603018"/>
              <a:gd name="connsiteX52" fmla="*/ 5026564 w 9662615"/>
              <a:gd name="connsiteY52" fmla="*/ 1545376 h 1603018"/>
              <a:gd name="connsiteX53" fmla="*/ 4969433 w 9662615"/>
              <a:gd name="connsiteY53" fmla="*/ 1550865 h 1603018"/>
              <a:gd name="connsiteX54" fmla="*/ 4871726 w 9662615"/>
              <a:gd name="connsiteY54" fmla="*/ 1570584 h 1603018"/>
              <a:gd name="connsiteX55" fmla="*/ 4843267 w 9662615"/>
              <a:gd name="connsiteY55" fmla="*/ 1561459 h 1603018"/>
              <a:gd name="connsiteX56" fmla="*/ 4821058 w 9662615"/>
              <a:gd name="connsiteY56" fmla="*/ 1553078 h 1603018"/>
              <a:gd name="connsiteX57" fmla="*/ 4791466 w 9662615"/>
              <a:gd name="connsiteY57" fmla="*/ 1561324 h 1603018"/>
              <a:gd name="connsiteX58" fmla="*/ 4784247 w 9662615"/>
              <a:gd name="connsiteY58" fmla="*/ 1562342 h 1603018"/>
              <a:gd name="connsiteX59" fmla="*/ 4739309 w 9662615"/>
              <a:gd name="connsiteY59" fmla="*/ 1553948 h 1603018"/>
              <a:gd name="connsiteX60" fmla="*/ 4697562 w 9662615"/>
              <a:gd name="connsiteY60" fmla="*/ 1551206 h 1603018"/>
              <a:gd name="connsiteX61" fmla="*/ 4650737 w 9662615"/>
              <a:gd name="connsiteY61" fmla="*/ 1537381 h 1603018"/>
              <a:gd name="connsiteX62" fmla="*/ 4583150 w 9662615"/>
              <a:gd name="connsiteY62" fmla="*/ 1529064 h 1603018"/>
              <a:gd name="connsiteX63" fmla="*/ 4521734 w 9662615"/>
              <a:gd name="connsiteY63" fmla="*/ 1529359 h 1603018"/>
              <a:gd name="connsiteX64" fmla="*/ 4382398 w 9662615"/>
              <a:gd name="connsiteY64" fmla="*/ 1534108 h 1603018"/>
              <a:gd name="connsiteX65" fmla="*/ 4221826 w 9662615"/>
              <a:gd name="connsiteY65" fmla="*/ 1500972 h 1603018"/>
              <a:gd name="connsiteX66" fmla="*/ 4096601 w 9662615"/>
              <a:gd name="connsiteY66" fmla="*/ 1521563 h 1603018"/>
              <a:gd name="connsiteX67" fmla="*/ 4002441 w 9662615"/>
              <a:gd name="connsiteY67" fmla="*/ 1528912 h 1603018"/>
              <a:gd name="connsiteX68" fmla="*/ 3833906 w 9662615"/>
              <a:gd name="connsiteY68" fmla="*/ 1516637 h 1603018"/>
              <a:gd name="connsiteX69" fmla="*/ 3763845 w 9662615"/>
              <a:gd name="connsiteY69" fmla="*/ 1501782 h 1603018"/>
              <a:gd name="connsiteX70" fmla="*/ 3673583 w 9662615"/>
              <a:gd name="connsiteY70" fmla="*/ 1501471 h 1603018"/>
              <a:gd name="connsiteX71" fmla="*/ 3640771 w 9662615"/>
              <a:gd name="connsiteY71" fmla="*/ 1531025 h 1603018"/>
              <a:gd name="connsiteX72" fmla="*/ 3576170 w 9662615"/>
              <a:gd name="connsiteY72" fmla="*/ 1516288 h 1603018"/>
              <a:gd name="connsiteX73" fmla="*/ 3540258 w 9662615"/>
              <a:gd name="connsiteY73" fmla="*/ 1516976 h 1603018"/>
              <a:gd name="connsiteX74" fmla="*/ 3522853 w 9662615"/>
              <a:gd name="connsiteY74" fmla="*/ 1538044 h 1603018"/>
              <a:gd name="connsiteX75" fmla="*/ 3480929 w 9662615"/>
              <a:gd name="connsiteY75" fmla="*/ 1526739 h 1603018"/>
              <a:gd name="connsiteX76" fmla="*/ 3430805 w 9662615"/>
              <a:gd name="connsiteY76" fmla="*/ 1542521 h 1603018"/>
              <a:gd name="connsiteX77" fmla="*/ 3292707 w 9662615"/>
              <a:gd name="connsiteY77" fmla="*/ 1520490 h 1603018"/>
              <a:gd name="connsiteX78" fmla="*/ 3187872 w 9662615"/>
              <a:gd name="connsiteY78" fmla="*/ 1519991 h 1603018"/>
              <a:gd name="connsiteX79" fmla="*/ 3148026 w 9662615"/>
              <a:gd name="connsiteY79" fmla="*/ 1524777 h 1603018"/>
              <a:gd name="connsiteX80" fmla="*/ 3092394 w 9662615"/>
              <a:gd name="connsiteY80" fmla="*/ 1528115 h 1603018"/>
              <a:gd name="connsiteX81" fmla="*/ 2994200 w 9662615"/>
              <a:gd name="connsiteY81" fmla="*/ 1537857 h 1603018"/>
              <a:gd name="connsiteX82" fmla="*/ 2862301 w 9662615"/>
              <a:gd name="connsiteY82" fmla="*/ 1544250 h 1603018"/>
              <a:gd name="connsiteX83" fmla="*/ 2766335 w 9662615"/>
              <a:gd name="connsiteY83" fmla="*/ 1527662 h 1603018"/>
              <a:gd name="connsiteX84" fmla="*/ 2757836 w 9662615"/>
              <a:gd name="connsiteY84" fmla="*/ 1531371 h 1603018"/>
              <a:gd name="connsiteX85" fmla="*/ 2691555 w 9662615"/>
              <a:gd name="connsiteY85" fmla="*/ 1530283 h 1603018"/>
              <a:gd name="connsiteX86" fmla="*/ 2539383 w 9662615"/>
              <a:gd name="connsiteY86" fmla="*/ 1504835 h 1603018"/>
              <a:gd name="connsiteX87" fmla="*/ 2378036 w 9662615"/>
              <a:gd name="connsiteY87" fmla="*/ 1520645 h 1603018"/>
              <a:gd name="connsiteX88" fmla="*/ 2320049 w 9662615"/>
              <a:gd name="connsiteY88" fmla="*/ 1511019 h 1603018"/>
              <a:gd name="connsiteX89" fmla="*/ 2238909 w 9662615"/>
              <a:gd name="connsiteY89" fmla="*/ 1508888 h 1603018"/>
              <a:gd name="connsiteX90" fmla="*/ 2181031 w 9662615"/>
              <a:gd name="connsiteY90" fmla="*/ 1531361 h 1603018"/>
              <a:gd name="connsiteX91" fmla="*/ 2112613 w 9662615"/>
              <a:gd name="connsiteY91" fmla="*/ 1524245 h 1603018"/>
              <a:gd name="connsiteX92" fmla="*/ 2046221 w 9662615"/>
              <a:gd name="connsiteY92" fmla="*/ 1523212 h 1603018"/>
              <a:gd name="connsiteX93" fmla="*/ 2001057 w 9662615"/>
              <a:gd name="connsiteY93" fmla="*/ 1516449 h 1603018"/>
              <a:gd name="connsiteX94" fmla="*/ 1896330 w 9662615"/>
              <a:gd name="connsiteY94" fmla="*/ 1525725 h 1603018"/>
              <a:gd name="connsiteX95" fmla="*/ 1835994 w 9662615"/>
              <a:gd name="connsiteY95" fmla="*/ 1527678 h 1603018"/>
              <a:gd name="connsiteX96" fmla="*/ 1671119 w 9662615"/>
              <a:gd name="connsiteY96" fmla="*/ 1536701 h 1603018"/>
              <a:gd name="connsiteX97" fmla="*/ 1565556 w 9662615"/>
              <a:gd name="connsiteY97" fmla="*/ 1556503 h 1603018"/>
              <a:gd name="connsiteX98" fmla="*/ 1407755 w 9662615"/>
              <a:gd name="connsiteY98" fmla="*/ 1571444 h 1603018"/>
              <a:gd name="connsiteX99" fmla="*/ 1291872 w 9662615"/>
              <a:gd name="connsiteY99" fmla="*/ 1579471 h 1603018"/>
              <a:gd name="connsiteX100" fmla="*/ 1245251 w 9662615"/>
              <a:gd name="connsiteY100" fmla="*/ 1603018 h 1603018"/>
              <a:gd name="connsiteX101" fmla="*/ 1181938 w 9662615"/>
              <a:gd name="connsiteY101" fmla="*/ 1592789 h 1603018"/>
              <a:gd name="connsiteX102" fmla="*/ 1091432 w 9662615"/>
              <a:gd name="connsiteY102" fmla="*/ 1571003 h 1603018"/>
              <a:gd name="connsiteX103" fmla="*/ 940355 w 9662615"/>
              <a:gd name="connsiteY103" fmla="*/ 1560638 h 1603018"/>
              <a:gd name="connsiteX104" fmla="*/ 868264 w 9662615"/>
              <a:gd name="connsiteY104" fmla="*/ 1566392 h 1603018"/>
              <a:gd name="connsiteX105" fmla="*/ 792765 w 9662615"/>
              <a:gd name="connsiteY105" fmla="*/ 1563102 h 1603018"/>
              <a:gd name="connsiteX106" fmla="*/ 653153 w 9662615"/>
              <a:gd name="connsiteY106" fmla="*/ 1563516 h 1603018"/>
              <a:gd name="connsiteX107" fmla="*/ 541933 w 9662615"/>
              <a:gd name="connsiteY107" fmla="*/ 1561051 h 1603018"/>
              <a:gd name="connsiteX108" fmla="*/ 472797 w 9662615"/>
              <a:gd name="connsiteY108" fmla="*/ 1568904 h 1603018"/>
              <a:gd name="connsiteX109" fmla="*/ 396059 w 9662615"/>
              <a:gd name="connsiteY109" fmla="*/ 1560970 h 1603018"/>
              <a:gd name="connsiteX110" fmla="*/ 336819 w 9662615"/>
              <a:gd name="connsiteY110" fmla="*/ 1560892 h 1603018"/>
              <a:gd name="connsiteX111" fmla="*/ 267163 w 9662615"/>
              <a:gd name="connsiteY111" fmla="*/ 1531913 h 1603018"/>
              <a:gd name="connsiteX112" fmla="*/ 196644 w 9662615"/>
              <a:gd name="connsiteY112" fmla="*/ 1524565 h 1603018"/>
              <a:gd name="connsiteX113" fmla="*/ 86819 w 9662615"/>
              <a:gd name="connsiteY113" fmla="*/ 1519517 h 1603018"/>
              <a:gd name="connsiteX114" fmla="*/ 53369 w 9662615"/>
              <a:gd name="connsiteY114" fmla="*/ 1516853 h 1603018"/>
              <a:gd name="connsiteX115" fmla="*/ 2359 w 9662615"/>
              <a:gd name="connsiteY115" fmla="*/ 1515247 h 1603018"/>
              <a:gd name="connsiteX116" fmla="*/ 0 w 9662615"/>
              <a:gd name="connsiteY116" fmla="*/ 1514932 h 1603018"/>
              <a:gd name="connsiteX117" fmla="*/ 0 w 9662615"/>
              <a:gd name="connsiteY117" fmla="*/ 0 h 1603018"/>
              <a:gd name="connsiteX0" fmla="*/ 0 w 9662615"/>
              <a:gd name="connsiteY0" fmla="*/ 0 h 1603018"/>
              <a:gd name="connsiteX1" fmla="*/ 9662615 w 9662615"/>
              <a:gd name="connsiteY1" fmla="*/ 0 h 1603018"/>
              <a:gd name="connsiteX2" fmla="*/ 9662615 w 9662615"/>
              <a:gd name="connsiteY2" fmla="*/ 1280346 h 1603018"/>
              <a:gd name="connsiteX3" fmla="*/ 9551077 w 9662615"/>
              <a:gd name="connsiteY3" fmla="*/ 1292033 h 1603018"/>
              <a:gd name="connsiteX4" fmla="*/ 9469546 w 9662615"/>
              <a:gd name="connsiteY4" fmla="*/ 1289837 h 1603018"/>
              <a:gd name="connsiteX5" fmla="*/ 9326260 w 9662615"/>
              <a:gd name="connsiteY5" fmla="*/ 1277155 h 1603018"/>
              <a:gd name="connsiteX6" fmla="*/ 9144767 w 9662615"/>
              <a:gd name="connsiteY6" fmla="*/ 1264120 h 1603018"/>
              <a:gd name="connsiteX7" fmla="*/ 8976400 w 9662615"/>
              <a:gd name="connsiteY7" fmla="*/ 1326661 h 1603018"/>
              <a:gd name="connsiteX8" fmla="*/ 8828711 w 9662615"/>
              <a:gd name="connsiteY8" fmla="*/ 1346394 h 1603018"/>
              <a:gd name="connsiteX9" fmla="*/ 8695953 w 9662615"/>
              <a:gd name="connsiteY9" fmla="*/ 1346784 h 1603018"/>
              <a:gd name="connsiteX10" fmla="*/ 8652191 w 9662615"/>
              <a:gd name="connsiteY10" fmla="*/ 1345903 h 1603018"/>
              <a:gd name="connsiteX11" fmla="*/ 8591582 w 9662615"/>
              <a:gd name="connsiteY11" fmla="*/ 1341666 h 1603018"/>
              <a:gd name="connsiteX12" fmla="*/ 8537336 w 9662615"/>
              <a:gd name="connsiteY12" fmla="*/ 1341684 h 1603018"/>
              <a:gd name="connsiteX13" fmla="*/ 8416849 w 9662615"/>
              <a:gd name="connsiteY13" fmla="*/ 1367085 h 1603018"/>
              <a:gd name="connsiteX14" fmla="*/ 8278355 w 9662615"/>
              <a:gd name="connsiteY14" fmla="*/ 1386569 h 1603018"/>
              <a:gd name="connsiteX15" fmla="*/ 8197961 w 9662615"/>
              <a:gd name="connsiteY15" fmla="*/ 1392804 h 1603018"/>
              <a:gd name="connsiteX16" fmla="*/ 8171196 w 9662615"/>
              <a:gd name="connsiteY16" fmla="*/ 1397216 h 1603018"/>
              <a:gd name="connsiteX17" fmla="*/ 8087910 w 9662615"/>
              <a:gd name="connsiteY17" fmla="*/ 1386449 h 1603018"/>
              <a:gd name="connsiteX18" fmla="*/ 7974579 w 9662615"/>
              <a:gd name="connsiteY18" fmla="*/ 1383439 h 1603018"/>
              <a:gd name="connsiteX19" fmla="*/ 7768351 w 9662615"/>
              <a:gd name="connsiteY19" fmla="*/ 1395051 h 1603018"/>
              <a:gd name="connsiteX20" fmla="*/ 7635985 w 9662615"/>
              <a:gd name="connsiteY20" fmla="*/ 1386363 h 1603018"/>
              <a:gd name="connsiteX21" fmla="*/ 7466069 w 9662615"/>
              <a:gd name="connsiteY21" fmla="*/ 1377654 h 1603018"/>
              <a:gd name="connsiteX22" fmla="*/ 7355642 w 9662615"/>
              <a:gd name="connsiteY22" fmla="*/ 1407761 h 1603018"/>
              <a:gd name="connsiteX23" fmla="*/ 7215220 w 9662615"/>
              <a:gd name="connsiteY23" fmla="*/ 1397856 h 1603018"/>
              <a:gd name="connsiteX24" fmla="*/ 7082147 w 9662615"/>
              <a:gd name="connsiteY24" fmla="*/ 1406113 h 1603018"/>
              <a:gd name="connsiteX25" fmla="*/ 6987129 w 9662615"/>
              <a:gd name="connsiteY25" fmla="*/ 1404834 h 1603018"/>
              <a:gd name="connsiteX26" fmla="*/ 6907567 w 9662615"/>
              <a:gd name="connsiteY26" fmla="*/ 1419149 h 1603018"/>
              <a:gd name="connsiteX27" fmla="*/ 6748428 w 9662615"/>
              <a:gd name="connsiteY27" fmla="*/ 1420308 h 1603018"/>
              <a:gd name="connsiteX28" fmla="*/ 6654257 w 9662615"/>
              <a:gd name="connsiteY28" fmla="*/ 1424143 h 1603018"/>
              <a:gd name="connsiteX29" fmla="*/ 6620123 w 9662615"/>
              <a:gd name="connsiteY29" fmla="*/ 1430535 h 1603018"/>
              <a:gd name="connsiteX30" fmla="*/ 6571355 w 9662615"/>
              <a:gd name="connsiteY30" fmla="*/ 1436144 h 1603018"/>
              <a:gd name="connsiteX31" fmla="*/ 6486557 w 9662615"/>
              <a:gd name="connsiteY31" fmla="*/ 1449861 h 1603018"/>
              <a:gd name="connsiteX32" fmla="*/ 6370419 w 9662615"/>
              <a:gd name="connsiteY32" fmla="*/ 1461649 h 1603018"/>
              <a:gd name="connsiteX33" fmla="*/ 6278839 w 9662615"/>
              <a:gd name="connsiteY33" fmla="*/ 1449160 h 1603018"/>
              <a:gd name="connsiteX34" fmla="*/ 6272455 w 9662615"/>
              <a:gd name="connsiteY34" fmla="*/ 1453191 h 1603018"/>
              <a:gd name="connsiteX35" fmla="*/ 6212659 w 9662615"/>
              <a:gd name="connsiteY35" fmla="*/ 1454850 h 1603018"/>
              <a:gd name="connsiteX36" fmla="*/ 6069317 w 9662615"/>
              <a:gd name="connsiteY36" fmla="*/ 1445838 h 1603018"/>
              <a:gd name="connsiteX37" fmla="*/ 5878477 w 9662615"/>
              <a:gd name="connsiteY37" fmla="*/ 1439180 h 1603018"/>
              <a:gd name="connsiteX38" fmla="*/ 5838387 w 9662615"/>
              <a:gd name="connsiteY38" fmla="*/ 1444679 h 1603018"/>
              <a:gd name="connsiteX39" fmla="*/ 5771136 w 9662615"/>
              <a:gd name="connsiteY39" fmla="*/ 1453639 h 1603018"/>
              <a:gd name="connsiteX40" fmla="*/ 5724081 w 9662615"/>
              <a:gd name="connsiteY40" fmla="*/ 1470431 h 1603018"/>
              <a:gd name="connsiteX41" fmla="*/ 5666577 w 9662615"/>
              <a:gd name="connsiteY41" fmla="*/ 1473921 h 1603018"/>
              <a:gd name="connsiteX42" fmla="*/ 5649068 w 9662615"/>
              <a:gd name="connsiteY42" fmla="*/ 1461676 h 1603018"/>
              <a:gd name="connsiteX43" fmla="*/ 5588902 w 9662615"/>
              <a:gd name="connsiteY43" fmla="*/ 1469647 h 1603018"/>
              <a:gd name="connsiteX44" fmla="*/ 5498090 w 9662615"/>
              <a:gd name="connsiteY44" fmla="*/ 1483173 h 1603018"/>
              <a:gd name="connsiteX45" fmla="*/ 5444641 w 9662615"/>
              <a:gd name="connsiteY45" fmla="*/ 1487602 h 1603018"/>
              <a:gd name="connsiteX46" fmla="*/ 5299812 w 9662615"/>
              <a:gd name="connsiteY46" fmla="*/ 1503362 h 1603018"/>
              <a:gd name="connsiteX47" fmla="*/ 5245752 w 9662615"/>
              <a:gd name="connsiteY47" fmla="*/ 1520612 h 1603018"/>
              <a:gd name="connsiteX48" fmla="*/ 5177807 w 9662615"/>
              <a:gd name="connsiteY48" fmla="*/ 1526802 h 1603018"/>
              <a:gd name="connsiteX49" fmla="*/ 5113910 w 9662615"/>
              <a:gd name="connsiteY49" fmla="*/ 1533205 h 1603018"/>
              <a:gd name="connsiteX50" fmla="*/ 5059484 w 9662615"/>
              <a:gd name="connsiteY50" fmla="*/ 1546802 h 1603018"/>
              <a:gd name="connsiteX51" fmla="*/ 5038524 w 9662615"/>
              <a:gd name="connsiteY51" fmla="*/ 1545675 h 1603018"/>
              <a:gd name="connsiteX52" fmla="*/ 5026564 w 9662615"/>
              <a:gd name="connsiteY52" fmla="*/ 1545376 h 1603018"/>
              <a:gd name="connsiteX53" fmla="*/ 4969433 w 9662615"/>
              <a:gd name="connsiteY53" fmla="*/ 1550865 h 1603018"/>
              <a:gd name="connsiteX54" fmla="*/ 4871726 w 9662615"/>
              <a:gd name="connsiteY54" fmla="*/ 1570584 h 1603018"/>
              <a:gd name="connsiteX55" fmla="*/ 4843267 w 9662615"/>
              <a:gd name="connsiteY55" fmla="*/ 1561459 h 1603018"/>
              <a:gd name="connsiteX56" fmla="*/ 4821058 w 9662615"/>
              <a:gd name="connsiteY56" fmla="*/ 1553078 h 1603018"/>
              <a:gd name="connsiteX57" fmla="*/ 4791466 w 9662615"/>
              <a:gd name="connsiteY57" fmla="*/ 1561324 h 1603018"/>
              <a:gd name="connsiteX58" fmla="*/ 4784247 w 9662615"/>
              <a:gd name="connsiteY58" fmla="*/ 1562342 h 1603018"/>
              <a:gd name="connsiteX59" fmla="*/ 4739309 w 9662615"/>
              <a:gd name="connsiteY59" fmla="*/ 1553948 h 1603018"/>
              <a:gd name="connsiteX60" fmla="*/ 4697562 w 9662615"/>
              <a:gd name="connsiteY60" fmla="*/ 1551206 h 1603018"/>
              <a:gd name="connsiteX61" fmla="*/ 4650737 w 9662615"/>
              <a:gd name="connsiteY61" fmla="*/ 1537381 h 1603018"/>
              <a:gd name="connsiteX62" fmla="*/ 4583150 w 9662615"/>
              <a:gd name="connsiteY62" fmla="*/ 1529064 h 1603018"/>
              <a:gd name="connsiteX63" fmla="*/ 4521734 w 9662615"/>
              <a:gd name="connsiteY63" fmla="*/ 1529359 h 1603018"/>
              <a:gd name="connsiteX64" fmla="*/ 4382398 w 9662615"/>
              <a:gd name="connsiteY64" fmla="*/ 1534108 h 1603018"/>
              <a:gd name="connsiteX65" fmla="*/ 4221826 w 9662615"/>
              <a:gd name="connsiteY65" fmla="*/ 1500972 h 1603018"/>
              <a:gd name="connsiteX66" fmla="*/ 4096601 w 9662615"/>
              <a:gd name="connsiteY66" fmla="*/ 1521563 h 1603018"/>
              <a:gd name="connsiteX67" fmla="*/ 4002441 w 9662615"/>
              <a:gd name="connsiteY67" fmla="*/ 1528912 h 1603018"/>
              <a:gd name="connsiteX68" fmla="*/ 3833906 w 9662615"/>
              <a:gd name="connsiteY68" fmla="*/ 1516637 h 1603018"/>
              <a:gd name="connsiteX69" fmla="*/ 3763845 w 9662615"/>
              <a:gd name="connsiteY69" fmla="*/ 1501782 h 1603018"/>
              <a:gd name="connsiteX70" fmla="*/ 3673583 w 9662615"/>
              <a:gd name="connsiteY70" fmla="*/ 1501471 h 1603018"/>
              <a:gd name="connsiteX71" fmla="*/ 3640771 w 9662615"/>
              <a:gd name="connsiteY71" fmla="*/ 1531025 h 1603018"/>
              <a:gd name="connsiteX72" fmla="*/ 3576170 w 9662615"/>
              <a:gd name="connsiteY72" fmla="*/ 1516288 h 1603018"/>
              <a:gd name="connsiteX73" fmla="*/ 3540258 w 9662615"/>
              <a:gd name="connsiteY73" fmla="*/ 1516976 h 1603018"/>
              <a:gd name="connsiteX74" fmla="*/ 3522853 w 9662615"/>
              <a:gd name="connsiteY74" fmla="*/ 1538044 h 1603018"/>
              <a:gd name="connsiteX75" fmla="*/ 3480929 w 9662615"/>
              <a:gd name="connsiteY75" fmla="*/ 1526739 h 1603018"/>
              <a:gd name="connsiteX76" fmla="*/ 3430805 w 9662615"/>
              <a:gd name="connsiteY76" fmla="*/ 1542521 h 1603018"/>
              <a:gd name="connsiteX77" fmla="*/ 3292707 w 9662615"/>
              <a:gd name="connsiteY77" fmla="*/ 1520490 h 1603018"/>
              <a:gd name="connsiteX78" fmla="*/ 3187872 w 9662615"/>
              <a:gd name="connsiteY78" fmla="*/ 1519991 h 1603018"/>
              <a:gd name="connsiteX79" fmla="*/ 3148026 w 9662615"/>
              <a:gd name="connsiteY79" fmla="*/ 1524777 h 1603018"/>
              <a:gd name="connsiteX80" fmla="*/ 3092394 w 9662615"/>
              <a:gd name="connsiteY80" fmla="*/ 1528115 h 1603018"/>
              <a:gd name="connsiteX81" fmla="*/ 2994200 w 9662615"/>
              <a:gd name="connsiteY81" fmla="*/ 1537857 h 1603018"/>
              <a:gd name="connsiteX82" fmla="*/ 2862301 w 9662615"/>
              <a:gd name="connsiteY82" fmla="*/ 1544250 h 1603018"/>
              <a:gd name="connsiteX83" fmla="*/ 2766335 w 9662615"/>
              <a:gd name="connsiteY83" fmla="*/ 1527662 h 1603018"/>
              <a:gd name="connsiteX84" fmla="*/ 2757836 w 9662615"/>
              <a:gd name="connsiteY84" fmla="*/ 1531371 h 1603018"/>
              <a:gd name="connsiteX85" fmla="*/ 2691555 w 9662615"/>
              <a:gd name="connsiteY85" fmla="*/ 1530283 h 1603018"/>
              <a:gd name="connsiteX86" fmla="*/ 2539383 w 9662615"/>
              <a:gd name="connsiteY86" fmla="*/ 1504835 h 1603018"/>
              <a:gd name="connsiteX87" fmla="*/ 2378036 w 9662615"/>
              <a:gd name="connsiteY87" fmla="*/ 1520645 h 1603018"/>
              <a:gd name="connsiteX88" fmla="*/ 2320049 w 9662615"/>
              <a:gd name="connsiteY88" fmla="*/ 1511019 h 1603018"/>
              <a:gd name="connsiteX89" fmla="*/ 2238909 w 9662615"/>
              <a:gd name="connsiteY89" fmla="*/ 1508888 h 1603018"/>
              <a:gd name="connsiteX90" fmla="*/ 2181031 w 9662615"/>
              <a:gd name="connsiteY90" fmla="*/ 1531361 h 1603018"/>
              <a:gd name="connsiteX91" fmla="*/ 2112613 w 9662615"/>
              <a:gd name="connsiteY91" fmla="*/ 1524245 h 1603018"/>
              <a:gd name="connsiteX92" fmla="*/ 2046221 w 9662615"/>
              <a:gd name="connsiteY92" fmla="*/ 1523212 h 1603018"/>
              <a:gd name="connsiteX93" fmla="*/ 2001057 w 9662615"/>
              <a:gd name="connsiteY93" fmla="*/ 1516449 h 1603018"/>
              <a:gd name="connsiteX94" fmla="*/ 1920184 w 9662615"/>
              <a:gd name="connsiteY94" fmla="*/ 1533676 h 1603018"/>
              <a:gd name="connsiteX95" fmla="*/ 1835994 w 9662615"/>
              <a:gd name="connsiteY95" fmla="*/ 1527678 h 1603018"/>
              <a:gd name="connsiteX96" fmla="*/ 1671119 w 9662615"/>
              <a:gd name="connsiteY96" fmla="*/ 1536701 h 1603018"/>
              <a:gd name="connsiteX97" fmla="*/ 1565556 w 9662615"/>
              <a:gd name="connsiteY97" fmla="*/ 1556503 h 1603018"/>
              <a:gd name="connsiteX98" fmla="*/ 1407755 w 9662615"/>
              <a:gd name="connsiteY98" fmla="*/ 1571444 h 1603018"/>
              <a:gd name="connsiteX99" fmla="*/ 1291872 w 9662615"/>
              <a:gd name="connsiteY99" fmla="*/ 1579471 h 1603018"/>
              <a:gd name="connsiteX100" fmla="*/ 1245251 w 9662615"/>
              <a:gd name="connsiteY100" fmla="*/ 1603018 h 1603018"/>
              <a:gd name="connsiteX101" fmla="*/ 1181938 w 9662615"/>
              <a:gd name="connsiteY101" fmla="*/ 1592789 h 1603018"/>
              <a:gd name="connsiteX102" fmla="*/ 1091432 w 9662615"/>
              <a:gd name="connsiteY102" fmla="*/ 1571003 h 1603018"/>
              <a:gd name="connsiteX103" fmla="*/ 940355 w 9662615"/>
              <a:gd name="connsiteY103" fmla="*/ 1560638 h 1603018"/>
              <a:gd name="connsiteX104" fmla="*/ 868264 w 9662615"/>
              <a:gd name="connsiteY104" fmla="*/ 1566392 h 1603018"/>
              <a:gd name="connsiteX105" fmla="*/ 792765 w 9662615"/>
              <a:gd name="connsiteY105" fmla="*/ 1563102 h 1603018"/>
              <a:gd name="connsiteX106" fmla="*/ 653153 w 9662615"/>
              <a:gd name="connsiteY106" fmla="*/ 1563516 h 1603018"/>
              <a:gd name="connsiteX107" fmla="*/ 541933 w 9662615"/>
              <a:gd name="connsiteY107" fmla="*/ 1561051 h 1603018"/>
              <a:gd name="connsiteX108" fmla="*/ 472797 w 9662615"/>
              <a:gd name="connsiteY108" fmla="*/ 1568904 h 1603018"/>
              <a:gd name="connsiteX109" fmla="*/ 396059 w 9662615"/>
              <a:gd name="connsiteY109" fmla="*/ 1560970 h 1603018"/>
              <a:gd name="connsiteX110" fmla="*/ 336819 w 9662615"/>
              <a:gd name="connsiteY110" fmla="*/ 1560892 h 1603018"/>
              <a:gd name="connsiteX111" fmla="*/ 267163 w 9662615"/>
              <a:gd name="connsiteY111" fmla="*/ 1531913 h 1603018"/>
              <a:gd name="connsiteX112" fmla="*/ 196644 w 9662615"/>
              <a:gd name="connsiteY112" fmla="*/ 1524565 h 1603018"/>
              <a:gd name="connsiteX113" fmla="*/ 86819 w 9662615"/>
              <a:gd name="connsiteY113" fmla="*/ 1519517 h 1603018"/>
              <a:gd name="connsiteX114" fmla="*/ 53369 w 9662615"/>
              <a:gd name="connsiteY114" fmla="*/ 1516853 h 1603018"/>
              <a:gd name="connsiteX115" fmla="*/ 2359 w 9662615"/>
              <a:gd name="connsiteY115" fmla="*/ 1515247 h 1603018"/>
              <a:gd name="connsiteX116" fmla="*/ 0 w 9662615"/>
              <a:gd name="connsiteY116" fmla="*/ 1514932 h 1603018"/>
              <a:gd name="connsiteX117" fmla="*/ 0 w 9662615"/>
              <a:gd name="connsiteY117" fmla="*/ 0 h 160301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Lst>
            <a:rect l="l" t="t" r="r" b="b"/>
            <a:pathLst>
              <a:path w="9662615" h="1603018">
                <a:moveTo>
                  <a:pt x="0" y="0"/>
                </a:moveTo>
                <a:lnTo>
                  <a:pt x="9662615" y="0"/>
                </a:lnTo>
                <a:lnTo>
                  <a:pt x="9662615" y="1280346"/>
                </a:lnTo>
                <a:lnTo>
                  <a:pt x="9551077" y="1292033"/>
                </a:lnTo>
                <a:cubicBezTo>
                  <a:pt x="9489925" y="1291588"/>
                  <a:pt x="9543615" y="1296257"/>
                  <a:pt x="9469546" y="1289837"/>
                </a:cubicBezTo>
                <a:cubicBezTo>
                  <a:pt x="9413040" y="1331485"/>
                  <a:pt x="9340031" y="1268376"/>
                  <a:pt x="9326260" y="1277155"/>
                </a:cubicBezTo>
                <a:cubicBezTo>
                  <a:pt x="9234251" y="1284900"/>
                  <a:pt x="9225377" y="1258935"/>
                  <a:pt x="9144767" y="1264120"/>
                </a:cubicBezTo>
                <a:cubicBezTo>
                  <a:pt x="9159115" y="1310075"/>
                  <a:pt x="9066692" y="1304806"/>
                  <a:pt x="8976400" y="1326661"/>
                </a:cubicBezTo>
                <a:cubicBezTo>
                  <a:pt x="8931920" y="1325947"/>
                  <a:pt x="8871807" y="1351060"/>
                  <a:pt x="8828711" y="1346394"/>
                </a:cubicBezTo>
                <a:cubicBezTo>
                  <a:pt x="8809650" y="1326213"/>
                  <a:pt x="8718313" y="1358527"/>
                  <a:pt x="8695953" y="1346784"/>
                </a:cubicBezTo>
                <a:cubicBezTo>
                  <a:pt x="8694290" y="1355317"/>
                  <a:pt x="8661526" y="1349865"/>
                  <a:pt x="8652191" y="1345903"/>
                </a:cubicBezTo>
                <a:cubicBezTo>
                  <a:pt x="8641363" y="1349626"/>
                  <a:pt x="8603292" y="1341304"/>
                  <a:pt x="8591582" y="1341666"/>
                </a:cubicBezTo>
                <a:cubicBezTo>
                  <a:pt x="8568421" y="1323004"/>
                  <a:pt x="8565847" y="1352287"/>
                  <a:pt x="8537336" y="1341684"/>
                </a:cubicBezTo>
                <a:cubicBezTo>
                  <a:pt x="8524809" y="1348019"/>
                  <a:pt x="8445703" y="1377667"/>
                  <a:pt x="8416849" y="1367085"/>
                </a:cubicBezTo>
                <a:cubicBezTo>
                  <a:pt x="8350736" y="1379599"/>
                  <a:pt x="8346589" y="1391624"/>
                  <a:pt x="8278355" y="1386569"/>
                </a:cubicBezTo>
                <a:cubicBezTo>
                  <a:pt x="8268756" y="1398649"/>
                  <a:pt x="8183331" y="1371185"/>
                  <a:pt x="8197961" y="1392804"/>
                </a:cubicBezTo>
                <a:cubicBezTo>
                  <a:pt x="8175189" y="1391748"/>
                  <a:pt x="8158503" y="1383145"/>
                  <a:pt x="8171196" y="1397216"/>
                </a:cubicBezTo>
                <a:cubicBezTo>
                  <a:pt x="8141821" y="1397466"/>
                  <a:pt x="8125626" y="1386947"/>
                  <a:pt x="8087910" y="1386449"/>
                </a:cubicBezTo>
                <a:cubicBezTo>
                  <a:pt x="8029319" y="1362701"/>
                  <a:pt x="8020916" y="1407035"/>
                  <a:pt x="7974579" y="1383439"/>
                </a:cubicBezTo>
                <a:cubicBezTo>
                  <a:pt x="7912074" y="1402493"/>
                  <a:pt x="7841761" y="1389550"/>
                  <a:pt x="7768351" y="1395051"/>
                </a:cubicBezTo>
                <a:cubicBezTo>
                  <a:pt x="7741665" y="1390266"/>
                  <a:pt x="7663663" y="1410813"/>
                  <a:pt x="7635985" y="1386363"/>
                </a:cubicBezTo>
                <a:cubicBezTo>
                  <a:pt x="7646173" y="1415707"/>
                  <a:pt x="7542198" y="1378410"/>
                  <a:pt x="7466069" y="1377654"/>
                </a:cubicBezTo>
                <a:cubicBezTo>
                  <a:pt x="7427626" y="1403818"/>
                  <a:pt x="7337822" y="1398948"/>
                  <a:pt x="7355642" y="1407761"/>
                </a:cubicBezTo>
                <a:cubicBezTo>
                  <a:pt x="7270634" y="1390553"/>
                  <a:pt x="7306340" y="1403822"/>
                  <a:pt x="7215220" y="1397856"/>
                </a:cubicBezTo>
                <a:cubicBezTo>
                  <a:pt x="7175381" y="1421457"/>
                  <a:pt x="7122339" y="1428094"/>
                  <a:pt x="7082147" y="1406113"/>
                </a:cubicBezTo>
                <a:cubicBezTo>
                  <a:pt x="7040624" y="1425217"/>
                  <a:pt x="7029993" y="1391726"/>
                  <a:pt x="6987129" y="1404834"/>
                </a:cubicBezTo>
                <a:cubicBezTo>
                  <a:pt x="6953477" y="1411964"/>
                  <a:pt x="6957479" y="1421694"/>
                  <a:pt x="6907567" y="1419149"/>
                </a:cubicBezTo>
                <a:cubicBezTo>
                  <a:pt x="6863513" y="1408514"/>
                  <a:pt x="6803088" y="1434619"/>
                  <a:pt x="6748428" y="1420308"/>
                </a:cubicBezTo>
                <a:cubicBezTo>
                  <a:pt x="6728317" y="1416860"/>
                  <a:pt x="6666046" y="1417296"/>
                  <a:pt x="6654257" y="1424143"/>
                </a:cubicBezTo>
                <a:cubicBezTo>
                  <a:pt x="6641271" y="1425628"/>
                  <a:pt x="6626125" y="1423202"/>
                  <a:pt x="6620123" y="1430535"/>
                </a:cubicBezTo>
                <a:cubicBezTo>
                  <a:pt x="6610208" y="1439359"/>
                  <a:pt x="6564906" y="1425734"/>
                  <a:pt x="6571355" y="1436144"/>
                </a:cubicBezTo>
                <a:cubicBezTo>
                  <a:pt x="6539188" y="1426808"/>
                  <a:pt x="6513602" y="1445293"/>
                  <a:pt x="6486557" y="1449861"/>
                </a:cubicBezTo>
                <a:cubicBezTo>
                  <a:pt x="6461221" y="1440598"/>
                  <a:pt x="6429457" y="1459319"/>
                  <a:pt x="6370419" y="1461649"/>
                </a:cubicBezTo>
                <a:cubicBezTo>
                  <a:pt x="6342558" y="1450937"/>
                  <a:pt x="6330664" y="1463365"/>
                  <a:pt x="6278839" y="1449160"/>
                </a:cubicBezTo>
                <a:cubicBezTo>
                  <a:pt x="6277206" y="1450621"/>
                  <a:pt x="6275057" y="1451978"/>
                  <a:pt x="6272455" y="1453191"/>
                </a:cubicBezTo>
                <a:cubicBezTo>
                  <a:pt x="6257338" y="1460236"/>
                  <a:pt x="6230567" y="1460979"/>
                  <a:pt x="6212659" y="1454850"/>
                </a:cubicBezTo>
                <a:cubicBezTo>
                  <a:pt x="6130994" y="1436046"/>
                  <a:pt x="6135790" y="1448771"/>
                  <a:pt x="6069317" y="1445838"/>
                </a:cubicBezTo>
                <a:cubicBezTo>
                  <a:pt x="5994738" y="1444791"/>
                  <a:pt x="5975991" y="1456673"/>
                  <a:pt x="5878477" y="1439180"/>
                </a:cubicBezTo>
                <a:cubicBezTo>
                  <a:pt x="5870803" y="1447519"/>
                  <a:pt x="5859206" y="1448153"/>
                  <a:pt x="5838387" y="1444679"/>
                </a:cubicBezTo>
                <a:cubicBezTo>
                  <a:pt x="5802317" y="1444778"/>
                  <a:pt x="5810848" y="1465165"/>
                  <a:pt x="5771136" y="1453639"/>
                </a:cubicBezTo>
                <a:cubicBezTo>
                  <a:pt x="5780732" y="1464484"/>
                  <a:pt x="5704275" y="1459369"/>
                  <a:pt x="5724081" y="1470431"/>
                </a:cubicBezTo>
                <a:cubicBezTo>
                  <a:pt x="5703536" y="1480946"/>
                  <a:pt x="5687323" y="1464719"/>
                  <a:pt x="5666577" y="1473921"/>
                </a:cubicBezTo>
                <a:cubicBezTo>
                  <a:pt x="5640974" y="1476520"/>
                  <a:pt x="5678275" y="1461854"/>
                  <a:pt x="5649068" y="1461676"/>
                </a:cubicBezTo>
                <a:cubicBezTo>
                  <a:pt x="5614218" y="1463443"/>
                  <a:pt x="5608578" y="1443299"/>
                  <a:pt x="5588902" y="1469647"/>
                </a:cubicBezTo>
                <a:cubicBezTo>
                  <a:pt x="5550386" y="1464321"/>
                  <a:pt x="5546573" y="1476049"/>
                  <a:pt x="5498090" y="1483173"/>
                </a:cubicBezTo>
                <a:cubicBezTo>
                  <a:pt x="5475226" y="1477314"/>
                  <a:pt x="5459293" y="1480930"/>
                  <a:pt x="5444641" y="1487602"/>
                </a:cubicBezTo>
                <a:cubicBezTo>
                  <a:pt x="5395328" y="1487320"/>
                  <a:pt x="5353572" y="1498007"/>
                  <a:pt x="5299812" y="1503362"/>
                </a:cubicBezTo>
                <a:cubicBezTo>
                  <a:pt x="5238326" y="1497756"/>
                  <a:pt x="5303225" y="1514963"/>
                  <a:pt x="5245752" y="1520612"/>
                </a:cubicBezTo>
                <a:cubicBezTo>
                  <a:pt x="5190753" y="1507732"/>
                  <a:pt x="5205712" y="1518627"/>
                  <a:pt x="5177807" y="1526802"/>
                </a:cubicBezTo>
                <a:lnTo>
                  <a:pt x="5113910" y="1533205"/>
                </a:lnTo>
                <a:lnTo>
                  <a:pt x="5059484" y="1546802"/>
                </a:lnTo>
                <a:lnTo>
                  <a:pt x="5038524" y="1545675"/>
                </a:lnTo>
                <a:lnTo>
                  <a:pt x="5026564" y="1545376"/>
                </a:lnTo>
                <a:cubicBezTo>
                  <a:pt x="5006873" y="1544046"/>
                  <a:pt x="4987701" y="1552900"/>
                  <a:pt x="4969433" y="1550865"/>
                </a:cubicBezTo>
                <a:cubicBezTo>
                  <a:pt x="4943627" y="1555066"/>
                  <a:pt x="4892754" y="1568818"/>
                  <a:pt x="4871726" y="1570584"/>
                </a:cubicBezTo>
                <a:cubicBezTo>
                  <a:pt x="4863638" y="1570310"/>
                  <a:pt x="4846771" y="1559566"/>
                  <a:pt x="4843267" y="1561459"/>
                </a:cubicBezTo>
                <a:lnTo>
                  <a:pt x="4821058" y="1553078"/>
                </a:lnTo>
                <a:lnTo>
                  <a:pt x="4791466" y="1561324"/>
                </a:lnTo>
                <a:lnTo>
                  <a:pt x="4784247" y="1562342"/>
                </a:lnTo>
                <a:cubicBezTo>
                  <a:pt x="4770593" y="1574121"/>
                  <a:pt x="4776816" y="1558072"/>
                  <a:pt x="4739309" y="1553948"/>
                </a:cubicBezTo>
                <a:cubicBezTo>
                  <a:pt x="4684311" y="1578213"/>
                  <a:pt x="4712803" y="1566697"/>
                  <a:pt x="4697562" y="1551206"/>
                </a:cubicBezTo>
                <a:lnTo>
                  <a:pt x="4650737" y="1537381"/>
                </a:lnTo>
                <a:cubicBezTo>
                  <a:pt x="4628208" y="1530633"/>
                  <a:pt x="4609654" y="1567617"/>
                  <a:pt x="4583150" y="1529064"/>
                </a:cubicBezTo>
                <a:cubicBezTo>
                  <a:pt x="4575879" y="1527088"/>
                  <a:pt x="4527005" y="1532552"/>
                  <a:pt x="4521734" y="1529359"/>
                </a:cubicBezTo>
                <a:cubicBezTo>
                  <a:pt x="4457980" y="1517590"/>
                  <a:pt x="4465052" y="1532003"/>
                  <a:pt x="4382398" y="1534108"/>
                </a:cubicBezTo>
                <a:cubicBezTo>
                  <a:pt x="4347480" y="1506889"/>
                  <a:pt x="4310783" y="1494709"/>
                  <a:pt x="4221826" y="1500972"/>
                </a:cubicBezTo>
                <a:cubicBezTo>
                  <a:pt x="4174471" y="1526598"/>
                  <a:pt x="4136675" y="1542031"/>
                  <a:pt x="4096601" y="1521563"/>
                </a:cubicBezTo>
                <a:cubicBezTo>
                  <a:pt x="4015086" y="1550501"/>
                  <a:pt x="3986123" y="1519347"/>
                  <a:pt x="4002441" y="1528912"/>
                </a:cubicBezTo>
                <a:cubicBezTo>
                  <a:pt x="3967120" y="1539744"/>
                  <a:pt x="3931774" y="1526729"/>
                  <a:pt x="3833906" y="1516637"/>
                </a:cubicBezTo>
                <a:cubicBezTo>
                  <a:pt x="3781438" y="1538249"/>
                  <a:pt x="3822855" y="1526006"/>
                  <a:pt x="3763845" y="1501782"/>
                </a:cubicBezTo>
                <a:cubicBezTo>
                  <a:pt x="3734533" y="1525292"/>
                  <a:pt x="3677359" y="1524487"/>
                  <a:pt x="3673583" y="1501471"/>
                </a:cubicBezTo>
                <a:cubicBezTo>
                  <a:pt x="3663687" y="1502855"/>
                  <a:pt x="3650245" y="1528777"/>
                  <a:pt x="3640771" y="1531025"/>
                </a:cubicBezTo>
                <a:lnTo>
                  <a:pt x="3576170" y="1516288"/>
                </a:lnTo>
                <a:lnTo>
                  <a:pt x="3540258" y="1516976"/>
                </a:lnTo>
                <a:lnTo>
                  <a:pt x="3522853" y="1538044"/>
                </a:lnTo>
                <a:lnTo>
                  <a:pt x="3480929" y="1526739"/>
                </a:lnTo>
                <a:cubicBezTo>
                  <a:pt x="3469671" y="1527693"/>
                  <a:pt x="3444273" y="1543724"/>
                  <a:pt x="3430805" y="1542521"/>
                </a:cubicBezTo>
                <a:cubicBezTo>
                  <a:pt x="3386352" y="1529947"/>
                  <a:pt x="3347457" y="1537200"/>
                  <a:pt x="3292707" y="1520490"/>
                </a:cubicBezTo>
                <a:cubicBezTo>
                  <a:pt x="3271897" y="1516147"/>
                  <a:pt x="3203347" y="1513732"/>
                  <a:pt x="3187872" y="1519991"/>
                </a:cubicBezTo>
                <a:cubicBezTo>
                  <a:pt x="3173062" y="1520872"/>
                  <a:pt x="3157325" y="1517771"/>
                  <a:pt x="3148026" y="1524777"/>
                </a:cubicBezTo>
                <a:cubicBezTo>
                  <a:pt x="3133878" y="1533085"/>
                  <a:pt x="3089156" y="1517485"/>
                  <a:pt x="3092394" y="1528115"/>
                </a:cubicBezTo>
                <a:cubicBezTo>
                  <a:pt x="3060512" y="1517374"/>
                  <a:pt x="3025593" y="1534558"/>
                  <a:pt x="2994200" y="1537857"/>
                </a:cubicBezTo>
                <a:cubicBezTo>
                  <a:pt x="2969798" y="1527501"/>
                  <a:pt x="2927999" y="1544636"/>
                  <a:pt x="2862301" y="1544250"/>
                </a:cubicBezTo>
                <a:cubicBezTo>
                  <a:pt x="2835658" y="1532340"/>
                  <a:pt x="2818008" y="1544135"/>
                  <a:pt x="2766335" y="1527662"/>
                </a:cubicBezTo>
                <a:cubicBezTo>
                  <a:pt x="2764004" y="1529036"/>
                  <a:pt x="2761142" y="1530285"/>
                  <a:pt x="2757836" y="1531371"/>
                </a:cubicBezTo>
                <a:cubicBezTo>
                  <a:pt x="2738633" y="1537675"/>
                  <a:pt x="2708957" y="1537188"/>
                  <a:pt x="2691555" y="1530283"/>
                </a:cubicBezTo>
                <a:cubicBezTo>
                  <a:pt x="2608810" y="1507878"/>
                  <a:pt x="2611304" y="1510787"/>
                  <a:pt x="2539383" y="1504835"/>
                </a:cubicBezTo>
                <a:cubicBezTo>
                  <a:pt x="2457862" y="1500384"/>
                  <a:pt x="2478670" y="1542474"/>
                  <a:pt x="2378036" y="1520645"/>
                </a:cubicBezTo>
                <a:cubicBezTo>
                  <a:pt x="2366529" y="1528574"/>
                  <a:pt x="2341629" y="1515421"/>
                  <a:pt x="2320049" y="1511019"/>
                </a:cubicBezTo>
                <a:cubicBezTo>
                  <a:pt x="2280399" y="1509467"/>
                  <a:pt x="2278267" y="1522148"/>
                  <a:pt x="2238909" y="1508888"/>
                </a:cubicBezTo>
                <a:cubicBezTo>
                  <a:pt x="2245444" y="1520095"/>
                  <a:pt x="2163364" y="1519472"/>
                  <a:pt x="2181031" y="1531361"/>
                </a:cubicBezTo>
                <a:cubicBezTo>
                  <a:pt x="2154585" y="1540861"/>
                  <a:pt x="2138796" y="1516056"/>
                  <a:pt x="2112613" y="1524245"/>
                </a:cubicBezTo>
                <a:cubicBezTo>
                  <a:pt x="2083537" y="1525655"/>
                  <a:pt x="2078233" y="1524725"/>
                  <a:pt x="2046221" y="1523212"/>
                </a:cubicBezTo>
                <a:cubicBezTo>
                  <a:pt x="2007296" y="1523373"/>
                  <a:pt x="2032394" y="1491187"/>
                  <a:pt x="2001057" y="1516449"/>
                </a:cubicBezTo>
                <a:cubicBezTo>
                  <a:pt x="1960724" y="1509398"/>
                  <a:pt x="1976058" y="1528820"/>
                  <a:pt x="1920184" y="1533676"/>
                </a:cubicBezTo>
                <a:cubicBezTo>
                  <a:pt x="1897238" y="1526813"/>
                  <a:pt x="1877505" y="1527174"/>
                  <a:pt x="1835994" y="1527678"/>
                </a:cubicBezTo>
                <a:cubicBezTo>
                  <a:pt x="1794483" y="1528182"/>
                  <a:pt x="1726077" y="1533693"/>
                  <a:pt x="1671119" y="1536701"/>
                </a:cubicBezTo>
                <a:cubicBezTo>
                  <a:pt x="1605663" y="1528324"/>
                  <a:pt x="1630763" y="1553523"/>
                  <a:pt x="1565556" y="1556503"/>
                </a:cubicBezTo>
                <a:cubicBezTo>
                  <a:pt x="1501959" y="1539013"/>
                  <a:pt x="1462468" y="1572800"/>
                  <a:pt x="1407755" y="1571444"/>
                </a:cubicBezTo>
                <a:cubicBezTo>
                  <a:pt x="1319286" y="1555448"/>
                  <a:pt x="1429251" y="1585263"/>
                  <a:pt x="1291872" y="1579471"/>
                </a:cubicBezTo>
                <a:cubicBezTo>
                  <a:pt x="1284192" y="1576816"/>
                  <a:pt x="1243590" y="1599390"/>
                  <a:pt x="1245251" y="1603018"/>
                </a:cubicBezTo>
                <a:cubicBezTo>
                  <a:pt x="1236562" y="1601891"/>
                  <a:pt x="1184091" y="1586977"/>
                  <a:pt x="1181938" y="1592789"/>
                </a:cubicBezTo>
                <a:cubicBezTo>
                  <a:pt x="1138153" y="1593474"/>
                  <a:pt x="1130439" y="1578153"/>
                  <a:pt x="1091432" y="1571003"/>
                </a:cubicBezTo>
                <a:cubicBezTo>
                  <a:pt x="1007000" y="1580980"/>
                  <a:pt x="1001377" y="1557850"/>
                  <a:pt x="940355" y="1560638"/>
                </a:cubicBezTo>
                <a:cubicBezTo>
                  <a:pt x="891367" y="1572083"/>
                  <a:pt x="924846" y="1558773"/>
                  <a:pt x="868264" y="1566392"/>
                </a:cubicBezTo>
                <a:cubicBezTo>
                  <a:pt x="848640" y="1547574"/>
                  <a:pt x="814997" y="1568391"/>
                  <a:pt x="792765" y="1563102"/>
                </a:cubicBezTo>
                <a:cubicBezTo>
                  <a:pt x="758082" y="1585102"/>
                  <a:pt x="689950" y="1563038"/>
                  <a:pt x="653153" y="1563516"/>
                </a:cubicBezTo>
                <a:cubicBezTo>
                  <a:pt x="591300" y="1567692"/>
                  <a:pt x="576686" y="1582565"/>
                  <a:pt x="541933" y="1561051"/>
                </a:cubicBezTo>
                <a:cubicBezTo>
                  <a:pt x="537775" y="1570056"/>
                  <a:pt x="508236" y="1570304"/>
                  <a:pt x="472797" y="1568904"/>
                </a:cubicBezTo>
                <a:cubicBezTo>
                  <a:pt x="458898" y="1573560"/>
                  <a:pt x="425270" y="1567476"/>
                  <a:pt x="396059" y="1560970"/>
                </a:cubicBezTo>
                <a:cubicBezTo>
                  <a:pt x="431016" y="1548467"/>
                  <a:pt x="332180" y="1575204"/>
                  <a:pt x="336819" y="1560892"/>
                </a:cubicBezTo>
                <a:cubicBezTo>
                  <a:pt x="292157" y="1552383"/>
                  <a:pt x="263346" y="1557575"/>
                  <a:pt x="267163" y="1531913"/>
                </a:cubicBezTo>
                <a:cubicBezTo>
                  <a:pt x="253228" y="1516946"/>
                  <a:pt x="198100" y="1540864"/>
                  <a:pt x="196644" y="1524565"/>
                </a:cubicBezTo>
                <a:cubicBezTo>
                  <a:pt x="172602" y="1535342"/>
                  <a:pt x="127394" y="1518578"/>
                  <a:pt x="86819" y="1519517"/>
                </a:cubicBezTo>
                <a:cubicBezTo>
                  <a:pt x="78537" y="1512257"/>
                  <a:pt x="69224" y="1512723"/>
                  <a:pt x="53369" y="1516853"/>
                </a:cubicBezTo>
                <a:cubicBezTo>
                  <a:pt x="37131" y="1517503"/>
                  <a:pt x="19976" y="1516838"/>
                  <a:pt x="2359" y="1515247"/>
                </a:cubicBezTo>
                <a:lnTo>
                  <a:pt x="0" y="1514932"/>
                </a:lnTo>
                <a:lnTo>
                  <a:pt x="0" y="0"/>
                </a:lnTo>
                <a:close/>
              </a:path>
            </a:pathLst>
          </a:custGeom>
          <a:solidFill>
            <a:schemeClr val="bg1">
              <a:alpha val="85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 name="Title 1">
            <a:extLst>
              <a:ext uri="{FF2B5EF4-FFF2-40B4-BE49-F238E27FC236}">
                <a16:creationId xmlns:a16="http://schemas.microsoft.com/office/drawing/2014/main" id="{CD78CA70-2291-D2CA-DF69-4454D9D7E5A6}"/>
              </a:ext>
            </a:extLst>
          </p:cNvPr>
          <p:cNvSpPr>
            <a:spLocks noGrp="1"/>
          </p:cNvSpPr>
          <p:nvPr>
            <p:ph type="title"/>
          </p:nvPr>
        </p:nvSpPr>
        <p:spPr>
          <a:xfrm>
            <a:off x="1629751" y="1118473"/>
            <a:ext cx="8924392" cy="1037867"/>
          </a:xfrm>
        </p:spPr>
        <p:txBody>
          <a:bodyPr vert="horz" lIns="91440" tIns="45720" rIns="91440" bIns="45720" rtlCol="0" anchor="ctr">
            <a:normAutofit fontScale="90000"/>
          </a:bodyPr>
          <a:lstStyle/>
          <a:p>
            <a:pPr algn="ctr"/>
            <a:r>
              <a:rPr lang="en-US" sz="4400" dirty="0">
                <a:latin typeface="Abadi" panose="020B0604020104020204" pitchFamily="34" charset="0"/>
              </a:rPr>
              <a:t>There are two keywords to understand the Git coding history management</a:t>
            </a:r>
            <a:endParaRPr lang="en-US" sz="4400" kern="1200" dirty="0">
              <a:solidFill>
                <a:schemeClr val="tx1"/>
              </a:solidFill>
              <a:latin typeface="Abadi" panose="020B0604020104020204" pitchFamily="34" charset="0"/>
            </a:endParaRPr>
          </a:p>
        </p:txBody>
      </p:sp>
      <p:sp>
        <p:nvSpPr>
          <p:cNvPr id="15" name="Rectangle 6">
            <a:extLst>
              <a:ext uri="{FF2B5EF4-FFF2-40B4-BE49-F238E27FC236}">
                <a16:creationId xmlns:a16="http://schemas.microsoft.com/office/drawing/2014/main" id="{B24A3A03-2C4E-45B5-B388-FAD638CDF0A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096548" y="662268"/>
            <a:ext cx="1707751" cy="428984"/>
          </a:xfrm>
          <a:custGeom>
            <a:avLst/>
            <a:gdLst>
              <a:gd name="connsiteX0" fmla="*/ 0 w 2142503"/>
              <a:gd name="connsiteY0" fmla="*/ 0 h 571500"/>
              <a:gd name="connsiteX1" fmla="*/ 2142503 w 2142503"/>
              <a:gd name="connsiteY1" fmla="*/ 0 h 571500"/>
              <a:gd name="connsiteX2" fmla="*/ 2142503 w 2142503"/>
              <a:gd name="connsiteY2" fmla="*/ 571500 h 571500"/>
              <a:gd name="connsiteX3" fmla="*/ 0 w 2142503"/>
              <a:gd name="connsiteY3" fmla="*/ 571500 h 571500"/>
              <a:gd name="connsiteX4" fmla="*/ 0 w 2142503"/>
              <a:gd name="connsiteY4" fmla="*/ 0 h 571500"/>
              <a:gd name="connsiteX0" fmla="*/ 0 w 2142503"/>
              <a:gd name="connsiteY0" fmla="*/ 0 h 582145"/>
              <a:gd name="connsiteX1" fmla="*/ 2142503 w 2142503"/>
              <a:gd name="connsiteY1" fmla="*/ 0 h 582145"/>
              <a:gd name="connsiteX2" fmla="*/ 2142503 w 2142503"/>
              <a:gd name="connsiteY2" fmla="*/ 571500 h 582145"/>
              <a:gd name="connsiteX3" fmla="*/ 2050917 w 2142503"/>
              <a:gd name="connsiteY3" fmla="*/ 582088 h 582145"/>
              <a:gd name="connsiteX4" fmla="*/ 0 w 2142503"/>
              <a:gd name="connsiteY4" fmla="*/ 571500 h 582145"/>
              <a:gd name="connsiteX5" fmla="*/ 0 w 2142503"/>
              <a:gd name="connsiteY5" fmla="*/ 0 h 582145"/>
              <a:gd name="connsiteX0" fmla="*/ 0 w 2159832"/>
              <a:gd name="connsiteY0" fmla="*/ 0 h 582145"/>
              <a:gd name="connsiteX1" fmla="*/ 2142503 w 2159832"/>
              <a:gd name="connsiteY1" fmla="*/ 0 h 582145"/>
              <a:gd name="connsiteX2" fmla="*/ 2159829 w 2159832"/>
              <a:gd name="connsiteY2" fmla="*/ 96526 h 582145"/>
              <a:gd name="connsiteX3" fmla="*/ 2142503 w 2159832"/>
              <a:gd name="connsiteY3" fmla="*/ 571500 h 582145"/>
              <a:gd name="connsiteX4" fmla="*/ 2050917 w 2159832"/>
              <a:gd name="connsiteY4" fmla="*/ 582088 h 582145"/>
              <a:gd name="connsiteX5" fmla="*/ 0 w 2159832"/>
              <a:gd name="connsiteY5" fmla="*/ 571500 h 582145"/>
              <a:gd name="connsiteX6" fmla="*/ 0 w 2159832"/>
              <a:gd name="connsiteY6" fmla="*/ 0 h 582145"/>
              <a:gd name="connsiteX0" fmla="*/ 0 w 2159832"/>
              <a:gd name="connsiteY0" fmla="*/ 12386 h 594531"/>
              <a:gd name="connsiteX1" fmla="*/ 67826 w 2159832"/>
              <a:gd name="connsiteY1" fmla="*/ 0 h 594531"/>
              <a:gd name="connsiteX2" fmla="*/ 2142503 w 2159832"/>
              <a:gd name="connsiteY2" fmla="*/ 12386 h 594531"/>
              <a:gd name="connsiteX3" fmla="*/ 2159829 w 2159832"/>
              <a:gd name="connsiteY3" fmla="*/ 108912 h 594531"/>
              <a:gd name="connsiteX4" fmla="*/ 2142503 w 2159832"/>
              <a:gd name="connsiteY4" fmla="*/ 583886 h 594531"/>
              <a:gd name="connsiteX5" fmla="*/ 2050917 w 2159832"/>
              <a:gd name="connsiteY5" fmla="*/ 594474 h 594531"/>
              <a:gd name="connsiteX6" fmla="*/ 0 w 2159832"/>
              <a:gd name="connsiteY6" fmla="*/ 583886 h 594531"/>
              <a:gd name="connsiteX7" fmla="*/ 0 w 2159832"/>
              <a:gd name="connsiteY7" fmla="*/ 12386 h 594531"/>
              <a:gd name="connsiteX0" fmla="*/ 0 w 2168908"/>
              <a:gd name="connsiteY0" fmla="*/ 26000 h 594531"/>
              <a:gd name="connsiteX1" fmla="*/ 76902 w 2168908"/>
              <a:gd name="connsiteY1" fmla="*/ 0 h 594531"/>
              <a:gd name="connsiteX2" fmla="*/ 2151579 w 2168908"/>
              <a:gd name="connsiteY2" fmla="*/ 12386 h 594531"/>
              <a:gd name="connsiteX3" fmla="*/ 2168905 w 2168908"/>
              <a:gd name="connsiteY3" fmla="*/ 108912 h 594531"/>
              <a:gd name="connsiteX4" fmla="*/ 2151579 w 2168908"/>
              <a:gd name="connsiteY4" fmla="*/ 583886 h 594531"/>
              <a:gd name="connsiteX5" fmla="*/ 2059993 w 2168908"/>
              <a:gd name="connsiteY5" fmla="*/ 594474 h 594531"/>
              <a:gd name="connsiteX6" fmla="*/ 9076 w 2168908"/>
              <a:gd name="connsiteY6" fmla="*/ 583886 h 594531"/>
              <a:gd name="connsiteX7" fmla="*/ 0 w 2168908"/>
              <a:gd name="connsiteY7" fmla="*/ 26000 h 594531"/>
              <a:gd name="connsiteX0" fmla="*/ 5393 w 2174301"/>
              <a:gd name="connsiteY0" fmla="*/ 26000 h 594531"/>
              <a:gd name="connsiteX1" fmla="*/ 82295 w 2174301"/>
              <a:gd name="connsiteY1" fmla="*/ 0 h 594531"/>
              <a:gd name="connsiteX2" fmla="*/ 2156972 w 2174301"/>
              <a:gd name="connsiteY2" fmla="*/ 12386 h 594531"/>
              <a:gd name="connsiteX3" fmla="*/ 2174298 w 2174301"/>
              <a:gd name="connsiteY3" fmla="*/ 108912 h 594531"/>
              <a:gd name="connsiteX4" fmla="*/ 2156972 w 2174301"/>
              <a:gd name="connsiteY4" fmla="*/ 583886 h 594531"/>
              <a:gd name="connsiteX5" fmla="*/ 2065386 w 2174301"/>
              <a:gd name="connsiteY5" fmla="*/ 594474 h 594531"/>
              <a:gd name="connsiteX6" fmla="*/ 14469 w 2174301"/>
              <a:gd name="connsiteY6" fmla="*/ 583886 h 594531"/>
              <a:gd name="connsiteX7" fmla="*/ 5393 w 2174301"/>
              <a:gd name="connsiteY7" fmla="*/ 26000 h 594531"/>
              <a:gd name="connsiteX0" fmla="*/ 5393 w 2174301"/>
              <a:gd name="connsiteY0" fmla="*/ 26000 h 594531"/>
              <a:gd name="connsiteX1" fmla="*/ 82295 w 2174301"/>
              <a:gd name="connsiteY1" fmla="*/ 0 h 594531"/>
              <a:gd name="connsiteX2" fmla="*/ 2156972 w 2174301"/>
              <a:gd name="connsiteY2" fmla="*/ 12386 h 594531"/>
              <a:gd name="connsiteX3" fmla="*/ 2174298 w 2174301"/>
              <a:gd name="connsiteY3" fmla="*/ 108912 h 594531"/>
              <a:gd name="connsiteX4" fmla="*/ 2156972 w 2174301"/>
              <a:gd name="connsiteY4" fmla="*/ 583886 h 594531"/>
              <a:gd name="connsiteX5" fmla="*/ 2065386 w 2174301"/>
              <a:gd name="connsiteY5" fmla="*/ 594474 h 594531"/>
              <a:gd name="connsiteX6" fmla="*/ 14469 w 2174301"/>
              <a:gd name="connsiteY6" fmla="*/ 583886 h 594531"/>
              <a:gd name="connsiteX7" fmla="*/ 5393 w 2174301"/>
              <a:gd name="connsiteY7" fmla="*/ 26000 h 594531"/>
              <a:gd name="connsiteX0" fmla="*/ 5393 w 2174301"/>
              <a:gd name="connsiteY0" fmla="*/ 26000 h 594531"/>
              <a:gd name="connsiteX1" fmla="*/ 82295 w 2174301"/>
              <a:gd name="connsiteY1" fmla="*/ 0 h 594531"/>
              <a:gd name="connsiteX2" fmla="*/ 2156972 w 2174301"/>
              <a:gd name="connsiteY2" fmla="*/ 12386 h 594531"/>
              <a:gd name="connsiteX3" fmla="*/ 2174298 w 2174301"/>
              <a:gd name="connsiteY3" fmla="*/ 108912 h 594531"/>
              <a:gd name="connsiteX4" fmla="*/ 2156972 w 2174301"/>
              <a:gd name="connsiteY4" fmla="*/ 583886 h 594531"/>
              <a:gd name="connsiteX5" fmla="*/ 2065386 w 2174301"/>
              <a:gd name="connsiteY5" fmla="*/ 594474 h 594531"/>
              <a:gd name="connsiteX6" fmla="*/ 14469 w 2174301"/>
              <a:gd name="connsiteY6" fmla="*/ 583886 h 594531"/>
              <a:gd name="connsiteX7" fmla="*/ 5393 w 2174301"/>
              <a:gd name="connsiteY7" fmla="*/ 26000 h 594531"/>
              <a:gd name="connsiteX0" fmla="*/ 5393 w 2174301"/>
              <a:gd name="connsiteY0" fmla="*/ 26000 h 594531"/>
              <a:gd name="connsiteX1" fmla="*/ 82295 w 2174301"/>
              <a:gd name="connsiteY1" fmla="*/ 0 h 594531"/>
              <a:gd name="connsiteX2" fmla="*/ 2156972 w 2174301"/>
              <a:gd name="connsiteY2" fmla="*/ 12386 h 594531"/>
              <a:gd name="connsiteX3" fmla="*/ 2174298 w 2174301"/>
              <a:gd name="connsiteY3" fmla="*/ 108912 h 594531"/>
              <a:gd name="connsiteX4" fmla="*/ 2156972 w 2174301"/>
              <a:gd name="connsiteY4" fmla="*/ 583886 h 594531"/>
              <a:gd name="connsiteX5" fmla="*/ 2065386 w 2174301"/>
              <a:gd name="connsiteY5" fmla="*/ 594474 h 594531"/>
              <a:gd name="connsiteX6" fmla="*/ 14469 w 2174301"/>
              <a:gd name="connsiteY6" fmla="*/ 583886 h 594531"/>
              <a:gd name="connsiteX7" fmla="*/ 5393 w 2174301"/>
              <a:gd name="connsiteY7" fmla="*/ 26000 h 594531"/>
              <a:gd name="connsiteX0" fmla="*/ 147197 w 2316105"/>
              <a:gd name="connsiteY0" fmla="*/ 26000 h 594531"/>
              <a:gd name="connsiteX1" fmla="*/ 224099 w 2316105"/>
              <a:gd name="connsiteY1" fmla="*/ 0 h 594531"/>
              <a:gd name="connsiteX2" fmla="*/ 2298776 w 2316105"/>
              <a:gd name="connsiteY2" fmla="*/ 12386 h 594531"/>
              <a:gd name="connsiteX3" fmla="*/ 2316102 w 2316105"/>
              <a:gd name="connsiteY3" fmla="*/ 108912 h 594531"/>
              <a:gd name="connsiteX4" fmla="*/ 2298776 w 2316105"/>
              <a:gd name="connsiteY4" fmla="*/ 583886 h 594531"/>
              <a:gd name="connsiteX5" fmla="*/ 2207190 w 2316105"/>
              <a:gd name="connsiteY5" fmla="*/ 594474 h 594531"/>
              <a:gd name="connsiteX6" fmla="*/ 156273 w 2316105"/>
              <a:gd name="connsiteY6" fmla="*/ 583886 h 594531"/>
              <a:gd name="connsiteX7" fmla="*/ 142416 w 2316105"/>
              <a:gd name="connsiteY7" fmla="*/ 235975 h 594531"/>
              <a:gd name="connsiteX8" fmla="*/ 147197 w 2316105"/>
              <a:gd name="connsiteY8" fmla="*/ 26000 h 594531"/>
              <a:gd name="connsiteX0" fmla="*/ 154684 w 2323592"/>
              <a:gd name="connsiteY0" fmla="*/ 26000 h 594531"/>
              <a:gd name="connsiteX1" fmla="*/ 231586 w 2323592"/>
              <a:gd name="connsiteY1" fmla="*/ 0 h 594531"/>
              <a:gd name="connsiteX2" fmla="*/ 2306263 w 2323592"/>
              <a:gd name="connsiteY2" fmla="*/ 12386 h 594531"/>
              <a:gd name="connsiteX3" fmla="*/ 2323589 w 2323592"/>
              <a:gd name="connsiteY3" fmla="*/ 108912 h 594531"/>
              <a:gd name="connsiteX4" fmla="*/ 2306263 w 2323592"/>
              <a:gd name="connsiteY4" fmla="*/ 583886 h 594531"/>
              <a:gd name="connsiteX5" fmla="*/ 2214677 w 2323592"/>
              <a:gd name="connsiteY5" fmla="*/ 594474 h 594531"/>
              <a:gd name="connsiteX6" fmla="*/ 163760 w 2323592"/>
              <a:gd name="connsiteY6" fmla="*/ 583886 h 594531"/>
              <a:gd name="connsiteX7" fmla="*/ 158979 w 2323592"/>
              <a:gd name="connsiteY7" fmla="*/ 403879 h 594531"/>
              <a:gd name="connsiteX8" fmla="*/ 149903 w 2323592"/>
              <a:gd name="connsiteY8" fmla="*/ 235975 h 594531"/>
              <a:gd name="connsiteX9" fmla="*/ 154684 w 2323592"/>
              <a:gd name="connsiteY9" fmla="*/ 26000 h 594531"/>
              <a:gd name="connsiteX0" fmla="*/ 13665 w 2182573"/>
              <a:gd name="connsiteY0" fmla="*/ 26000 h 594531"/>
              <a:gd name="connsiteX1" fmla="*/ 90567 w 2182573"/>
              <a:gd name="connsiteY1" fmla="*/ 0 h 594531"/>
              <a:gd name="connsiteX2" fmla="*/ 2165244 w 2182573"/>
              <a:gd name="connsiteY2" fmla="*/ 12386 h 594531"/>
              <a:gd name="connsiteX3" fmla="*/ 2182570 w 2182573"/>
              <a:gd name="connsiteY3" fmla="*/ 108912 h 594531"/>
              <a:gd name="connsiteX4" fmla="*/ 2165244 w 2182573"/>
              <a:gd name="connsiteY4" fmla="*/ 583886 h 594531"/>
              <a:gd name="connsiteX5" fmla="*/ 2073658 w 2182573"/>
              <a:gd name="connsiteY5" fmla="*/ 594474 h 594531"/>
              <a:gd name="connsiteX6" fmla="*/ 22741 w 2182573"/>
              <a:gd name="connsiteY6" fmla="*/ 583886 h 594531"/>
              <a:gd name="connsiteX7" fmla="*/ 17960 w 2182573"/>
              <a:gd name="connsiteY7" fmla="*/ 403879 h 594531"/>
              <a:gd name="connsiteX8" fmla="*/ 8884 w 2182573"/>
              <a:gd name="connsiteY8" fmla="*/ 235975 h 594531"/>
              <a:gd name="connsiteX9" fmla="*/ 13665 w 2182573"/>
              <a:gd name="connsiteY9" fmla="*/ 26000 h 594531"/>
              <a:gd name="connsiteX0" fmla="*/ 13665 w 2202120"/>
              <a:gd name="connsiteY0" fmla="*/ 26000 h 594531"/>
              <a:gd name="connsiteX1" fmla="*/ 90567 w 2202120"/>
              <a:gd name="connsiteY1" fmla="*/ 0 h 594531"/>
              <a:gd name="connsiteX2" fmla="*/ 2165244 w 2202120"/>
              <a:gd name="connsiteY2" fmla="*/ 12386 h 594531"/>
              <a:gd name="connsiteX3" fmla="*/ 2182570 w 2202120"/>
              <a:gd name="connsiteY3" fmla="*/ 108912 h 594531"/>
              <a:gd name="connsiteX4" fmla="*/ 2192471 w 2202120"/>
              <a:gd name="connsiteY4" fmla="*/ 583886 h 594531"/>
              <a:gd name="connsiteX5" fmla="*/ 2073658 w 2202120"/>
              <a:gd name="connsiteY5" fmla="*/ 594474 h 594531"/>
              <a:gd name="connsiteX6" fmla="*/ 22741 w 2202120"/>
              <a:gd name="connsiteY6" fmla="*/ 583886 h 594531"/>
              <a:gd name="connsiteX7" fmla="*/ 17960 w 2202120"/>
              <a:gd name="connsiteY7" fmla="*/ 403879 h 594531"/>
              <a:gd name="connsiteX8" fmla="*/ 8884 w 2202120"/>
              <a:gd name="connsiteY8" fmla="*/ 235975 h 594531"/>
              <a:gd name="connsiteX9" fmla="*/ 13665 w 2202120"/>
              <a:gd name="connsiteY9" fmla="*/ 26000 h 594531"/>
              <a:gd name="connsiteX0" fmla="*/ 13665 w 2202036"/>
              <a:gd name="connsiteY0" fmla="*/ 26000 h 594531"/>
              <a:gd name="connsiteX1" fmla="*/ 90567 w 2202036"/>
              <a:gd name="connsiteY1" fmla="*/ 0 h 594531"/>
              <a:gd name="connsiteX2" fmla="*/ 2165244 w 2202036"/>
              <a:gd name="connsiteY2" fmla="*/ 12386 h 594531"/>
              <a:gd name="connsiteX3" fmla="*/ 2182570 w 2202036"/>
              <a:gd name="connsiteY3" fmla="*/ 108912 h 594531"/>
              <a:gd name="connsiteX4" fmla="*/ 2191645 w 2202036"/>
              <a:gd name="connsiteY4" fmla="*/ 422031 h 594531"/>
              <a:gd name="connsiteX5" fmla="*/ 2192471 w 2202036"/>
              <a:gd name="connsiteY5" fmla="*/ 583886 h 594531"/>
              <a:gd name="connsiteX6" fmla="*/ 2073658 w 2202036"/>
              <a:gd name="connsiteY6" fmla="*/ 594474 h 594531"/>
              <a:gd name="connsiteX7" fmla="*/ 22741 w 2202036"/>
              <a:gd name="connsiteY7" fmla="*/ 583886 h 594531"/>
              <a:gd name="connsiteX8" fmla="*/ 17960 w 2202036"/>
              <a:gd name="connsiteY8" fmla="*/ 403879 h 594531"/>
              <a:gd name="connsiteX9" fmla="*/ 8884 w 2202036"/>
              <a:gd name="connsiteY9" fmla="*/ 235975 h 594531"/>
              <a:gd name="connsiteX10" fmla="*/ 13665 w 2202036"/>
              <a:gd name="connsiteY10" fmla="*/ 26000 h 594531"/>
              <a:gd name="connsiteX0" fmla="*/ 142254 w 2330625"/>
              <a:gd name="connsiteY0" fmla="*/ 26000 h 594531"/>
              <a:gd name="connsiteX1" fmla="*/ 219156 w 2330625"/>
              <a:gd name="connsiteY1" fmla="*/ 0 h 594531"/>
              <a:gd name="connsiteX2" fmla="*/ 2293833 w 2330625"/>
              <a:gd name="connsiteY2" fmla="*/ 12386 h 594531"/>
              <a:gd name="connsiteX3" fmla="*/ 2311159 w 2330625"/>
              <a:gd name="connsiteY3" fmla="*/ 108912 h 594531"/>
              <a:gd name="connsiteX4" fmla="*/ 2320234 w 2330625"/>
              <a:gd name="connsiteY4" fmla="*/ 422031 h 594531"/>
              <a:gd name="connsiteX5" fmla="*/ 2321060 w 2330625"/>
              <a:gd name="connsiteY5" fmla="*/ 583886 h 594531"/>
              <a:gd name="connsiteX6" fmla="*/ 2202247 w 2330625"/>
              <a:gd name="connsiteY6" fmla="*/ 594474 h 594531"/>
              <a:gd name="connsiteX7" fmla="*/ 151330 w 2330625"/>
              <a:gd name="connsiteY7" fmla="*/ 583886 h 594531"/>
              <a:gd name="connsiteX8" fmla="*/ 155624 w 2330625"/>
              <a:gd name="connsiteY8" fmla="*/ 512790 h 594531"/>
              <a:gd name="connsiteX9" fmla="*/ 146549 w 2330625"/>
              <a:gd name="connsiteY9" fmla="*/ 403879 h 594531"/>
              <a:gd name="connsiteX10" fmla="*/ 137473 w 2330625"/>
              <a:gd name="connsiteY10" fmla="*/ 235975 h 594531"/>
              <a:gd name="connsiteX11" fmla="*/ 142254 w 2330625"/>
              <a:gd name="connsiteY11" fmla="*/ 26000 h 594531"/>
              <a:gd name="connsiteX0" fmla="*/ 13413 w 2201784"/>
              <a:gd name="connsiteY0" fmla="*/ 26000 h 594531"/>
              <a:gd name="connsiteX1" fmla="*/ 90315 w 2201784"/>
              <a:gd name="connsiteY1" fmla="*/ 0 h 594531"/>
              <a:gd name="connsiteX2" fmla="*/ 2164992 w 2201784"/>
              <a:gd name="connsiteY2" fmla="*/ 12386 h 594531"/>
              <a:gd name="connsiteX3" fmla="*/ 2182318 w 2201784"/>
              <a:gd name="connsiteY3" fmla="*/ 108912 h 594531"/>
              <a:gd name="connsiteX4" fmla="*/ 2191393 w 2201784"/>
              <a:gd name="connsiteY4" fmla="*/ 422031 h 594531"/>
              <a:gd name="connsiteX5" fmla="*/ 2192219 w 2201784"/>
              <a:gd name="connsiteY5" fmla="*/ 583886 h 594531"/>
              <a:gd name="connsiteX6" fmla="*/ 2073406 w 2201784"/>
              <a:gd name="connsiteY6" fmla="*/ 594474 h 594531"/>
              <a:gd name="connsiteX7" fmla="*/ 22489 w 2201784"/>
              <a:gd name="connsiteY7" fmla="*/ 583886 h 594531"/>
              <a:gd name="connsiteX8" fmla="*/ 26783 w 2201784"/>
              <a:gd name="connsiteY8" fmla="*/ 512790 h 594531"/>
              <a:gd name="connsiteX9" fmla="*/ 17708 w 2201784"/>
              <a:gd name="connsiteY9" fmla="*/ 403879 h 594531"/>
              <a:gd name="connsiteX10" fmla="*/ 8632 w 2201784"/>
              <a:gd name="connsiteY10" fmla="*/ 235975 h 594531"/>
              <a:gd name="connsiteX11" fmla="*/ 13413 w 2201784"/>
              <a:gd name="connsiteY11" fmla="*/ 26000 h 59453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2201784" h="594531">
                <a:moveTo>
                  <a:pt x="13413" y="26000"/>
                </a:moveTo>
                <a:cubicBezTo>
                  <a:pt x="37534" y="24897"/>
                  <a:pt x="66194" y="1103"/>
                  <a:pt x="90315" y="0"/>
                </a:cubicBezTo>
                <a:lnTo>
                  <a:pt x="2164992" y="12386"/>
                </a:lnTo>
                <a:cubicBezTo>
                  <a:pt x="2164717" y="43049"/>
                  <a:pt x="2182593" y="78249"/>
                  <a:pt x="2182318" y="108912"/>
                </a:cubicBezTo>
                <a:cubicBezTo>
                  <a:pt x="2188231" y="177186"/>
                  <a:pt x="2189743" y="342869"/>
                  <a:pt x="2191393" y="422031"/>
                </a:cubicBezTo>
                <a:cubicBezTo>
                  <a:pt x="2193043" y="501193"/>
                  <a:pt x="2213396" y="555146"/>
                  <a:pt x="2192219" y="583886"/>
                </a:cubicBezTo>
                <a:cubicBezTo>
                  <a:pt x="2172279" y="582877"/>
                  <a:pt x="2093346" y="595483"/>
                  <a:pt x="2073406" y="594474"/>
                </a:cubicBezTo>
                <a:lnTo>
                  <a:pt x="22489" y="583886"/>
                </a:lnTo>
                <a:cubicBezTo>
                  <a:pt x="5849" y="592962"/>
                  <a:pt x="27580" y="542791"/>
                  <a:pt x="26783" y="512790"/>
                </a:cubicBezTo>
                <a:cubicBezTo>
                  <a:pt x="25986" y="482789"/>
                  <a:pt x="18464" y="450015"/>
                  <a:pt x="17708" y="403879"/>
                </a:cubicBezTo>
                <a:cubicBezTo>
                  <a:pt x="16952" y="357743"/>
                  <a:pt x="-14855" y="308787"/>
                  <a:pt x="8632" y="235975"/>
                </a:cubicBezTo>
                <a:cubicBezTo>
                  <a:pt x="7119" y="142994"/>
                  <a:pt x="-201" y="65329"/>
                  <a:pt x="13413" y="26000"/>
                </a:cubicBezTo>
                <a:close/>
              </a:path>
            </a:pathLst>
          </a:custGeom>
          <a:solidFill>
            <a:srgbClr val="D9D4D0">
              <a:alpha val="60000"/>
            </a:srgbClr>
          </a:solidFill>
          <a:ln>
            <a:noFill/>
          </a:ln>
          <a:effectLst>
            <a:softEdge rad="635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aphicFrame>
        <p:nvGraphicFramePr>
          <p:cNvPr id="17" name="Content Placeholder 3">
            <a:extLst>
              <a:ext uri="{FF2B5EF4-FFF2-40B4-BE49-F238E27FC236}">
                <a16:creationId xmlns:a16="http://schemas.microsoft.com/office/drawing/2014/main" id="{CAA1DAAF-D261-1570-C48F-3A52D25C59F9}"/>
              </a:ext>
            </a:extLst>
          </p:cNvPr>
          <p:cNvGraphicFramePr>
            <a:graphicFrameLocks noGrp="1"/>
          </p:cNvGraphicFramePr>
          <p:nvPr>
            <p:ph idx="1"/>
            <p:extLst>
              <p:ext uri="{D42A27DB-BD31-4B8C-83A1-F6EECF244321}">
                <p14:modId xmlns:p14="http://schemas.microsoft.com/office/powerpoint/2010/main" val="230739139"/>
              </p:ext>
            </p:extLst>
          </p:nvPr>
        </p:nvGraphicFramePr>
        <p:xfrm>
          <a:off x="1959310" y="2924174"/>
          <a:ext cx="8273380" cy="2828925"/>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529337803"/>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13" name="Rectangle 112">
            <a:extLst>
              <a:ext uri="{FF2B5EF4-FFF2-40B4-BE49-F238E27FC236}">
                <a16:creationId xmlns:a16="http://schemas.microsoft.com/office/drawing/2014/main" id="{16AC3602-3348-4F31-9E43-076B03514EC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1690688"/>
          </a:xfrm>
          <a:prstGeom prst="rect">
            <a:avLst/>
          </a:prstGeom>
          <a:gradFill flip="none" rotWithShape="1">
            <a:gsLst>
              <a:gs pos="0">
                <a:schemeClr val="accent1"/>
              </a:gs>
              <a:gs pos="100000">
                <a:schemeClr val="accent2"/>
              </a:gs>
            </a:gsLst>
            <a:lin ang="27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0F14EAE7-F0FC-E1B1-9386-32DF7E96B83C}"/>
              </a:ext>
            </a:extLst>
          </p:cNvPr>
          <p:cNvSpPr>
            <a:spLocks noGrp="1"/>
          </p:cNvSpPr>
          <p:nvPr>
            <p:ph type="title"/>
          </p:nvPr>
        </p:nvSpPr>
        <p:spPr>
          <a:xfrm>
            <a:off x="838201" y="300580"/>
            <a:ext cx="9829800" cy="1089529"/>
          </a:xfrm>
        </p:spPr>
        <p:txBody>
          <a:bodyPr>
            <a:normAutofit/>
          </a:bodyPr>
          <a:lstStyle/>
          <a:p>
            <a:r>
              <a:rPr lang="en-IN" sz="3600">
                <a:solidFill>
                  <a:srgbClr val="FFFFFF"/>
                </a:solidFill>
              </a:rPr>
              <a:t>Repository</a:t>
            </a:r>
          </a:p>
        </p:txBody>
      </p:sp>
      <p:sp>
        <p:nvSpPr>
          <p:cNvPr id="115" name="Graphic 11">
            <a:extLst>
              <a:ext uri="{FF2B5EF4-FFF2-40B4-BE49-F238E27FC236}">
                <a16:creationId xmlns:a16="http://schemas.microsoft.com/office/drawing/2014/main" id="{394094B0-A6C9-44BE-9042-66EF0612F62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903882" y="591829"/>
            <a:ext cx="139039" cy="139039"/>
          </a:xfrm>
          <a:custGeom>
            <a:avLst/>
            <a:gdLst>
              <a:gd name="connsiteX0" fmla="*/ 129602 w 139039"/>
              <a:gd name="connsiteY0" fmla="*/ 60082 h 139039"/>
              <a:gd name="connsiteX1" fmla="*/ 78957 w 139039"/>
              <a:gd name="connsiteY1" fmla="*/ 60082 h 139039"/>
              <a:gd name="connsiteX2" fmla="*/ 78957 w 139039"/>
              <a:gd name="connsiteY2" fmla="*/ 9437 h 139039"/>
              <a:gd name="connsiteX3" fmla="*/ 69520 w 139039"/>
              <a:gd name="connsiteY3" fmla="*/ 0 h 139039"/>
              <a:gd name="connsiteX4" fmla="*/ 60082 w 139039"/>
              <a:gd name="connsiteY4" fmla="*/ 9437 h 139039"/>
              <a:gd name="connsiteX5" fmla="*/ 60082 w 139039"/>
              <a:gd name="connsiteY5" fmla="*/ 60082 h 139039"/>
              <a:gd name="connsiteX6" fmla="*/ 9437 w 139039"/>
              <a:gd name="connsiteY6" fmla="*/ 60082 h 139039"/>
              <a:gd name="connsiteX7" fmla="*/ 0 w 139039"/>
              <a:gd name="connsiteY7" fmla="*/ 69520 h 139039"/>
              <a:gd name="connsiteX8" fmla="*/ 9437 w 139039"/>
              <a:gd name="connsiteY8" fmla="*/ 78957 h 139039"/>
              <a:gd name="connsiteX9" fmla="*/ 60082 w 139039"/>
              <a:gd name="connsiteY9" fmla="*/ 78957 h 139039"/>
              <a:gd name="connsiteX10" fmla="*/ 60082 w 139039"/>
              <a:gd name="connsiteY10" fmla="*/ 129602 h 139039"/>
              <a:gd name="connsiteX11" fmla="*/ 69520 w 139039"/>
              <a:gd name="connsiteY11" fmla="*/ 139039 h 139039"/>
              <a:gd name="connsiteX12" fmla="*/ 78957 w 139039"/>
              <a:gd name="connsiteY12" fmla="*/ 129602 h 139039"/>
              <a:gd name="connsiteX13" fmla="*/ 78957 w 139039"/>
              <a:gd name="connsiteY13" fmla="*/ 78957 h 139039"/>
              <a:gd name="connsiteX14" fmla="*/ 129602 w 139039"/>
              <a:gd name="connsiteY14" fmla="*/ 78957 h 139039"/>
              <a:gd name="connsiteX15" fmla="*/ 139039 w 139039"/>
              <a:gd name="connsiteY15" fmla="*/ 69520 h 139039"/>
              <a:gd name="connsiteX16" fmla="*/ 129602 w 139039"/>
              <a:gd name="connsiteY16" fmla="*/ 60082 h 1390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139039" h="139039">
                <a:moveTo>
                  <a:pt x="129602" y="60082"/>
                </a:moveTo>
                <a:lnTo>
                  <a:pt x="78957" y="60082"/>
                </a:lnTo>
                <a:lnTo>
                  <a:pt x="78957" y="9437"/>
                </a:lnTo>
                <a:cubicBezTo>
                  <a:pt x="78957" y="4225"/>
                  <a:pt x="74731" y="0"/>
                  <a:pt x="69520" y="0"/>
                </a:cubicBezTo>
                <a:cubicBezTo>
                  <a:pt x="64308" y="0"/>
                  <a:pt x="60082" y="4225"/>
                  <a:pt x="60082" y="9437"/>
                </a:cubicBezTo>
                <a:lnTo>
                  <a:pt x="60082" y="60082"/>
                </a:lnTo>
                <a:lnTo>
                  <a:pt x="9437" y="60082"/>
                </a:lnTo>
                <a:cubicBezTo>
                  <a:pt x="4225" y="60082"/>
                  <a:pt x="0" y="64308"/>
                  <a:pt x="0" y="69520"/>
                </a:cubicBezTo>
                <a:cubicBezTo>
                  <a:pt x="0" y="74731"/>
                  <a:pt x="4225" y="78957"/>
                  <a:pt x="9437" y="78957"/>
                </a:cubicBezTo>
                <a:lnTo>
                  <a:pt x="60082" y="78957"/>
                </a:lnTo>
                <a:lnTo>
                  <a:pt x="60082" y="129602"/>
                </a:lnTo>
                <a:cubicBezTo>
                  <a:pt x="60082" y="134814"/>
                  <a:pt x="64308" y="139039"/>
                  <a:pt x="69520" y="139039"/>
                </a:cubicBezTo>
                <a:cubicBezTo>
                  <a:pt x="74731" y="139039"/>
                  <a:pt x="78957" y="134814"/>
                  <a:pt x="78957" y="129602"/>
                </a:cubicBezTo>
                <a:lnTo>
                  <a:pt x="78957" y="78957"/>
                </a:lnTo>
                <a:lnTo>
                  <a:pt x="129602" y="78957"/>
                </a:lnTo>
                <a:cubicBezTo>
                  <a:pt x="134814" y="78957"/>
                  <a:pt x="139039" y="74731"/>
                  <a:pt x="139039" y="69520"/>
                </a:cubicBezTo>
                <a:cubicBezTo>
                  <a:pt x="139039" y="64308"/>
                  <a:pt x="134814" y="60082"/>
                  <a:pt x="129602" y="60082"/>
                </a:cubicBezTo>
                <a:close/>
              </a:path>
            </a:pathLst>
          </a:custGeom>
          <a:solidFill>
            <a:srgbClr val="FFFFFF"/>
          </a:solidFill>
          <a:ln w="603" cap="flat">
            <a:noFill/>
            <a:prstDash val="solid"/>
            <a:miter/>
          </a:ln>
        </p:spPr>
        <p:txBody>
          <a:bodyPr rtlCol="0" anchor="ctr"/>
          <a:lstStyle/>
          <a:p>
            <a:endParaRPr lang="en-US"/>
          </a:p>
        </p:txBody>
      </p:sp>
      <p:sp>
        <p:nvSpPr>
          <p:cNvPr id="117" name="Graphic 10">
            <a:extLst>
              <a:ext uri="{FF2B5EF4-FFF2-40B4-BE49-F238E27FC236}">
                <a16:creationId xmlns:a16="http://schemas.microsoft.com/office/drawing/2014/main" id="{64C2CA96-0B16-4AA7-B340-33044D23859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1262662" y="821124"/>
            <a:ext cx="91138" cy="91138"/>
          </a:xfrm>
          <a:custGeom>
            <a:avLst/>
            <a:gdLst>
              <a:gd name="connsiteX0" fmla="*/ 91138 w 91138"/>
              <a:gd name="connsiteY0" fmla="*/ 45569 h 91138"/>
              <a:gd name="connsiteX1" fmla="*/ 45569 w 91138"/>
              <a:gd name="connsiteY1" fmla="*/ 91138 h 91138"/>
              <a:gd name="connsiteX2" fmla="*/ 0 w 91138"/>
              <a:gd name="connsiteY2" fmla="*/ 45569 h 91138"/>
              <a:gd name="connsiteX3" fmla="*/ 45569 w 91138"/>
              <a:gd name="connsiteY3" fmla="*/ 0 h 91138"/>
              <a:gd name="connsiteX4" fmla="*/ 91138 w 91138"/>
              <a:gd name="connsiteY4" fmla="*/ 45569 h 9113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1138" h="91138">
                <a:moveTo>
                  <a:pt x="91138" y="45569"/>
                </a:moveTo>
                <a:cubicBezTo>
                  <a:pt x="91138" y="70736"/>
                  <a:pt x="70736" y="91138"/>
                  <a:pt x="45569" y="91138"/>
                </a:cubicBezTo>
                <a:cubicBezTo>
                  <a:pt x="20402" y="91138"/>
                  <a:pt x="0" y="70736"/>
                  <a:pt x="0" y="45569"/>
                </a:cubicBezTo>
                <a:cubicBezTo>
                  <a:pt x="0" y="20402"/>
                  <a:pt x="20402" y="0"/>
                  <a:pt x="45569" y="0"/>
                </a:cubicBezTo>
                <a:cubicBezTo>
                  <a:pt x="70736" y="0"/>
                  <a:pt x="91138" y="20402"/>
                  <a:pt x="91138" y="45569"/>
                </a:cubicBezTo>
                <a:close/>
              </a:path>
            </a:pathLst>
          </a:custGeom>
          <a:solidFill>
            <a:srgbClr val="FFFFFF"/>
          </a:solidFill>
          <a:ln w="422" cap="flat">
            <a:noFill/>
            <a:prstDash val="solid"/>
            <a:miter/>
          </a:ln>
        </p:spPr>
        <p:txBody>
          <a:bodyPr rtlCol="0" anchor="ctr"/>
          <a:lstStyle/>
          <a:p>
            <a:endParaRPr lang="en-US"/>
          </a:p>
        </p:txBody>
      </p:sp>
      <p:sp>
        <p:nvSpPr>
          <p:cNvPr id="119" name="Graphic 12">
            <a:extLst>
              <a:ext uri="{FF2B5EF4-FFF2-40B4-BE49-F238E27FC236}">
                <a16:creationId xmlns:a16="http://schemas.microsoft.com/office/drawing/2014/main" id="{1D50D7A8-F1D5-4306-8A9B-DD7A73EB8BC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888342" y="1336268"/>
            <a:ext cx="127714" cy="127714"/>
          </a:xfrm>
          <a:custGeom>
            <a:avLst/>
            <a:gdLst>
              <a:gd name="connsiteX0" fmla="*/ 63857 w 127714"/>
              <a:gd name="connsiteY0" fmla="*/ 18874 h 127714"/>
              <a:gd name="connsiteX1" fmla="*/ 108840 w 127714"/>
              <a:gd name="connsiteY1" fmla="*/ 63857 h 127714"/>
              <a:gd name="connsiteX2" fmla="*/ 63857 w 127714"/>
              <a:gd name="connsiteY2" fmla="*/ 108840 h 127714"/>
              <a:gd name="connsiteX3" fmla="*/ 18874 w 127714"/>
              <a:gd name="connsiteY3" fmla="*/ 63857 h 127714"/>
              <a:gd name="connsiteX4" fmla="*/ 63857 w 127714"/>
              <a:gd name="connsiteY4" fmla="*/ 18874 h 127714"/>
              <a:gd name="connsiteX5" fmla="*/ 63857 w 127714"/>
              <a:gd name="connsiteY5" fmla="*/ 0 h 127714"/>
              <a:gd name="connsiteX6" fmla="*/ 0 w 127714"/>
              <a:gd name="connsiteY6" fmla="*/ 63857 h 127714"/>
              <a:gd name="connsiteX7" fmla="*/ 63857 w 127714"/>
              <a:gd name="connsiteY7" fmla="*/ 127714 h 127714"/>
              <a:gd name="connsiteX8" fmla="*/ 127714 w 127714"/>
              <a:gd name="connsiteY8" fmla="*/ 63857 h 127714"/>
              <a:gd name="connsiteX9" fmla="*/ 63857 w 127714"/>
              <a:gd name="connsiteY9" fmla="*/ 0 h 1277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27714" h="127714">
                <a:moveTo>
                  <a:pt x="63857" y="18874"/>
                </a:moveTo>
                <a:cubicBezTo>
                  <a:pt x="88700" y="18874"/>
                  <a:pt x="108840" y="39014"/>
                  <a:pt x="108840" y="63857"/>
                </a:cubicBezTo>
                <a:cubicBezTo>
                  <a:pt x="108840" y="88700"/>
                  <a:pt x="88700" y="108840"/>
                  <a:pt x="63857" y="108840"/>
                </a:cubicBezTo>
                <a:cubicBezTo>
                  <a:pt x="39014" y="108840"/>
                  <a:pt x="18874" y="88700"/>
                  <a:pt x="18874" y="63857"/>
                </a:cubicBezTo>
                <a:cubicBezTo>
                  <a:pt x="18898" y="39024"/>
                  <a:pt x="39024" y="18898"/>
                  <a:pt x="63857" y="18874"/>
                </a:cubicBezTo>
                <a:moveTo>
                  <a:pt x="63857" y="0"/>
                </a:moveTo>
                <a:cubicBezTo>
                  <a:pt x="28590" y="0"/>
                  <a:pt x="0" y="28590"/>
                  <a:pt x="0" y="63857"/>
                </a:cubicBezTo>
                <a:cubicBezTo>
                  <a:pt x="0" y="99124"/>
                  <a:pt x="28590" y="127714"/>
                  <a:pt x="63857" y="127714"/>
                </a:cubicBezTo>
                <a:cubicBezTo>
                  <a:pt x="99124" y="127714"/>
                  <a:pt x="127714" y="99124"/>
                  <a:pt x="127714" y="63857"/>
                </a:cubicBezTo>
                <a:cubicBezTo>
                  <a:pt x="127714" y="28590"/>
                  <a:pt x="99124" y="0"/>
                  <a:pt x="63857" y="0"/>
                </a:cubicBezTo>
                <a:close/>
              </a:path>
            </a:pathLst>
          </a:custGeom>
          <a:solidFill>
            <a:srgbClr val="FFFFFF"/>
          </a:solidFill>
          <a:ln w="610" cap="flat">
            <a:noFill/>
            <a:prstDash val="solid"/>
            <a:miter/>
          </a:ln>
        </p:spPr>
        <p:txBody>
          <a:bodyPr rtlCol="0" anchor="ctr"/>
          <a:lstStyle/>
          <a:p>
            <a:endParaRPr lang="en-US"/>
          </a:p>
        </p:txBody>
      </p:sp>
      <p:graphicFrame>
        <p:nvGraphicFramePr>
          <p:cNvPr id="22" name="Content Placeholder 2">
            <a:extLst>
              <a:ext uri="{FF2B5EF4-FFF2-40B4-BE49-F238E27FC236}">
                <a16:creationId xmlns:a16="http://schemas.microsoft.com/office/drawing/2014/main" id="{407271E1-4460-A95F-3D19-21633B38A4AF}"/>
              </a:ext>
            </a:extLst>
          </p:cNvPr>
          <p:cNvGraphicFramePr>
            <a:graphicFrameLocks noGrp="1"/>
          </p:cNvGraphicFramePr>
          <p:nvPr>
            <p:ph idx="1"/>
            <p:extLst>
              <p:ext uri="{D42A27DB-BD31-4B8C-83A1-F6EECF244321}">
                <p14:modId xmlns:p14="http://schemas.microsoft.com/office/powerpoint/2010/main" val="859525114"/>
              </p:ext>
            </p:extLst>
          </p:nvPr>
        </p:nvGraphicFramePr>
        <p:xfrm>
          <a:off x="838200" y="1902196"/>
          <a:ext cx="10515600" cy="4443577"/>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3532303203"/>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41" name="Rectangle 40">
            <a:extLst>
              <a:ext uri="{FF2B5EF4-FFF2-40B4-BE49-F238E27FC236}">
                <a16:creationId xmlns:a16="http://schemas.microsoft.com/office/drawing/2014/main" id="{BACC6370-2D7E-4714-9D71-7542949D7D5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3" name="Rectangle 42">
            <a:extLst>
              <a:ext uri="{FF2B5EF4-FFF2-40B4-BE49-F238E27FC236}">
                <a16:creationId xmlns:a16="http://schemas.microsoft.com/office/drawing/2014/main" id="{F68B3F68-107C-434F-AA38-110D5EA91B8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2" y="0"/>
            <a:ext cx="12191998" cy="1575955"/>
          </a:xfrm>
          <a:prstGeom prst="rect">
            <a:avLst/>
          </a:prstGeom>
          <a:gradFill>
            <a:gsLst>
              <a:gs pos="0">
                <a:srgbClr val="000000">
                  <a:alpha val="96000"/>
                </a:srgbClr>
              </a:gs>
              <a:gs pos="100000">
                <a:schemeClr val="accent1">
                  <a:lumMod val="75000"/>
                </a:schemeClr>
              </a:gs>
            </a:gsLst>
            <a:lin ang="8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5" name="Rectangle 44">
            <a:extLst>
              <a:ext uri="{FF2B5EF4-FFF2-40B4-BE49-F238E27FC236}">
                <a16:creationId xmlns:a16="http://schemas.microsoft.com/office/drawing/2014/main" id="{AAD0DBB9-1A4B-4391-81D4-CB19F9AB918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8128857" y="0"/>
            <a:ext cx="4063143" cy="1576412"/>
          </a:xfrm>
          <a:prstGeom prst="rect">
            <a:avLst/>
          </a:prstGeom>
          <a:gradFill>
            <a:gsLst>
              <a:gs pos="19000">
                <a:schemeClr val="accent1">
                  <a:lumMod val="50000"/>
                  <a:alpha val="68000"/>
                </a:schemeClr>
              </a:gs>
              <a:gs pos="100000">
                <a:schemeClr val="accent1">
                  <a:alpha val="79000"/>
                </a:schemeClr>
              </a:gs>
            </a:gsLst>
            <a:lin ang="19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7" name="Rectangle 46">
            <a:extLst>
              <a:ext uri="{FF2B5EF4-FFF2-40B4-BE49-F238E27FC236}">
                <a16:creationId xmlns:a16="http://schemas.microsoft.com/office/drawing/2014/main" id="{063BBA22-50EA-4C4D-BE05-F1CE4E63AA5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5307777" y="-5307778"/>
            <a:ext cx="1576446" cy="12192002"/>
          </a:xfrm>
          <a:prstGeom prst="rect">
            <a:avLst/>
          </a:prstGeom>
          <a:gradFill>
            <a:gsLst>
              <a:gs pos="23000">
                <a:schemeClr val="accent1">
                  <a:alpha val="0"/>
                </a:schemeClr>
              </a:gs>
              <a:gs pos="99000">
                <a:srgbClr val="000000">
                  <a:alpha val="74000"/>
                </a:srgbClr>
              </a:gs>
            </a:gsLst>
            <a:lin ang="20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66FB5A2E-89EB-80FC-8610-36D190DBDE01}"/>
              </a:ext>
            </a:extLst>
          </p:cNvPr>
          <p:cNvSpPr>
            <a:spLocks noGrp="1"/>
          </p:cNvSpPr>
          <p:nvPr>
            <p:ph type="title"/>
          </p:nvPr>
        </p:nvSpPr>
        <p:spPr>
          <a:xfrm>
            <a:off x="1371597" y="348865"/>
            <a:ext cx="10044023" cy="877729"/>
          </a:xfrm>
        </p:spPr>
        <p:txBody>
          <a:bodyPr anchor="ctr">
            <a:normAutofit/>
          </a:bodyPr>
          <a:lstStyle/>
          <a:p>
            <a:r>
              <a:rPr lang="en-IN" sz="4000">
                <a:solidFill>
                  <a:srgbClr val="FFFFFF"/>
                </a:solidFill>
              </a:rPr>
              <a:t>Commit</a:t>
            </a:r>
          </a:p>
        </p:txBody>
      </p:sp>
      <p:graphicFrame>
        <p:nvGraphicFramePr>
          <p:cNvPr id="37" name="Content Placeholder 2">
            <a:extLst>
              <a:ext uri="{FF2B5EF4-FFF2-40B4-BE49-F238E27FC236}">
                <a16:creationId xmlns:a16="http://schemas.microsoft.com/office/drawing/2014/main" id="{7F12BD72-8FBF-3ACC-67CC-AB4132DBAE4F}"/>
              </a:ext>
            </a:extLst>
          </p:cNvPr>
          <p:cNvGraphicFramePr>
            <a:graphicFrameLocks noGrp="1"/>
          </p:cNvGraphicFramePr>
          <p:nvPr>
            <p:ph idx="1"/>
            <p:extLst>
              <p:ext uri="{D42A27DB-BD31-4B8C-83A1-F6EECF244321}">
                <p14:modId xmlns:p14="http://schemas.microsoft.com/office/powerpoint/2010/main" val="1027185157"/>
              </p:ext>
            </p:extLst>
          </p:nvPr>
        </p:nvGraphicFramePr>
        <p:xfrm>
          <a:off x="644056" y="1683089"/>
          <a:ext cx="10927829" cy="4192805"/>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2308511785"/>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56" name="Rectangle 55">
            <a:extLst>
              <a:ext uri="{FF2B5EF4-FFF2-40B4-BE49-F238E27FC236}">
                <a16:creationId xmlns:a16="http://schemas.microsoft.com/office/drawing/2014/main" id="{70DFC902-7D23-471A-B557-B6B6917D7A0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 y="-5705"/>
            <a:ext cx="12191990" cy="1694346"/>
          </a:xfrm>
          <a:prstGeom prst="rect">
            <a:avLst/>
          </a:prstGeom>
          <a:solidFill>
            <a:schemeClr val="tx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66FB5A2E-89EB-80FC-8610-36D190DBDE01}"/>
              </a:ext>
            </a:extLst>
          </p:cNvPr>
          <p:cNvSpPr>
            <a:spLocks noGrp="1"/>
          </p:cNvSpPr>
          <p:nvPr>
            <p:ph type="title"/>
          </p:nvPr>
        </p:nvSpPr>
        <p:spPr>
          <a:xfrm>
            <a:off x="1156851" y="637762"/>
            <a:ext cx="9888496" cy="900131"/>
          </a:xfrm>
        </p:spPr>
        <p:txBody>
          <a:bodyPr anchor="t">
            <a:normAutofit/>
          </a:bodyPr>
          <a:lstStyle/>
          <a:p>
            <a:r>
              <a:rPr lang="en-IN" sz="4000">
                <a:solidFill>
                  <a:schemeClr val="bg1"/>
                </a:solidFill>
              </a:rPr>
              <a:t>Commit</a:t>
            </a:r>
          </a:p>
        </p:txBody>
      </p:sp>
      <p:sp>
        <p:nvSpPr>
          <p:cNvPr id="58" name="Rectangle 57">
            <a:extLst>
              <a:ext uri="{FF2B5EF4-FFF2-40B4-BE49-F238E27FC236}">
                <a16:creationId xmlns:a16="http://schemas.microsoft.com/office/drawing/2014/main" id="{A55D5633-D557-4DCA-982C-FF36EB7A1C0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688641"/>
            <a:ext cx="12191990" cy="5169359"/>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0" name="Rectangle 59">
            <a:extLst>
              <a:ext uri="{FF2B5EF4-FFF2-40B4-BE49-F238E27FC236}">
                <a16:creationId xmlns:a16="http://schemas.microsoft.com/office/drawing/2014/main" id="{450D3AD2-FA80-415F-A9CE-54D884561CD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156851" y="2010758"/>
            <a:ext cx="457190" cy="45719"/>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Content Placeholder 2">
            <a:extLst>
              <a:ext uri="{FF2B5EF4-FFF2-40B4-BE49-F238E27FC236}">
                <a16:creationId xmlns:a16="http://schemas.microsoft.com/office/drawing/2014/main" id="{B9C750F3-CFEF-A38D-A733-0480D84A9A66}"/>
              </a:ext>
            </a:extLst>
          </p:cNvPr>
          <p:cNvSpPr>
            <a:spLocks noGrp="1"/>
          </p:cNvSpPr>
          <p:nvPr>
            <p:ph idx="1"/>
          </p:nvPr>
        </p:nvSpPr>
        <p:spPr>
          <a:xfrm>
            <a:off x="1155548" y="2217343"/>
            <a:ext cx="9880893" cy="3959619"/>
          </a:xfrm>
        </p:spPr>
        <p:txBody>
          <a:bodyPr>
            <a:normAutofit/>
          </a:bodyPr>
          <a:lstStyle/>
          <a:p>
            <a:r>
              <a:rPr lang="en-US" sz="3000" dirty="0">
                <a:latin typeface="Abadi" panose="020B0604020104020204" pitchFamily="34" charset="0"/>
              </a:rPr>
              <a:t>Committed files are saved with the following key information:</a:t>
            </a:r>
          </a:p>
          <a:p>
            <a:pPr lvl="1"/>
            <a:r>
              <a:rPr lang="en-US" sz="3000" b="1" dirty="0">
                <a:latin typeface="Abadi" panose="020B0604020104020204" pitchFamily="34" charset="0"/>
              </a:rPr>
              <a:t>Commit hash</a:t>
            </a:r>
            <a:r>
              <a:rPr lang="en-US" sz="3000" dirty="0">
                <a:latin typeface="Abadi" panose="020B0604020104020204" pitchFamily="34" charset="0"/>
              </a:rPr>
              <a:t>: Unique number to identify each commit</a:t>
            </a:r>
          </a:p>
          <a:p>
            <a:pPr lvl="1"/>
            <a:r>
              <a:rPr lang="en-US" sz="3000" b="1" dirty="0">
                <a:latin typeface="Abadi" panose="020B0604020104020204" pitchFamily="34" charset="0"/>
              </a:rPr>
              <a:t>Author information</a:t>
            </a:r>
            <a:r>
              <a:rPr lang="en-US" sz="3000" dirty="0">
                <a:latin typeface="Abadi" panose="020B0604020104020204" pitchFamily="34" charset="0"/>
              </a:rPr>
              <a:t>: Name and email address of the person who made the commit</a:t>
            </a:r>
          </a:p>
          <a:p>
            <a:pPr lvl="1"/>
            <a:r>
              <a:rPr lang="en-US" sz="3000" b="1" dirty="0">
                <a:latin typeface="Abadi" panose="020B0604020104020204" pitchFamily="34" charset="0"/>
              </a:rPr>
              <a:t>Date and time</a:t>
            </a:r>
            <a:r>
              <a:rPr lang="en-US" sz="3000" dirty="0">
                <a:latin typeface="Abadi" panose="020B0604020104020204" pitchFamily="34" charset="0"/>
              </a:rPr>
              <a:t>: Timing of each commit</a:t>
            </a:r>
          </a:p>
          <a:p>
            <a:pPr lvl="1"/>
            <a:r>
              <a:rPr lang="en-US" sz="3000" b="1" dirty="0">
                <a:latin typeface="Abadi" panose="020B0604020104020204" pitchFamily="34" charset="0"/>
              </a:rPr>
              <a:t>Commit message</a:t>
            </a:r>
            <a:r>
              <a:rPr lang="en-US" sz="3000" dirty="0">
                <a:latin typeface="Abadi" panose="020B0604020104020204" pitchFamily="34" charset="0"/>
              </a:rPr>
              <a:t>: Short title and description about the commit</a:t>
            </a:r>
            <a:endParaRPr lang="en-IN" sz="3000" dirty="0">
              <a:latin typeface="Abadi" panose="020B0604020104020204" pitchFamily="34" charset="0"/>
            </a:endParaRPr>
          </a:p>
        </p:txBody>
      </p:sp>
    </p:spTree>
    <p:extLst>
      <p:ext uri="{BB962C8B-B14F-4D97-AF65-F5344CB8AC3E}">
        <p14:creationId xmlns:p14="http://schemas.microsoft.com/office/powerpoint/2010/main" val="2053362146"/>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943CAA20-3569-4189-9E48-239A229A86C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Title 3">
            <a:extLst>
              <a:ext uri="{FF2B5EF4-FFF2-40B4-BE49-F238E27FC236}">
                <a16:creationId xmlns:a16="http://schemas.microsoft.com/office/drawing/2014/main" id="{FED42317-8755-C21C-ABA4-70E8C3119CA8}"/>
              </a:ext>
            </a:extLst>
          </p:cNvPr>
          <p:cNvSpPr>
            <a:spLocks noGrp="1"/>
          </p:cNvSpPr>
          <p:nvPr>
            <p:ph type="title"/>
          </p:nvPr>
        </p:nvSpPr>
        <p:spPr>
          <a:xfrm>
            <a:off x="838200" y="451381"/>
            <a:ext cx="10512552" cy="4066540"/>
          </a:xfrm>
        </p:spPr>
        <p:txBody>
          <a:bodyPr vert="horz" lIns="91440" tIns="45720" rIns="91440" bIns="45720" rtlCol="0" anchor="b">
            <a:normAutofit/>
          </a:bodyPr>
          <a:lstStyle/>
          <a:p>
            <a:r>
              <a:rPr lang="en-US" sz="6600" kern="1200">
                <a:solidFill>
                  <a:schemeClr val="tx1"/>
                </a:solidFill>
                <a:latin typeface="+mj-lt"/>
                <a:ea typeface="+mj-ea"/>
                <a:cs typeface="+mj-cs"/>
              </a:rPr>
              <a:t>How To Save Versions in Git?</a:t>
            </a:r>
          </a:p>
        </p:txBody>
      </p:sp>
      <p:sp>
        <p:nvSpPr>
          <p:cNvPr id="11" name="sketch line">
            <a:extLst>
              <a:ext uri="{FF2B5EF4-FFF2-40B4-BE49-F238E27FC236}">
                <a16:creationId xmlns:a16="http://schemas.microsoft.com/office/drawing/2014/main" id="{DA542B6D-E775-4832-91DC-2D20F857813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38200" y="4718595"/>
            <a:ext cx="5410200" cy="18288"/>
          </a:xfrm>
          <a:custGeom>
            <a:avLst/>
            <a:gdLst>
              <a:gd name="connsiteX0" fmla="*/ 0 w 5410200"/>
              <a:gd name="connsiteY0" fmla="*/ 0 h 18288"/>
              <a:gd name="connsiteX1" fmla="*/ 568071 w 5410200"/>
              <a:gd name="connsiteY1" fmla="*/ 0 h 18288"/>
              <a:gd name="connsiteX2" fmla="*/ 1298448 w 5410200"/>
              <a:gd name="connsiteY2" fmla="*/ 0 h 18288"/>
              <a:gd name="connsiteX3" fmla="*/ 1920621 w 5410200"/>
              <a:gd name="connsiteY3" fmla="*/ 0 h 18288"/>
              <a:gd name="connsiteX4" fmla="*/ 2488692 w 5410200"/>
              <a:gd name="connsiteY4" fmla="*/ 0 h 18288"/>
              <a:gd name="connsiteX5" fmla="*/ 3219069 w 5410200"/>
              <a:gd name="connsiteY5" fmla="*/ 0 h 18288"/>
              <a:gd name="connsiteX6" fmla="*/ 3895344 w 5410200"/>
              <a:gd name="connsiteY6" fmla="*/ 0 h 18288"/>
              <a:gd name="connsiteX7" fmla="*/ 4571619 w 5410200"/>
              <a:gd name="connsiteY7" fmla="*/ 0 h 18288"/>
              <a:gd name="connsiteX8" fmla="*/ 5410200 w 5410200"/>
              <a:gd name="connsiteY8" fmla="*/ 0 h 18288"/>
              <a:gd name="connsiteX9" fmla="*/ 5410200 w 5410200"/>
              <a:gd name="connsiteY9" fmla="*/ 18288 h 18288"/>
              <a:gd name="connsiteX10" fmla="*/ 4842129 w 5410200"/>
              <a:gd name="connsiteY10" fmla="*/ 18288 h 18288"/>
              <a:gd name="connsiteX11" fmla="*/ 4328160 w 5410200"/>
              <a:gd name="connsiteY11" fmla="*/ 18288 h 18288"/>
              <a:gd name="connsiteX12" fmla="*/ 3597783 w 5410200"/>
              <a:gd name="connsiteY12" fmla="*/ 18288 h 18288"/>
              <a:gd name="connsiteX13" fmla="*/ 3029712 w 5410200"/>
              <a:gd name="connsiteY13" fmla="*/ 18288 h 18288"/>
              <a:gd name="connsiteX14" fmla="*/ 2299335 w 5410200"/>
              <a:gd name="connsiteY14" fmla="*/ 18288 h 18288"/>
              <a:gd name="connsiteX15" fmla="*/ 1514856 w 5410200"/>
              <a:gd name="connsiteY15" fmla="*/ 18288 h 18288"/>
              <a:gd name="connsiteX16" fmla="*/ 892683 w 5410200"/>
              <a:gd name="connsiteY16" fmla="*/ 18288 h 18288"/>
              <a:gd name="connsiteX17" fmla="*/ 0 w 5410200"/>
              <a:gd name="connsiteY17" fmla="*/ 18288 h 18288"/>
              <a:gd name="connsiteX18" fmla="*/ 0 w 5410200"/>
              <a:gd name="connsiteY18" fmla="*/ 0 h 182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5410200" h="18288" fill="none" extrusionOk="0">
                <a:moveTo>
                  <a:pt x="0" y="0"/>
                </a:moveTo>
                <a:cubicBezTo>
                  <a:pt x="163050" y="-18707"/>
                  <a:pt x="319321" y="-16364"/>
                  <a:pt x="568071" y="0"/>
                </a:cubicBezTo>
                <a:cubicBezTo>
                  <a:pt x="816821" y="16364"/>
                  <a:pt x="1013224" y="-7268"/>
                  <a:pt x="1298448" y="0"/>
                </a:cubicBezTo>
                <a:cubicBezTo>
                  <a:pt x="1583672" y="7268"/>
                  <a:pt x="1631711" y="-3367"/>
                  <a:pt x="1920621" y="0"/>
                </a:cubicBezTo>
                <a:cubicBezTo>
                  <a:pt x="2209531" y="3367"/>
                  <a:pt x="2364420" y="-19184"/>
                  <a:pt x="2488692" y="0"/>
                </a:cubicBezTo>
                <a:cubicBezTo>
                  <a:pt x="2612964" y="19184"/>
                  <a:pt x="3023298" y="-34627"/>
                  <a:pt x="3219069" y="0"/>
                </a:cubicBezTo>
                <a:cubicBezTo>
                  <a:pt x="3414840" y="34627"/>
                  <a:pt x="3656810" y="24043"/>
                  <a:pt x="3895344" y="0"/>
                </a:cubicBezTo>
                <a:cubicBezTo>
                  <a:pt x="4133879" y="-24043"/>
                  <a:pt x="4393984" y="-19577"/>
                  <a:pt x="4571619" y="0"/>
                </a:cubicBezTo>
                <a:cubicBezTo>
                  <a:pt x="4749255" y="19577"/>
                  <a:pt x="5179928" y="-6281"/>
                  <a:pt x="5410200" y="0"/>
                </a:cubicBezTo>
                <a:cubicBezTo>
                  <a:pt x="5410730" y="6954"/>
                  <a:pt x="5410934" y="12839"/>
                  <a:pt x="5410200" y="18288"/>
                </a:cubicBezTo>
                <a:cubicBezTo>
                  <a:pt x="5139060" y="6751"/>
                  <a:pt x="5121593" y="31035"/>
                  <a:pt x="4842129" y="18288"/>
                </a:cubicBezTo>
                <a:cubicBezTo>
                  <a:pt x="4562665" y="5541"/>
                  <a:pt x="4448273" y="9487"/>
                  <a:pt x="4328160" y="18288"/>
                </a:cubicBezTo>
                <a:cubicBezTo>
                  <a:pt x="4208047" y="27089"/>
                  <a:pt x="3760936" y="22567"/>
                  <a:pt x="3597783" y="18288"/>
                </a:cubicBezTo>
                <a:cubicBezTo>
                  <a:pt x="3434630" y="14009"/>
                  <a:pt x="3299718" y="33213"/>
                  <a:pt x="3029712" y="18288"/>
                </a:cubicBezTo>
                <a:cubicBezTo>
                  <a:pt x="2759706" y="3363"/>
                  <a:pt x="2640159" y="27394"/>
                  <a:pt x="2299335" y="18288"/>
                </a:cubicBezTo>
                <a:cubicBezTo>
                  <a:pt x="1958511" y="9182"/>
                  <a:pt x="1801186" y="28985"/>
                  <a:pt x="1514856" y="18288"/>
                </a:cubicBezTo>
                <a:cubicBezTo>
                  <a:pt x="1228526" y="7591"/>
                  <a:pt x="1063509" y="-5305"/>
                  <a:pt x="892683" y="18288"/>
                </a:cubicBezTo>
                <a:cubicBezTo>
                  <a:pt x="721857" y="41881"/>
                  <a:pt x="186945" y="-20897"/>
                  <a:pt x="0" y="18288"/>
                </a:cubicBezTo>
                <a:cubicBezTo>
                  <a:pt x="-570" y="9279"/>
                  <a:pt x="132" y="5100"/>
                  <a:pt x="0" y="0"/>
                </a:cubicBezTo>
                <a:close/>
              </a:path>
              <a:path w="5410200" h="18288" stroke="0" extrusionOk="0">
                <a:moveTo>
                  <a:pt x="0" y="0"/>
                </a:moveTo>
                <a:cubicBezTo>
                  <a:pt x="285096" y="-4925"/>
                  <a:pt x="376456" y="22268"/>
                  <a:pt x="622173" y="0"/>
                </a:cubicBezTo>
                <a:cubicBezTo>
                  <a:pt x="867890" y="-22268"/>
                  <a:pt x="1031392" y="7228"/>
                  <a:pt x="1136142" y="0"/>
                </a:cubicBezTo>
                <a:cubicBezTo>
                  <a:pt x="1240892" y="-7228"/>
                  <a:pt x="1561853" y="9877"/>
                  <a:pt x="1920621" y="0"/>
                </a:cubicBezTo>
                <a:cubicBezTo>
                  <a:pt x="2279389" y="-9877"/>
                  <a:pt x="2367255" y="19546"/>
                  <a:pt x="2542794" y="0"/>
                </a:cubicBezTo>
                <a:cubicBezTo>
                  <a:pt x="2718333" y="-19546"/>
                  <a:pt x="2866732" y="-22226"/>
                  <a:pt x="3164967" y="0"/>
                </a:cubicBezTo>
                <a:cubicBezTo>
                  <a:pt x="3463202" y="22226"/>
                  <a:pt x="3568055" y="-2765"/>
                  <a:pt x="3949446" y="0"/>
                </a:cubicBezTo>
                <a:cubicBezTo>
                  <a:pt x="4330837" y="2765"/>
                  <a:pt x="4287895" y="10557"/>
                  <a:pt x="4517517" y="0"/>
                </a:cubicBezTo>
                <a:cubicBezTo>
                  <a:pt x="4747139" y="-10557"/>
                  <a:pt x="5149588" y="8716"/>
                  <a:pt x="5410200" y="0"/>
                </a:cubicBezTo>
                <a:cubicBezTo>
                  <a:pt x="5409517" y="5414"/>
                  <a:pt x="5409480" y="12510"/>
                  <a:pt x="5410200" y="18288"/>
                </a:cubicBezTo>
                <a:cubicBezTo>
                  <a:pt x="5163327" y="41494"/>
                  <a:pt x="5008749" y="10693"/>
                  <a:pt x="4842129" y="18288"/>
                </a:cubicBezTo>
                <a:cubicBezTo>
                  <a:pt x="4675509" y="25883"/>
                  <a:pt x="4433401" y="-615"/>
                  <a:pt x="4165854" y="18288"/>
                </a:cubicBezTo>
                <a:cubicBezTo>
                  <a:pt x="3898308" y="37191"/>
                  <a:pt x="3809032" y="-8710"/>
                  <a:pt x="3543681" y="18288"/>
                </a:cubicBezTo>
                <a:cubicBezTo>
                  <a:pt x="3278330" y="45286"/>
                  <a:pt x="3073876" y="-15917"/>
                  <a:pt x="2759202" y="18288"/>
                </a:cubicBezTo>
                <a:cubicBezTo>
                  <a:pt x="2444528" y="52493"/>
                  <a:pt x="2204144" y="3372"/>
                  <a:pt x="1974723" y="18288"/>
                </a:cubicBezTo>
                <a:cubicBezTo>
                  <a:pt x="1745302" y="33204"/>
                  <a:pt x="1602335" y="31490"/>
                  <a:pt x="1406652" y="18288"/>
                </a:cubicBezTo>
                <a:cubicBezTo>
                  <a:pt x="1210969" y="5086"/>
                  <a:pt x="923948" y="3161"/>
                  <a:pt x="730377" y="18288"/>
                </a:cubicBezTo>
                <a:cubicBezTo>
                  <a:pt x="536806" y="33415"/>
                  <a:pt x="336496" y="-141"/>
                  <a:pt x="0" y="18288"/>
                </a:cubicBezTo>
                <a:cubicBezTo>
                  <a:pt x="-306" y="11061"/>
                  <a:pt x="-655" y="7751"/>
                  <a:pt x="0" y="0"/>
                </a:cubicBezTo>
                <a:close/>
              </a:path>
            </a:pathLst>
          </a:custGeom>
          <a:solidFill>
            <a:schemeClr val="accent2"/>
          </a:solidFill>
          <a:ln w="41275" cap="rnd">
            <a:solidFill>
              <a:schemeClr val="accent2"/>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867188839"/>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0C705F5A-57FB-1F30-0DF9-37976F67BF48}"/>
              </a:ext>
            </a:extLst>
          </p:cNvPr>
          <p:cNvPicPr>
            <a:picLocks noChangeAspect="1"/>
          </p:cNvPicPr>
          <p:nvPr/>
        </p:nvPicPr>
        <p:blipFill rotWithShape="1">
          <a:blip r:embed="rId2"/>
          <a:srcRect l="2257" t="16410" r="1898" b="20821"/>
          <a:stretch/>
        </p:blipFill>
        <p:spPr>
          <a:xfrm>
            <a:off x="639873" y="749104"/>
            <a:ext cx="10912253" cy="5359792"/>
          </a:xfrm>
          <a:prstGeom prst="rect">
            <a:avLst/>
          </a:prstGeom>
        </p:spPr>
      </p:pic>
    </p:spTree>
    <p:extLst>
      <p:ext uri="{BB962C8B-B14F-4D97-AF65-F5344CB8AC3E}">
        <p14:creationId xmlns:p14="http://schemas.microsoft.com/office/powerpoint/2010/main" val="3728414226"/>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C6D09588-9668-4D38-8AD4-C27CF2B2D41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TextBox 2">
            <a:extLst>
              <a:ext uri="{FF2B5EF4-FFF2-40B4-BE49-F238E27FC236}">
                <a16:creationId xmlns:a16="http://schemas.microsoft.com/office/drawing/2014/main" id="{2A6E720B-A493-D1B3-9928-EDE6E6E9ED92}"/>
              </a:ext>
            </a:extLst>
          </p:cNvPr>
          <p:cNvSpPr txBox="1"/>
          <p:nvPr/>
        </p:nvSpPr>
        <p:spPr>
          <a:xfrm>
            <a:off x="1747401" y="2201850"/>
            <a:ext cx="8740775" cy="2454300"/>
          </a:xfrm>
          <a:prstGeom prst="rect">
            <a:avLst/>
          </a:prstGeom>
        </p:spPr>
        <p:txBody>
          <a:bodyPr vert="horz" lIns="91440" tIns="45720" rIns="91440" bIns="45720" rtlCol="0">
            <a:normAutofit/>
          </a:bodyPr>
          <a:lstStyle/>
          <a:p>
            <a:pPr marL="342900" indent="-228600">
              <a:lnSpc>
                <a:spcPct val="90000"/>
              </a:lnSpc>
              <a:spcAft>
                <a:spcPts val="600"/>
              </a:spcAft>
              <a:buFont typeface="Arial" panose="020B0604020202020204" pitchFamily="34" charset="0"/>
              <a:buChar char="•"/>
            </a:pPr>
            <a:r>
              <a:rPr lang="en-US" sz="4000" dirty="0">
                <a:solidFill>
                  <a:schemeClr val="tx1">
                    <a:alpha val="80000"/>
                  </a:schemeClr>
                </a:solidFill>
                <a:latin typeface="Abadi" panose="020B0604020104020204" pitchFamily="34" charset="0"/>
              </a:rPr>
              <a:t>Git allows us to track all changes in our working files, however, it doesn't record every single change.</a:t>
            </a:r>
          </a:p>
        </p:txBody>
      </p:sp>
      <p:grpSp>
        <p:nvGrpSpPr>
          <p:cNvPr id="10" name="Group 9">
            <a:extLst>
              <a:ext uri="{FF2B5EF4-FFF2-40B4-BE49-F238E27FC236}">
                <a16:creationId xmlns:a16="http://schemas.microsoft.com/office/drawing/2014/main" id="{95A28492-272D-4814-AE2C-61575C989EA3}"/>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0" y="6142518"/>
            <a:ext cx="10455568" cy="715482"/>
            <a:chOff x="0" y="6142518"/>
            <a:chExt cx="10455568" cy="715482"/>
          </a:xfrm>
          <a:effectLst>
            <a:outerShdw blurRad="381000" dist="152400" dir="16200000" algn="ctr" rotWithShape="0">
              <a:srgbClr val="000000">
                <a:alpha val="10000"/>
              </a:srgbClr>
            </a:outerShdw>
          </a:effectLst>
        </p:grpSpPr>
        <p:sp>
          <p:nvSpPr>
            <p:cNvPr id="11" name="Freeform: Shape 10">
              <a:extLst>
                <a:ext uri="{FF2B5EF4-FFF2-40B4-BE49-F238E27FC236}">
                  <a16:creationId xmlns:a16="http://schemas.microsoft.com/office/drawing/2014/main" id="{4F778866-9933-4309-8E11-F83DDDBB10C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117789" y="6848400"/>
              <a:ext cx="153399" cy="9600"/>
            </a:xfrm>
            <a:custGeom>
              <a:avLst/>
              <a:gdLst>
                <a:gd name="connsiteX0" fmla="*/ 92746 w 153399"/>
                <a:gd name="connsiteY0" fmla="*/ 43 h 9600"/>
                <a:gd name="connsiteX1" fmla="*/ 144918 w 153399"/>
                <a:gd name="connsiteY1" fmla="*/ 6433 h 9600"/>
                <a:gd name="connsiteX2" fmla="*/ 153399 w 153399"/>
                <a:gd name="connsiteY2" fmla="*/ 9600 h 9600"/>
                <a:gd name="connsiteX3" fmla="*/ 0 w 153399"/>
                <a:gd name="connsiteY3" fmla="*/ 9600 h 9600"/>
                <a:gd name="connsiteX4" fmla="*/ 26678 w 153399"/>
                <a:gd name="connsiteY4" fmla="*/ 6286 h 9600"/>
                <a:gd name="connsiteX5" fmla="*/ 92746 w 153399"/>
                <a:gd name="connsiteY5" fmla="*/ 43 h 96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53399" h="9600">
                  <a:moveTo>
                    <a:pt x="92746" y="43"/>
                  </a:moveTo>
                  <a:cubicBezTo>
                    <a:pt x="111004" y="-358"/>
                    <a:pt x="128295" y="2072"/>
                    <a:pt x="144918" y="6433"/>
                  </a:cubicBezTo>
                  <a:lnTo>
                    <a:pt x="153399" y="9600"/>
                  </a:lnTo>
                  <a:lnTo>
                    <a:pt x="0" y="9600"/>
                  </a:lnTo>
                  <a:lnTo>
                    <a:pt x="26678" y="6286"/>
                  </a:lnTo>
                  <a:cubicBezTo>
                    <a:pt x="48667" y="3255"/>
                    <a:pt x="70647" y="552"/>
                    <a:pt x="92746" y="43"/>
                  </a:cubicBezTo>
                  <a:close/>
                </a:path>
              </a:pathLst>
            </a:custGeom>
            <a:blipFill dpi="0" rotWithShape="1">
              <a:blip r:embed="rId2">
                <a:alphaModFix amt="57000"/>
              </a:blip>
              <a:srcRect/>
              <a:tile tx="0" ty="0" sx="100000" sy="100000" flip="none" algn="tl"/>
            </a:blipFill>
            <a:ln>
              <a:no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grpSp>
          <p:nvGrpSpPr>
            <p:cNvPr id="12" name="Group 11">
              <a:extLst>
                <a:ext uri="{FF2B5EF4-FFF2-40B4-BE49-F238E27FC236}">
                  <a16:creationId xmlns:a16="http://schemas.microsoft.com/office/drawing/2014/main" id="{6D21D106-ABCB-4A50-84B3-D35C3B2B67B8}"/>
                </a:ext>
                <a:ext uri="{C183D7F6-B498-43B3-948B-1728B52AA6E4}">
                  <adec:decorative xmlns:adec="http://schemas.microsoft.com/office/drawing/2017/decorative" val="1"/>
                </a:ext>
              </a:extLst>
            </p:cNvPr>
            <p:cNvGrpSpPr/>
            <p:nvPr>
              <p:extLst>
                <p:ext uri="{386F3935-93C4-4BCD-93E2-E3B085C9AB24}">
                  <p16:designElem xmlns:p16="http://schemas.microsoft.com/office/powerpoint/2015/main" val="1"/>
                </p:ext>
              </p:extLst>
            </p:nvPr>
          </p:nvGrpSpPr>
          <p:grpSpPr>
            <a:xfrm rot="10800000" flipH="1">
              <a:off x="0" y="6142518"/>
              <a:ext cx="10455568" cy="715481"/>
              <a:chOff x="0" y="0"/>
              <a:chExt cx="10455568" cy="715481"/>
            </a:xfrm>
          </p:grpSpPr>
          <p:sp>
            <p:nvSpPr>
              <p:cNvPr id="13" name="Freeform: Shape 12">
                <a:extLst>
                  <a:ext uri="{FF2B5EF4-FFF2-40B4-BE49-F238E27FC236}">
                    <a16:creationId xmlns:a16="http://schemas.microsoft.com/office/drawing/2014/main" id="{65E4ED97-1207-4104-A25F-8791916BF24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0" y="2"/>
                <a:ext cx="10455568" cy="715479"/>
              </a:xfrm>
              <a:custGeom>
                <a:avLst/>
                <a:gdLst>
                  <a:gd name="connsiteX0" fmla="*/ 0 w 10455568"/>
                  <a:gd name="connsiteY0" fmla="*/ 0 h 715479"/>
                  <a:gd name="connsiteX1" fmla="*/ 10455568 w 10455568"/>
                  <a:gd name="connsiteY1" fmla="*/ 0 h 715479"/>
                  <a:gd name="connsiteX2" fmla="*/ 10434629 w 10455568"/>
                  <a:gd name="connsiteY2" fmla="*/ 8947 h 715479"/>
                  <a:gd name="connsiteX3" fmla="*/ 10249341 w 10455568"/>
                  <a:gd name="connsiteY3" fmla="*/ 73146 h 715479"/>
                  <a:gd name="connsiteX4" fmla="*/ 10172148 w 10455568"/>
                  <a:gd name="connsiteY4" fmla="*/ 103170 h 715479"/>
                  <a:gd name="connsiteX5" fmla="*/ 9994576 w 10455568"/>
                  <a:gd name="connsiteY5" fmla="*/ 156647 h 715479"/>
                  <a:gd name="connsiteX6" fmla="*/ 9894474 w 10455568"/>
                  <a:gd name="connsiteY6" fmla="*/ 192604 h 715479"/>
                  <a:gd name="connsiteX7" fmla="*/ 9647603 w 10455568"/>
                  <a:gd name="connsiteY7" fmla="*/ 242354 h 715479"/>
                  <a:gd name="connsiteX8" fmla="*/ 9392533 w 10455568"/>
                  <a:gd name="connsiteY8" fmla="*/ 291498 h 715479"/>
                  <a:gd name="connsiteX9" fmla="*/ 9252019 w 10455568"/>
                  <a:gd name="connsiteY9" fmla="*/ 311564 h 715479"/>
                  <a:gd name="connsiteX10" fmla="*/ 9129899 w 10455568"/>
                  <a:gd name="connsiteY10" fmla="*/ 336497 h 715479"/>
                  <a:gd name="connsiteX11" fmla="*/ 9023312 w 10455568"/>
                  <a:gd name="connsiteY11" fmla="*/ 354253 h 715479"/>
                  <a:gd name="connsiteX12" fmla="*/ 8853949 w 10455568"/>
                  <a:gd name="connsiteY12" fmla="*/ 387064 h 715479"/>
                  <a:gd name="connsiteX13" fmla="*/ 8783278 w 10455568"/>
                  <a:gd name="connsiteY13" fmla="*/ 397418 h 715479"/>
                  <a:gd name="connsiteX14" fmla="*/ 8615640 w 10455568"/>
                  <a:gd name="connsiteY14" fmla="*/ 408552 h 715479"/>
                  <a:gd name="connsiteX15" fmla="*/ 8557154 w 10455568"/>
                  <a:gd name="connsiteY15" fmla="*/ 409627 h 715479"/>
                  <a:gd name="connsiteX16" fmla="*/ 8442474 w 10455568"/>
                  <a:gd name="connsiteY16" fmla="*/ 381318 h 715479"/>
                  <a:gd name="connsiteX17" fmla="*/ 8428959 w 10455568"/>
                  <a:gd name="connsiteY17" fmla="*/ 379618 h 715479"/>
                  <a:gd name="connsiteX18" fmla="*/ 8354329 w 10455568"/>
                  <a:gd name="connsiteY18" fmla="*/ 370428 h 715479"/>
                  <a:gd name="connsiteX19" fmla="*/ 8313705 w 10455568"/>
                  <a:gd name="connsiteY19" fmla="*/ 368535 h 715479"/>
                  <a:gd name="connsiteX20" fmla="*/ 8158571 w 10455568"/>
                  <a:gd name="connsiteY20" fmla="*/ 349396 h 715479"/>
                  <a:gd name="connsiteX21" fmla="*/ 8069467 w 10455568"/>
                  <a:gd name="connsiteY21" fmla="*/ 341485 h 715479"/>
                  <a:gd name="connsiteX22" fmla="*/ 7998265 w 10455568"/>
                  <a:gd name="connsiteY22" fmla="*/ 348379 h 715479"/>
                  <a:gd name="connsiteX23" fmla="*/ 7873167 w 10455568"/>
                  <a:gd name="connsiteY23" fmla="*/ 359529 h 715479"/>
                  <a:gd name="connsiteX24" fmla="*/ 7833600 w 10455568"/>
                  <a:gd name="connsiteY24" fmla="*/ 368926 h 715479"/>
                  <a:gd name="connsiteX25" fmla="*/ 7651338 w 10455568"/>
                  <a:gd name="connsiteY25" fmla="*/ 362121 h 715479"/>
                  <a:gd name="connsiteX26" fmla="*/ 7548003 w 10455568"/>
                  <a:gd name="connsiteY26" fmla="*/ 367710 h 715479"/>
                  <a:gd name="connsiteX27" fmla="*/ 7430093 w 10455568"/>
                  <a:gd name="connsiteY27" fmla="*/ 351855 h 715479"/>
                  <a:gd name="connsiteX28" fmla="*/ 7396245 w 10455568"/>
                  <a:gd name="connsiteY28" fmla="*/ 355328 h 715479"/>
                  <a:gd name="connsiteX29" fmla="*/ 7358394 w 10455568"/>
                  <a:gd name="connsiteY29" fmla="*/ 359950 h 715479"/>
                  <a:gd name="connsiteX30" fmla="*/ 7241933 w 10455568"/>
                  <a:gd name="connsiteY30" fmla="*/ 369637 h 715479"/>
                  <a:gd name="connsiteX31" fmla="*/ 7171767 w 10455568"/>
                  <a:gd name="connsiteY31" fmla="*/ 383160 h 715479"/>
                  <a:gd name="connsiteX32" fmla="*/ 7036569 w 10455568"/>
                  <a:gd name="connsiteY32" fmla="*/ 387132 h 715479"/>
                  <a:gd name="connsiteX33" fmla="*/ 6987200 w 10455568"/>
                  <a:gd name="connsiteY33" fmla="*/ 398073 h 715479"/>
                  <a:gd name="connsiteX34" fmla="*/ 6861115 w 10455568"/>
                  <a:gd name="connsiteY34" fmla="*/ 407542 h 715479"/>
                  <a:gd name="connsiteX35" fmla="*/ 6747718 w 10455568"/>
                  <a:gd name="connsiteY35" fmla="*/ 410900 h 715479"/>
                  <a:gd name="connsiteX36" fmla="*/ 6638839 w 10455568"/>
                  <a:gd name="connsiteY36" fmla="*/ 420654 h 715479"/>
                  <a:gd name="connsiteX37" fmla="*/ 6561486 w 10455568"/>
                  <a:gd name="connsiteY37" fmla="*/ 435540 h 715479"/>
                  <a:gd name="connsiteX38" fmla="*/ 6477200 w 10455568"/>
                  <a:gd name="connsiteY38" fmla="*/ 447113 h 715479"/>
                  <a:gd name="connsiteX39" fmla="*/ 6246111 w 10455568"/>
                  <a:gd name="connsiteY39" fmla="*/ 497537 h 715479"/>
                  <a:gd name="connsiteX40" fmla="*/ 6202328 w 10455568"/>
                  <a:gd name="connsiteY40" fmla="*/ 492074 h 715479"/>
                  <a:gd name="connsiteX41" fmla="*/ 5956458 w 10455568"/>
                  <a:gd name="connsiteY41" fmla="*/ 500965 h 715479"/>
                  <a:gd name="connsiteX42" fmla="*/ 5903139 w 10455568"/>
                  <a:gd name="connsiteY42" fmla="*/ 505186 h 715479"/>
                  <a:gd name="connsiteX43" fmla="*/ 5757547 w 10455568"/>
                  <a:gd name="connsiteY43" fmla="*/ 480730 h 715479"/>
                  <a:gd name="connsiteX44" fmla="*/ 5540270 w 10455568"/>
                  <a:gd name="connsiteY44" fmla="*/ 550023 h 715479"/>
                  <a:gd name="connsiteX45" fmla="*/ 5338128 w 10455568"/>
                  <a:gd name="connsiteY45" fmla="*/ 631974 h 715479"/>
                  <a:gd name="connsiteX46" fmla="*/ 5312622 w 10455568"/>
                  <a:gd name="connsiteY46" fmla="*/ 642454 h 715479"/>
                  <a:gd name="connsiteX47" fmla="*/ 5239393 w 10455568"/>
                  <a:gd name="connsiteY47" fmla="*/ 662307 h 715479"/>
                  <a:gd name="connsiteX48" fmla="*/ 5147821 w 10455568"/>
                  <a:gd name="connsiteY48" fmla="*/ 673791 h 715479"/>
                  <a:gd name="connsiteX49" fmla="*/ 5032111 w 10455568"/>
                  <a:gd name="connsiteY49" fmla="*/ 694497 h 715479"/>
                  <a:gd name="connsiteX50" fmla="*/ 4937648 w 10455568"/>
                  <a:gd name="connsiteY50" fmla="*/ 684913 h 715479"/>
                  <a:gd name="connsiteX51" fmla="*/ 4805529 w 10455568"/>
                  <a:gd name="connsiteY51" fmla="*/ 670032 h 715479"/>
                  <a:gd name="connsiteX52" fmla="*/ 4681029 w 10455568"/>
                  <a:gd name="connsiteY52" fmla="*/ 655792 h 715479"/>
                  <a:gd name="connsiteX53" fmla="*/ 4643990 w 10455568"/>
                  <a:gd name="connsiteY53" fmla="*/ 685120 h 715479"/>
                  <a:gd name="connsiteX54" fmla="*/ 4585542 w 10455568"/>
                  <a:gd name="connsiteY54" fmla="*/ 712411 h 715479"/>
                  <a:gd name="connsiteX55" fmla="*/ 4516947 w 10455568"/>
                  <a:gd name="connsiteY55" fmla="*/ 689117 h 715479"/>
                  <a:gd name="connsiteX56" fmla="*/ 4356995 w 10455568"/>
                  <a:gd name="connsiteY56" fmla="*/ 642048 h 715479"/>
                  <a:gd name="connsiteX57" fmla="*/ 4258219 w 10455568"/>
                  <a:gd name="connsiteY57" fmla="*/ 646156 h 715479"/>
                  <a:gd name="connsiteX58" fmla="*/ 4042233 w 10455568"/>
                  <a:gd name="connsiteY58" fmla="*/ 636117 h 715479"/>
                  <a:gd name="connsiteX59" fmla="*/ 3899777 w 10455568"/>
                  <a:gd name="connsiteY59" fmla="*/ 610576 h 715479"/>
                  <a:gd name="connsiteX60" fmla="*/ 3796441 w 10455568"/>
                  <a:gd name="connsiteY60" fmla="*/ 577707 h 715479"/>
                  <a:gd name="connsiteX61" fmla="*/ 3648774 w 10455568"/>
                  <a:gd name="connsiteY61" fmla="*/ 535623 h 715479"/>
                  <a:gd name="connsiteX62" fmla="*/ 3502227 w 10455568"/>
                  <a:gd name="connsiteY62" fmla="*/ 518518 h 715479"/>
                  <a:gd name="connsiteX63" fmla="*/ 3395228 w 10455568"/>
                  <a:gd name="connsiteY63" fmla="*/ 491723 h 715479"/>
                  <a:gd name="connsiteX64" fmla="*/ 3265757 w 10455568"/>
                  <a:gd name="connsiteY64" fmla="*/ 477242 h 715479"/>
                  <a:gd name="connsiteX65" fmla="*/ 3158404 w 10455568"/>
                  <a:gd name="connsiteY65" fmla="*/ 483689 h 715479"/>
                  <a:gd name="connsiteX66" fmla="*/ 2990483 w 10455568"/>
                  <a:gd name="connsiteY66" fmla="*/ 499212 h 715479"/>
                  <a:gd name="connsiteX67" fmla="*/ 2779802 w 10455568"/>
                  <a:gd name="connsiteY67" fmla="*/ 443069 h 715479"/>
                  <a:gd name="connsiteX68" fmla="*/ 2695508 w 10455568"/>
                  <a:gd name="connsiteY68" fmla="*/ 433082 h 715479"/>
                  <a:gd name="connsiteX69" fmla="*/ 2616713 w 10455568"/>
                  <a:gd name="connsiteY69" fmla="*/ 431172 h 715479"/>
                  <a:gd name="connsiteX70" fmla="*/ 2447364 w 10455568"/>
                  <a:gd name="connsiteY70" fmla="*/ 395810 h 715479"/>
                  <a:gd name="connsiteX71" fmla="*/ 2378751 w 10455568"/>
                  <a:gd name="connsiteY71" fmla="*/ 385044 h 715479"/>
                  <a:gd name="connsiteX72" fmla="*/ 2284230 w 10455568"/>
                  <a:gd name="connsiteY72" fmla="*/ 391782 h 715479"/>
                  <a:gd name="connsiteX73" fmla="*/ 2110801 w 10455568"/>
                  <a:gd name="connsiteY73" fmla="*/ 382042 h 715479"/>
                  <a:gd name="connsiteX74" fmla="*/ 1934854 w 10455568"/>
                  <a:gd name="connsiteY74" fmla="*/ 331108 h 715479"/>
                  <a:gd name="connsiteX75" fmla="*/ 1862479 w 10455568"/>
                  <a:gd name="connsiteY75" fmla="*/ 342158 h 715479"/>
                  <a:gd name="connsiteX76" fmla="*/ 1836283 w 10455568"/>
                  <a:gd name="connsiteY76" fmla="*/ 342488 h 715479"/>
                  <a:gd name="connsiteX77" fmla="*/ 1599327 w 10455568"/>
                  <a:gd name="connsiteY77" fmla="*/ 323970 h 715479"/>
                  <a:gd name="connsiteX78" fmla="*/ 1575578 w 10455568"/>
                  <a:gd name="connsiteY78" fmla="*/ 321802 h 715479"/>
                  <a:gd name="connsiteX79" fmla="*/ 1463288 w 10455568"/>
                  <a:gd name="connsiteY79" fmla="*/ 298576 h 715479"/>
                  <a:gd name="connsiteX80" fmla="*/ 1184165 w 10455568"/>
                  <a:gd name="connsiteY80" fmla="*/ 298373 h 715479"/>
                  <a:gd name="connsiteX81" fmla="*/ 1166899 w 10455568"/>
                  <a:gd name="connsiteY81" fmla="*/ 297220 h 715479"/>
                  <a:gd name="connsiteX82" fmla="*/ 1074855 w 10455568"/>
                  <a:gd name="connsiteY82" fmla="*/ 318934 h 715479"/>
                  <a:gd name="connsiteX83" fmla="*/ 1030232 w 10455568"/>
                  <a:gd name="connsiteY83" fmla="*/ 343829 h 715479"/>
                  <a:gd name="connsiteX84" fmla="*/ 959854 w 10455568"/>
                  <a:gd name="connsiteY84" fmla="*/ 371351 h 715479"/>
                  <a:gd name="connsiteX85" fmla="*/ 887350 w 10455568"/>
                  <a:gd name="connsiteY85" fmla="*/ 384742 h 715479"/>
                  <a:gd name="connsiteX86" fmla="*/ 762349 w 10455568"/>
                  <a:gd name="connsiteY86" fmla="*/ 358882 h 715479"/>
                  <a:gd name="connsiteX87" fmla="*/ 717454 w 10455568"/>
                  <a:gd name="connsiteY87" fmla="*/ 358448 h 715479"/>
                  <a:gd name="connsiteX88" fmla="*/ 616859 w 10455568"/>
                  <a:gd name="connsiteY88" fmla="*/ 348700 h 715479"/>
                  <a:gd name="connsiteX89" fmla="*/ 529939 w 10455568"/>
                  <a:gd name="connsiteY89" fmla="*/ 355789 h 715479"/>
                  <a:gd name="connsiteX90" fmla="*/ 461851 w 10455568"/>
                  <a:gd name="connsiteY90" fmla="*/ 386945 h 715479"/>
                  <a:gd name="connsiteX91" fmla="*/ 360707 w 10455568"/>
                  <a:gd name="connsiteY91" fmla="*/ 399082 h 715479"/>
                  <a:gd name="connsiteX92" fmla="*/ 293863 w 10455568"/>
                  <a:gd name="connsiteY92" fmla="*/ 384410 h 715479"/>
                  <a:gd name="connsiteX93" fmla="*/ 280347 w 10455568"/>
                  <a:gd name="connsiteY93" fmla="*/ 382711 h 715479"/>
                  <a:gd name="connsiteX94" fmla="*/ 108881 w 10455568"/>
                  <a:gd name="connsiteY94" fmla="*/ 393231 h 715479"/>
                  <a:gd name="connsiteX95" fmla="*/ 53435 w 10455568"/>
                  <a:gd name="connsiteY95" fmla="*/ 397222 h 715479"/>
                  <a:gd name="connsiteX96" fmla="*/ 0 w 10455568"/>
                  <a:gd name="connsiteY96" fmla="*/ 409348 h 7154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Lst>
                <a:rect l="l" t="t" r="r" b="b"/>
                <a:pathLst>
                  <a:path w="10455568" h="715479">
                    <a:moveTo>
                      <a:pt x="0" y="0"/>
                    </a:moveTo>
                    <a:lnTo>
                      <a:pt x="10455568" y="0"/>
                    </a:lnTo>
                    <a:lnTo>
                      <a:pt x="10434629" y="8947"/>
                    </a:lnTo>
                    <a:cubicBezTo>
                      <a:pt x="10373917" y="32898"/>
                      <a:pt x="10311087" y="51455"/>
                      <a:pt x="10249341" y="73146"/>
                    </a:cubicBezTo>
                    <a:cubicBezTo>
                      <a:pt x="10223176" y="82504"/>
                      <a:pt x="10198388" y="94974"/>
                      <a:pt x="10172148" y="103170"/>
                    </a:cubicBezTo>
                    <a:cubicBezTo>
                      <a:pt x="10113395" y="121743"/>
                      <a:pt x="10053617" y="138053"/>
                      <a:pt x="9994576" y="156647"/>
                    </a:cubicBezTo>
                    <a:cubicBezTo>
                      <a:pt x="9960929" y="167389"/>
                      <a:pt x="9928899" y="184724"/>
                      <a:pt x="9894474" y="192604"/>
                    </a:cubicBezTo>
                    <a:cubicBezTo>
                      <a:pt x="9812718" y="211289"/>
                      <a:pt x="9730121" y="226242"/>
                      <a:pt x="9647603" y="242354"/>
                    </a:cubicBezTo>
                    <a:cubicBezTo>
                      <a:pt x="9562500" y="258935"/>
                      <a:pt x="9477721" y="276078"/>
                      <a:pt x="9392533" y="291498"/>
                    </a:cubicBezTo>
                    <a:cubicBezTo>
                      <a:pt x="9345891" y="299632"/>
                      <a:pt x="9298681" y="303723"/>
                      <a:pt x="9252019" y="311564"/>
                    </a:cubicBezTo>
                    <a:cubicBezTo>
                      <a:pt x="9211115" y="318433"/>
                      <a:pt x="9170740" y="328758"/>
                      <a:pt x="9129899" y="336497"/>
                    </a:cubicBezTo>
                    <a:cubicBezTo>
                      <a:pt x="9094507" y="342987"/>
                      <a:pt x="9058706" y="347759"/>
                      <a:pt x="9023312" y="354253"/>
                    </a:cubicBezTo>
                    <a:cubicBezTo>
                      <a:pt x="8966639" y="364814"/>
                      <a:pt x="8910315" y="376230"/>
                      <a:pt x="8853949" y="387064"/>
                    </a:cubicBezTo>
                    <a:cubicBezTo>
                      <a:pt x="8830350" y="391295"/>
                      <a:pt x="8805902" y="400245"/>
                      <a:pt x="8783278" y="397418"/>
                    </a:cubicBezTo>
                    <a:cubicBezTo>
                      <a:pt x="8726267" y="390232"/>
                      <a:pt x="8671093" y="397198"/>
                      <a:pt x="8615640" y="408552"/>
                    </a:cubicBezTo>
                    <a:cubicBezTo>
                      <a:pt x="8596680" y="412471"/>
                      <a:pt x="8576049" y="413291"/>
                      <a:pt x="8557154" y="409627"/>
                    </a:cubicBezTo>
                    <a:cubicBezTo>
                      <a:pt x="8518491" y="402356"/>
                      <a:pt x="8480716" y="390947"/>
                      <a:pt x="8442474" y="381318"/>
                    </a:cubicBezTo>
                    <a:cubicBezTo>
                      <a:pt x="8438313" y="380145"/>
                      <a:pt x="8433365" y="380189"/>
                      <a:pt x="8428959" y="379618"/>
                    </a:cubicBezTo>
                    <a:cubicBezTo>
                      <a:pt x="8403970" y="376366"/>
                      <a:pt x="8379279" y="373098"/>
                      <a:pt x="8354329" y="370428"/>
                    </a:cubicBezTo>
                    <a:cubicBezTo>
                      <a:pt x="8340833" y="369017"/>
                      <a:pt x="8327184" y="369657"/>
                      <a:pt x="8313705" y="368535"/>
                    </a:cubicBezTo>
                    <a:cubicBezTo>
                      <a:pt x="8261532" y="363935"/>
                      <a:pt x="8205623" y="381441"/>
                      <a:pt x="8158571" y="349396"/>
                    </a:cubicBezTo>
                    <a:cubicBezTo>
                      <a:pt x="8128030" y="328752"/>
                      <a:pt x="8100257" y="335890"/>
                      <a:pt x="8069467" y="341485"/>
                    </a:cubicBezTo>
                    <a:cubicBezTo>
                      <a:pt x="8046153" y="345696"/>
                      <a:pt x="8022024" y="346466"/>
                      <a:pt x="7998265" y="348379"/>
                    </a:cubicBezTo>
                    <a:cubicBezTo>
                      <a:pt x="7956565" y="352093"/>
                      <a:pt x="7914826" y="355232"/>
                      <a:pt x="7873167" y="359529"/>
                    </a:cubicBezTo>
                    <a:cubicBezTo>
                      <a:pt x="7859864" y="361016"/>
                      <a:pt x="7846730" y="369197"/>
                      <a:pt x="7833600" y="368926"/>
                    </a:cubicBezTo>
                    <a:cubicBezTo>
                      <a:pt x="7772906" y="367528"/>
                      <a:pt x="7711993" y="362939"/>
                      <a:pt x="7651338" y="362121"/>
                    </a:cubicBezTo>
                    <a:cubicBezTo>
                      <a:pt x="7616924" y="361556"/>
                      <a:pt x="7582209" y="369456"/>
                      <a:pt x="7548003" y="367710"/>
                    </a:cubicBezTo>
                    <a:cubicBezTo>
                      <a:pt x="7508539" y="365739"/>
                      <a:pt x="7469448" y="356458"/>
                      <a:pt x="7430093" y="351855"/>
                    </a:cubicBezTo>
                    <a:cubicBezTo>
                      <a:pt x="7419227" y="350559"/>
                      <a:pt x="7407516" y="353979"/>
                      <a:pt x="7396245" y="355328"/>
                    </a:cubicBezTo>
                    <a:cubicBezTo>
                      <a:pt x="7383524" y="356781"/>
                      <a:pt x="7371134" y="358791"/>
                      <a:pt x="7358394" y="359950"/>
                    </a:cubicBezTo>
                    <a:cubicBezTo>
                      <a:pt x="7319573" y="363179"/>
                      <a:pt x="7280655" y="364958"/>
                      <a:pt x="7241933" y="369637"/>
                    </a:cubicBezTo>
                    <a:cubicBezTo>
                      <a:pt x="7218235" y="372418"/>
                      <a:pt x="7194108" y="386008"/>
                      <a:pt x="7171767" y="383160"/>
                    </a:cubicBezTo>
                    <a:cubicBezTo>
                      <a:pt x="7126248" y="377813"/>
                      <a:pt x="7082583" y="399728"/>
                      <a:pt x="7036569" y="387132"/>
                    </a:cubicBezTo>
                    <a:cubicBezTo>
                      <a:pt x="7022328" y="383442"/>
                      <a:pt x="7003983" y="396347"/>
                      <a:pt x="6987200" y="398073"/>
                    </a:cubicBezTo>
                    <a:cubicBezTo>
                      <a:pt x="6945251" y="402388"/>
                      <a:pt x="6903183" y="404965"/>
                      <a:pt x="6861115" y="407542"/>
                    </a:cubicBezTo>
                    <a:cubicBezTo>
                      <a:pt x="6823394" y="409822"/>
                      <a:pt x="6784520" y="416550"/>
                      <a:pt x="6747718" y="410900"/>
                    </a:cubicBezTo>
                    <a:cubicBezTo>
                      <a:pt x="6709137" y="404791"/>
                      <a:pt x="6674999" y="408284"/>
                      <a:pt x="6638839" y="420654"/>
                    </a:cubicBezTo>
                    <a:cubicBezTo>
                      <a:pt x="6614066" y="429044"/>
                      <a:pt x="6587444" y="431733"/>
                      <a:pt x="6561486" y="435540"/>
                    </a:cubicBezTo>
                    <a:cubicBezTo>
                      <a:pt x="6533513" y="439778"/>
                      <a:pt x="6502069" y="435804"/>
                      <a:pt x="6477200" y="447113"/>
                    </a:cubicBezTo>
                    <a:cubicBezTo>
                      <a:pt x="6403159" y="480713"/>
                      <a:pt x="6325566" y="492119"/>
                      <a:pt x="6246111" y="497537"/>
                    </a:cubicBezTo>
                    <a:cubicBezTo>
                      <a:pt x="6231608" y="498524"/>
                      <a:pt x="6216540" y="495475"/>
                      <a:pt x="6202328" y="492074"/>
                    </a:cubicBezTo>
                    <a:cubicBezTo>
                      <a:pt x="6119346" y="471508"/>
                      <a:pt x="6038018" y="479381"/>
                      <a:pt x="5956458" y="500965"/>
                    </a:cubicBezTo>
                    <a:cubicBezTo>
                      <a:pt x="5939584" y="505613"/>
                      <a:pt x="5920486" y="507499"/>
                      <a:pt x="5903139" y="505186"/>
                    </a:cubicBezTo>
                    <a:cubicBezTo>
                      <a:pt x="5854306" y="498315"/>
                      <a:pt x="5806470" y="484677"/>
                      <a:pt x="5757547" y="480730"/>
                    </a:cubicBezTo>
                    <a:cubicBezTo>
                      <a:pt x="5676701" y="474297"/>
                      <a:pt x="5610121" y="519038"/>
                      <a:pt x="5540270" y="550023"/>
                    </a:cubicBezTo>
                    <a:cubicBezTo>
                      <a:pt x="5473801" y="579316"/>
                      <a:pt x="5419599" y="638949"/>
                      <a:pt x="5338128" y="631974"/>
                    </a:cubicBezTo>
                    <a:cubicBezTo>
                      <a:pt x="5329931" y="631367"/>
                      <a:pt x="5321476" y="639812"/>
                      <a:pt x="5312622" y="642454"/>
                    </a:cubicBezTo>
                    <a:cubicBezTo>
                      <a:pt x="5288350" y="649647"/>
                      <a:pt x="5264155" y="657994"/>
                      <a:pt x="5239393" y="662307"/>
                    </a:cubicBezTo>
                    <a:cubicBezTo>
                      <a:pt x="5209181" y="667862"/>
                      <a:pt x="5178072" y="668817"/>
                      <a:pt x="5147821" y="673791"/>
                    </a:cubicBezTo>
                    <a:cubicBezTo>
                      <a:pt x="5108908" y="679940"/>
                      <a:pt x="5070972" y="691848"/>
                      <a:pt x="5032111" y="694497"/>
                    </a:cubicBezTo>
                    <a:cubicBezTo>
                      <a:pt x="5000793" y="696632"/>
                      <a:pt x="4969032" y="688019"/>
                      <a:pt x="4937648" y="684913"/>
                    </a:cubicBezTo>
                    <a:cubicBezTo>
                      <a:pt x="4893363" y="680649"/>
                      <a:pt x="4845361" y="685962"/>
                      <a:pt x="4805529" y="670032"/>
                    </a:cubicBezTo>
                    <a:cubicBezTo>
                      <a:pt x="4763006" y="653119"/>
                      <a:pt x="4723244" y="646796"/>
                      <a:pt x="4681029" y="655792"/>
                    </a:cubicBezTo>
                    <a:cubicBezTo>
                      <a:pt x="4666957" y="658791"/>
                      <a:pt x="4649519" y="672217"/>
                      <a:pt x="4643990" y="685120"/>
                    </a:cubicBezTo>
                    <a:cubicBezTo>
                      <a:pt x="4631676" y="713928"/>
                      <a:pt x="4612585" y="720184"/>
                      <a:pt x="4585542" y="712411"/>
                    </a:cubicBezTo>
                    <a:cubicBezTo>
                      <a:pt x="4562077" y="705853"/>
                      <a:pt x="4533672" y="703713"/>
                      <a:pt x="4516947" y="689117"/>
                    </a:cubicBezTo>
                    <a:cubicBezTo>
                      <a:pt x="4469552" y="647774"/>
                      <a:pt x="4412904" y="650180"/>
                      <a:pt x="4356995" y="642048"/>
                    </a:cubicBezTo>
                    <a:cubicBezTo>
                      <a:pt x="4322867" y="637088"/>
                      <a:pt x="4291523" y="638934"/>
                      <a:pt x="4258219" y="646156"/>
                    </a:cubicBezTo>
                    <a:cubicBezTo>
                      <a:pt x="4185895" y="662159"/>
                      <a:pt x="4113776" y="651342"/>
                      <a:pt x="4042233" y="636117"/>
                    </a:cubicBezTo>
                    <a:cubicBezTo>
                      <a:pt x="3994923" y="625941"/>
                      <a:pt x="3946812" y="621063"/>
                      <a:pt x="3899777" y="610576"/>
                    </a:cubicBezTo>
                    <a:cubicBezTo>
                      <a:pt x="3864554" y="602488"/>
                      <a:pt x="3829196" y="592371"/>
                      <a:pt x="3796441" y="577707"/>
                    </a:cubicBezTo>
                    <a:cubicBezTo>
                      <a:pt x="3748937" y="556178"/>
                      <a:pt x="3706395" y="521788"/>
                      <a:pt x="3648774" y="535623"/>
                    </a:cubicBezTo>
                    <a:cubicBezTo>
                      <a:pt x="3598036" y="547820"/>
                      <a:pt x="3550396" y="532716"/>
                      <a:pt x="3502227" y="518518"/>
                    </a:cubicBezTo>
                    <a:cubicBezTo>
                      <a:pt x="3466848" y="508111"/>
                      <a:pt x="3431455" y="497410"/>
                      <a:pt x="3395228" y="491723"/>
                    </a:cubicBezTo>
                    <a:cubicBezTo>
                      <a:pt x="3352235" y="485040"/>
                      <a:pt x="3304663" y="492363"/>
                      <a:pt x="3265757" y="477242"/>
                    </a:cubicBezTo>
                    <a:cubicBezTo>
                      <a:pt x="3225052" y="461369"/>
                      <a:pt x="3193136" y="476075"/>
                      <a:pt x="3158404" y="483689"/>
                    </a:cubicBezTo>
                    <a:cubicBezTo>
                      <a:pt x="3102986" y="495623"/>
                      <a:pt x="3048333" y="514498"/>
                      <a:pt x="2990483" y="499212"/>
                    </a:cubicBezTo>
                    <a:cubicBezTo>
                      <a:pt x="2920173" y="480697"/>
                      <a:pt x="2850324" y="460405"/>
                      <a:pt x="2779802" y="443069"/>
                    </a:cubicBezTo>
                    <a:cubicBezTo>
                      <a:pt x="2752548" y="436477"/>
                      <a:pt x="2723606" y="434954"/>
                      <a:pt x="2695508" y="433082"/>
                    </a:cubicBezTo>
                    <a:cubicBezTo>
                      <a:pt x="2668903" y="431690"/>
                      <a:pt x="2637847" y="441965"/>
                      <a:pt x="2616713" y="431172"/>
                    </a:cubicBezTo>
                    <a:cubicBezTo>
                      <a:pt x="2562378" y="403411"/>
                      <a:pt x="2507687" y="391698"/>
                      <a:pt x="2447364" y="395810"/>
                    </a:cubicBezTo>
                    <a:cubicBezTo>
                      <a:pt x="2424744" y="397352"/>
                      <a:pt x="2401814" y="385802"/>
                      <a:pt x="2378751" y="385044"/>
                    </a:cubicBezTo>
                    <a:cubicBezTo>
                      <a:pt x="2347229" y="384281"/>
                      <a:pt x="2310735" y="378901"/>
                      <a:pt x="2284230" y="391782"/>
                    </a:cubicBezTo>
                    <a:cubicBezTo>
                      <a:pt x="2221919" y="422248"/>
                      <a:pt x="2168532" y="404037"/>
                      <a:pt x="2110801" y="382042"/>
                    </a:cubicBezTo>
                    <a:cubicBezTo>
                      <a:pt x="2053961" y="360279"/>
                      <a:pt x="1994577" y="343935"/>
                      <a:pt x="1934854" y="331108"/>
                    </a:cubicBezTo>
                    <a:cubicBezTo>
                      <a:pt x="1912400" y="326519"/>
                      <a:pt x="1886705" y="338470"/>
                      <a:pt x="1862479" y="342158"/>
                    </a:cubicBezTo>
                    <a:cubicBezTo>
                      <a:pt x="1853818" y="343333"/>
                      <a:pt x="1844309" y="344855"/>
                      <a:pt x="1836283" y="342488"/>
                    </a:cubicBezTo>
                    <a:cubicBezTo>
                      <a:pt x="1758698" y="319808"/>
                      <a:pt x="1680403" y="303878"/>
                      <a:pt x="1599327" y="323970"/>
                    </a:cubicBezTo>
                    <a:cubicBezTo>
                      <a:pt x="1591888" y="325937"/>
                      <a:pt x="1583257" y="323319"/>
                      <a:pt x="1575578" y="321802"/>
                    </a:cubicBezTo>
                    <a:cubicBezTo>
                      <a:pt x="1538035" y="313873"/>
                      <a:pt x="1500950" y="299795"/>
                      <a:pt x="1463288" y="298576"/>
                    </a:cubicBezTo>
                    <a:cubicBezTo>
                      <a:pt x="1370438" y="295582"/>
                      <a:pt x="1277384" y="298137"/>
                      <a:pt x="1184165" y="298373"/>
                    </a:cubicBezTo>
                    <a:cubicBezTo>
                      <a:pt x="1178344" y="298480"/>
                      <a:pt x="1172255" y="298896"/>
                      <a:pt x="1166899" y="297220"/>
                    </a:cubicBezTo>
                    <a:cubicBezTo>
                      <a:pt x="1131827" y="287082"/>
                      <a:pt x="1102238" y="293180"/>
                      <a:pt x="1074855" y="318934"/>
                    </a:cubicBezTo>
                    <a:cubicBezTo>
                      <a:pt x="1062808" y="330244"/>
                      <a:pt x="1045783" y="336940"/>
                      <a:pt x="1030232" y="343829"/>
                    </a:cubicBezTo>
                    <a:cubicBezTo>
                      <a:pt x="1007334" y="354132"/>
                      <a:pt x="983839" y="364180"/>
                      <a:pt x="959854" y="371351"/>
                    </a:cubicBezTo>
                    <a:cubicBezTo>
                      <a:pt x="936141" y="378210"/>
                      <a:pt x="910825" y="387219"/>
                      <a:pt x="887350" y="384742"/>
                    </a:cubicBezTo>
                    <a:cubicBezTo>
                      <a:pt x="845096" y="380339"/>
                      <a:pt x="804258" y="366810"/>
                      <a:pt x="762349" y="358882"/>
                    </a:cubicBezTo>
                    <a:cubicBezTo>
                      <a:pt x="747884" y="356082"/>
                      <a:pt x="732263" y="357732"/>
                      <a:pt x="717454" y="358448"/>
                    </a:cubicBezTo>
                    <a:cubicBezTo>
                      <a:pt x="683463" y="359893"/>
                      <a:pt x="649238" y="370675"/>
                      <a:pt x="616859" y="348700"/>
                    </a:cubicBezTo>
                    <a:cubicBezTo>
                      <a:pt x="586900" y="328019"/>
                      <a:pt x="558641" y="336644"/>
                      <a:pt x="529939" y="355789"/>
                    </a:cubicBezTo>
                    <a:cubicBezTo>
                      <a:pt x="509309" y="369433"/>
                      <a:pt x="485605" y="380664"/>
                      <a:pt x="461851" y="386945"/>
                    </a:cubicBezTo>
                    <a:cubicBezTo>
                      <a:pt x="429225" y="395576"/>
                      <a:pt x="396634" y="400422"/>
                      <a:pt x="360707" y="399082"/>
                    </a:cubicBezTo>
                    <a:cubicBezTo>
                      <a:pt x="335299" y="398193"/>
                      <a:pt x="314629" y="398437"/>
                      <a:pt x="293863" y="384410"/>
                    </a:cubicBezTo>
                    <a:cubicBezTo>
                      <a:pt x="290517" y="382308"/>
                      <a:pt x="284678" y="382122"/>
                      <a:pt x="280347" y="382711"/>
                    </a:cubicBezTo>
                    <a:cubicBezTo>
                      <a:pt x="223554" y="391535"/>
                      <a:pt x="166827" y="392780"/>
                      <a:pt x="108881" y="393231"/>
                    </a:cubicBezTo>
                    <a:cubicBezTo>
                      <a:pt x="90460" y="393322"/>
                      <a:pt x="71882" y="394571"/>
                      <a:pt x="53435" y="397222"/>
                    </a:cubicBezTo>
                    <a:lnTo>
                      <a:pt x="0" y="409348"/>
                    </a:lnTo>
                    <a:close/>
                  </a:path>
                </a:pathLst>
              </a:custGeom>
              <a:solidFill>
                <a:schemeClr val="lt1"/>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Freeform: Shape 13">
                <a:extLst>
                  <a:ext uri="{FF2B5EF4-FFF2-40B4-BE49-F238E27FC236}">
                    <a16:creationId xmlns:a16="http://schemas.microsoft.com/office/drawing/2014/main" id="{024CB190-EFCD-4B40-9CDD-E3C0EB4B3C2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0" y="0"/>
                <a:ext cx="10455568" cy="715479"/>
              </a:xfrm>
              <a:custGeom>
                <a:avLst/>
                <a:gdLst>
                  <a:gd name="connsiteX0" fmla="*/ 0 w 10455568"/>
                  <a:gd name="connsiteY0" fmla="*/ 0 h 715479"/>
                  <a:gd name="connsiteX1" fmla="*/ 10455568 w 10455568"/>
                  <a:gd name="connsiteY1" fmla="*/ 0 h 715479"/>
                  <a:gd name="connsiteX2" fmla="*/ 10434629 w 10455568"/>
                  <a:gd name="connsiteY2" fmla="*/ 8947 h 715479"/>
                  <a:gd name="connsiteX3" fmla="*/ 10249341 w 10455568"/>
                  <a:gd name="connsiteY3" fmla="*/ 73146 h 715479"/>
                  <a:gd name="connsiteX4" fmla="*/ 10172148 w 10455568"/>
                  <a:gd name="connsiteY4" fmla="*/ 103170 h 715479"/>
                  <a:gd name="connsiteX5" fmla="*/ 9994576 w 10455568"/>
                  <a:gd name="connsiteY5" fmla="*/ 156647 h 715479"/>
                  <a:gd name="connsiteX6" fmla="*/ 9894474 w 10455568"/>
                  <a:gd name="connsiteY6" fmla="*/ 192604 h 715479"/>
                  <a:gd name="connsiteX7" fmla="*/ 9647603 w 10455568"/>
                  <a:gd name="connsiteY7" fmla="*/ 242354 h 715479"/>
                  <a:gd name="connsiteX8" fmla="*/ 9392533 w 10455568"/>
                  <a:gd name="connsiteY8" fmla="*/ 291498 h 715479"/>
                  <a:gd name="connsiteX9" fmla="*/ 9252019 w 10455568"/>
                  <a:gd name="connsiteY9" fmla="*/ 311564 h 715479"/>
                  <a:gd name="connsiteX10" fmla="*/ 9129899 w 10455568"/>
                  <a:gd name="connsiteY10" fmla="*/ 336497 h 715479"/>
                  <a:gd name="connsiteX11" fmla="*/ 9023312 w 10455568"/>
                  <a:gd name="connsiteY11" fmla="*/ 354253 h 715479"/>
                  <a:gd name="connsiteX12" fmla="*/ 8853949 w 10455568"/>
                  <a:gd name="connsiteY12" fmla="*/ 387064 h 715479"/>
                  <a:gd name="connsiteX13" fmla="*/ 8783278 w 10455568"/>
                  <a:gd name="connsiteY13" fmla="*/ 397418 h 715479"/>
                  <a:gd name="connsiteX14" fmla="*/ 8615640 w 10455568"/>
                  <a:gd name="connsiteY14" fmla="*/ 408552 h 715479"/>
                  <a:gd name="connsiteX15" fmla="*/ 8557154 w 10455568"/>
                  <a:gd name="connsiteY15" fmla="*/ 409627 h 715479"/>
                  <a:gd name="connsiteX16" fmla="*/ 8442474 w 10455568"/>
                  <a:gd name="connsiteY16" fmla="*/ 381318 h 715479"/>
                  <a:gd name="connsiteX17" fmla="*/ 8428959 w 10455568"/>
                  <a:gd name="connsiteY17" fmla="*/ 379618 h 715479"/>
                  <a:gd name="connsiteX18" fmla="*/ 8354329 w 10455568"/>
                  <a:gd name="connsiteY18" fmla="*/ 370428 h 715479"/>
                  <a:gd name="connsiteX19" fmla="*/ 8313705 w 10455568"/>
                  <a:gd name="connsiteY19" fmla="*/ 368535 h 715479"/>
                  <a:gd name="connsiteX20" fmla="*/ 8158571 w 10455568"/>
                  <a:gd name="connsiteY20" fmla="*/ 349396 h 715479"/>
                  <a:gd name="connsiteX21" fmla="*/ 8069467 w 10455568"/>
                  <a:gd name="connsiteY21" fmla="*/ 341485 h 715479"/>
                  <a:gd name="connsiteX22" fmla="*/ 7998265 w 10455568"/>
                  <a:gd name="connsiteY22" fmla="*/ 348379 h 715479"/>
                  <a:gd name="connsiteX23" fmla="*/ 7873167 w 10455568"/>
                  <a:gd name="connsiteY23" fmla="*/ 359529 h 715479"/>
                  <a:gd name="connsiteX24" fmla="*/ 7833600 w 10455568"/>
                  <a:gd name="connsiteY24" fmla="*/ 368926 h 715479"/>
                  <a:gd name="connsiteX25" fmla="*/ 7651338 w 10455568"/>
                  <a:gd name="connsiteY25" fmla="*/ 362121 h 715479"/>
                  <a:gd name="connsiteX26" fmla="*/ 7548003 w 10455568"/>
                  <a:gd name="connsiteY26" fmla="*/ 367710 h 715479"/>
                  <a:gd name="connsiteX27" fmla="*/ 7430093 w 10455568"/>
                  <a:gd name="connsiteY27" fmla="*/ 351855 h 715479"/>
                  <a:gd name="connsiteX28" fmla="*/ 7396245 w 10455568"/>
                  <a:gd name="connsiteY28" fmla="*/ 355328 h 715479"/>
                  <a:gd name="connsiteX29" fmla="*/ 7358394 w 10455568"/>
                  <a:gd name="connsiteY29" fmla="*/ 359950 h 715479"/>
                  <a:gd name="connsiteX30" fmla="*/ 7241933 w 10455568"/>
                  <a:gd name="connsiteY30" fmla="*/ 369637 h 715479"/>
                  <a:gd name="connsiteX31" fmla="*/ 7171767 w 10455568"/>
                  <a:gd name="connsiteY31" fmla="*/ 383160 h 715479"/>
                  <a:gd name="connsiteX32" fmla="*/ 7036569 w 10455568"/>
                  <a:gd name="connsiteY32" fmla="*/ 387132 h 715479"/>
                  <a:gd name="connsiteX33" fmla="*/ 6987200 w 10455568"/>
                  <a:gd name="connsiteY33" fmla="*/ 398073 h 715479"/>
                  <a:gd name="connsiteX34" fmla="*/ 6861115 w 10455568"/>
                  <a:gd name="connsiteY34" fmla="*/ 407542 h 715479"/>
                  <a:gd name="connsiteX35" fmla="*/ 6747718 w 10455568"/>
                  <a:gd name="connsiteY35" fmla="*/ 410900 h 715479"/>
                  <a:gd name="connsiteX36" fmla="*/ 6638839 w 10455568"/>
                  <a:gd name="connsiteY36" fmla="*/ 420654 h 715479"/>
                  <a:gd name="connsiteX37" fmla="*/ 6561486 w 10455568"/>
                  <a:gd name="connsiteY37" fmla="*/ 435540 h 715479"/>
                  <a:gd name="connsiteX38" fmla="*/ 6477200 w 10455568"/>
                  <a:gd name="connsiteY38" fmla="*/ 447113 h 715479"/>
                  <a:gd name="connsiteX39" fmla="*/ 6246111 w 10455568"/>
                  <a:gd name="connsiteY39" fmla="*/ 497537 h 715479"/>
                  <a:gd name="connsiteX40" fmla="*/ 6202328 w 10455568"/>
                  <a:gd name="connsiteY40" fmla="*/ 492074 h 715479"/>
                  <a:gd name="connsiteX41" fmla="*/ 5956458 w 10455568"/>
                  <a:gd name="connsiteY41" fmla="*/ 500965 h 715479"/>
                  <a:gd name="connsiteX42" fmla="*/ 5903139 w 10455568"/>
                  <a:gd name="connsiteY42" fmla="*/ 505186 h 715479"/>
                  <a:gd name="connsiteX43" fmla="*/ 5757547 w 10455568"/>
                  <a:gd name="connsiteY43" fmla="*/ 480730 h 715479"/>
                  <a:gd name="connsiteX44" fmla="*/ 5540270 w 10455568"/>
                  <a:gd name="connsiteY44" fmla="*/ 550023 h 715479"/>
                  <a:gd name="connsiteX45" fmla="*/ 5338128 w 10455568"/>
                  <a:gd name="connsiteY45" fmla="*/ 631974 h 715479"/>
                  <a:gd name="connsiteX46" fmla="*/ 5312622 w 10455568"/>
                  <a:gd name="connsiteY46" fmla="*/ 642454 h 715479"/>
                  <a:gd name="connsiteX47" fmla="*/ 5239393 w 10455568"/>
                  <a:gd name="connsiteY47" fmla="*/ 662307 h 715479"/>
                  <a:gd name="connsiteX48" fmla="*/ 5147821 w 10455568"/>
                  <a:gd name="connsiteY48" fmla="*/ 673791 h 715479"/>
                  <a:gd name="connsiteX49" fmla="*/ 5032111 w 10455568"/>
                  <a:gd name="connsiteY49" fmla="*/ 694497 h 715479"/>
                  <a:gd name="connsiteX50" fmla="*/ 4937648 w 10455568"/>
                  <a:gd name="connsiteY50" fmla="*/ 684913 h 715479"/>
                  <a:gd name="connsiteX51" fmla="*/ 4805529 w 10455568"/>
                  <a:gd name="connsiteY51" fmla="*/ 670032 h 715479"/>
                  <a:gd name="connsiteX52" fmla="*/ 4681029 w 10455568"/>
                  <a:gd name="connsiteY52" fmla="*/ 655792 h 715479"/>
                  <a:gd name="connsiteX53" fmla="*/ 4643990 w 10455568"/>
                  <a:gd name="connsiteY53" fmla="*/ 685120 h 715479"/>
                  <a:gd name="connsiteX54" fmla="*/ 4585542 w 10455568"/>
                  <a:gd name="connsiteY54" fmla="*/ 712411 h 715479"/>
                  <a:gd name="connsiteX55" fmla="*/ 4516947 w 10455568"/>
                  <a:gd name="connsiteY55" fmla="*/ 689117 h 715479"/>
                  <a:gd name="connsiteX56" fmla="*/ 4356995 w 10455568"/>
                  <a:gd name="connsiteY56" fmla="*/ 642048 h 715479"/>
                  <a:gd name="connsiteX57" fmla="*/ 4258219 w 10455568"/>
                  <a:gd name="connsiteY57" fmla="*/ 646156 h 715479"/>
                  <a:gd name="connsiteX58" fmla="*/ 4042233 w 10455568"/>
                  <a:gd name="connsiteY58" fmla="*/ 636117 h 715479"/>
                  <a:gd name="connsiteX59" fmla="*/ 3899777 w 10455568"/>
                  <a:gd name="connsiteY59" fmla="*/ 610576 h 715479"/>
                  <a:gd name="connsiteX60" fmla="*/ 3796441 w 10455568"/>
                  <a:gd name="connsiteY60" fmla="*/ 577707 h 715479"/>
                  <a:gd name="connsiteX61" fmla="*/ 3648774 w 10455568"/>
                  <a:gd name="connsiteY61" fmla="*/ 535623 h 715479"/>
                  <a:gd name="connsiteX62" fmla="*/ 3502227 w 10455568"/>
                  <a:gd name="connsiteY62" fmla="*/ 518518 h 715479"/>
                  <a:gd name="connsiteX63" fmla="*/ 3395228 w 10455568"/>
                  <a:gd name="connsiteY63" fmla="*/ 491723 h 715479"/>
                  <a:gd name="connsiteX64" fmla="*/ 3265757 w 10455568"/>
                  <a:gd name="connsiteY64" fmla="*/ 477242 h 715479"/>
                  <a:gd name="connsiteX65" fmla="*/ 3158404 w 10455568"/>
                  <a:gd name="connsiteY65" fmla="*/ 483689 h 715479"/>
                  <a:gd name="connsiteX66" fmla="*/ 2990483 w 10455568"/>
                  <a:gd name="connsiteY66" fmla="*/ 499212 h 715479"/>
                  <a:gd name="connsiteX67" fmla="*/ 2779802 w 10455568"/>
                  <a:gd name="connsiteY67" fmla="*/ 443069 h 715479"/>
                  <a:gd name="connsiteX68" fmla="*/ 2695508 w 10455568"/>
                  <a:gd name="connsiteY68" fmla="*/ 433082 h 715479"/>
                  <a:gd name="connsiteX69" fmla="*/ 2616713 w 10455568"/>
                  <a:gd name="connsiteY69" fmla="*/ 431172 h 715479"/>
                  <a:gd name="connsiteX70" fmla="*/ 2447364 w 10455568"/>
                  <a:gd name="connsiteY70" fmla="*/ 395810 h 715479"/>
                  <a:gd name="connsiteX71" fmla="*/ 2378751 w 10455568"/>
                  <a:gd name="connsiteY71" fmla="*/ 385044 h 715479"/>
                  <a:gd name="connsiteX72" fmla="*/ 2284230 w 10455568"/>
                  <a:gd name="connsiteY72" fmla="*/ 391782 h 715479"/>
                  <a:gd name="connsiteX73" fmla="*/ 2110801 w 10455568"/>
                  <a:gd name="connsiteY73" fmla="*/ 382042 h 715479"/>
                  <a:gd name="connsiteX74" fmla="*/ 1934854 w 10455568"/>
                  <a:gd name="connsiteY74" fmla="*/ 331108 h 715479"/>
                  <a:gd name="connsiteX75" fmla="*/ 1862479 w 10455568"/>
                  <a:gd name="connsiteY75" fmla="*/ 342158 h 715479"/>
                  <a:gd name="connsiteX76" fmla="*/ 1836283 w 10455568"/>
                  <a:gd name="connsiteY76" fmla="*/ 342488 h 715479"/>
                  <a:gd name="connsiteX77" fmla="*/ 1599327 w 10455568"/>
                  <a:gd name="connsiteY77" fmla="*/ 323970 h 715479"/>
                  <a:gd name="connsiteX78" fmla="*/ 1575578 w 10455568"/>
                  <a:gd name="connsiteY78" fmla="*/ 321802 h 715479"/>
                  <a:gd name="connsiteX79" fmla="*/ 1463288 w 10455568"/>
                  <a:gd name="connsiteY79" fmla="*/ 298576 h 715479"/>
                  <a:gd name="connsiteX80" fmla="*/ 1184165 w 10455568"/>
                  <a:gd name="connsiteY80" fmla="*/ 298373 h 715479"/>
                  <a:gd name="connsiteX81" fmla="*/ 1166899 w 10455568"/>
                  <a:gd name="connsiteY81" fmla="*/ 297220 h 715479"/>
                  <a:gd name="connsiteX82" fmla="*/ 1074855 w 10455568"/>
                  <a:gd name="connsiteY82" fmla="*/ 318934 h 715479"/>
                  <a:gd name="connsiteX83" fmla="*/ 1030232 w 10455568"/>
                  <a:gd name="connsiteY83" fmla="*/ 343829 h 715479"/>
                  <a:gd name="connsiteX84" fmla="*/ 959854 w 10455568"/>
                  <a:gd name="connsiteY84" fmla="*/ 371351 h 715479"/>
                  <a:gd name="connsiteX85" fmla="*/ 887350 w 10455568"/>
                  <a:gd name="connsiteY85" fmla="*/ 384742 h 715479"/>
                  <a:gd name="connsiteX86" fmla="*/ 762349 w 10455568"/>
                  <a:gd name="connsiteY86" fmla="*/ 358882 h 715479"/>
                  <a:gd name="connsiteX87" fmla="*/ 717454 w 10455568"/>
                  <a:gd name="connsiteY87" fmla="*/ 358448 h 715479"/>
                  <a:gd name="connsiteX88" fmla="*/ 616859 w 10455568"/>
                  <a:gd name="connsiteY88" fmla="*/ 348700 h 715479"/>
                  <a:gd name="connsiteX89" fmla="*/ 529939 w 10455568"/>
                  <a:gd name="connsiteY89" fmla="*/ 355789 h 715479"/>
                  <a:gd name="connsiteX90" fmla="*/ 461851 w 10455568"/>
                  <a:gd name="connsiteY90" fmla="*/ 386945 h 715479"/>
                  <a:gd name="connsiteX91" fmla="*/ 360707 w 10455568"/>
                  <a:gd name="connsiteY91" fmla="*/ 399082 h 715479"/>
                  <a:gd name="connsiteX92" fmla="*/ 293863 w 10455568"/>
                  <a:gd name="connsiteY92" fmla="*/ 384410 h 715479"/>
                  <a:gd name="connsiteX93" fmla="*/ 280347 w 10455568"/>
                  <a:gd name="connsiteY93" fmla="*/ 382711 h 715479"/>
                  <a:gd name="connsiteX94" fmla="*/ 108881 w 10455568"/>
                  <a:gd name="connsiteY94" fmla="*/ 393231 h 715479"/>
                  <a:gd name="connsiteX95" fmla="*/ 53435 w 10455568"/>
                  <a:gd name="connsiteY95" fmla="*/ 397222 h 715479"/>
                  <a:gd name="connsiteX96" fmla="*/ 0 w 10455568"/>
                  <a:gd name="connsiteY96" fmla="*/ 409348 h 7154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Lst>
                <a:rect l="l" t="t" r="r" b="b"/>
                <a:pathLst>
                  <a:path w="10455568" h="715479">
                    <a:moveTo>
                      <a:pt x="0" y="0"/>
                    </a:moveTo>
                    <a:lnTo>
                      <a:pt x="10455568" y="0"/>
                    </a:lnTo>
                    <a:lnTo>
                      <a:pt x="10434629" y="8947"/>
                    </a:lnTo>
                    <a:cubicBezTo>
                      <a:pt x="10373917" y="32898"/>
                      <a:pt x="10311087" y="51455"/>
                      <a:pt x="10249341" y="73146"/>
                    </a:cubicBezTo>
                    <a:cubicBezTo>
                      <a:pt x="10223176" y="82504"/>
                      <a:pt x="10198388" y="94974"/>
                      <a:pt x="10172148" y="103170"/>
                    </a:cubicBezTo>
                    <a:cubicBezTo>
                      <a:pt x="10113395" y="121743"/>
                      <a:pt x="10053617" y="138053"/>
                      <a:pt x="9994576" y="156647"/>
                    </a:cubicBezTo>
                    <a:cubicBezTo>
                      <a:pt x="9960929" y="167389"/>
                      <a:pt x="9928899" y="184724"/>
                      <a:pt x="9894474" y="192604"/>
                    </a:cubicBezTo>
                    <a:cubicBezTo>
                      <a:pt x="9812718" y="211289"/>
                      <a:pt x="9730121" y="226242"/>
                      <a:pt x="9647603" y="242354"/>
                    </a:cubicBezTo>
                    <a:cubicBezTo>
                      <a:pt x="9562500" y="258935"/>
                      <a:pt x="9477721" y="276078"/>
                      <a:pt x="9392533" y="291498"/>
                    </a:cubicBezTo>
                    <a:cubicBezTo>
                      <a:pt x="9345891" y="299632"/>
                      <a:pt x="9298681" y="303723"/>
                      <a:pt x="9252019" y="311564"/>
                    </a:cubicBezTo>
                    <a:cubicBezTo>
                      <a:pt x="9211115" y="318433"/>
                      <a:pt x="9170740" y="328758"/>
                      <a:pt x="9129899" y="336497"/>
                    </a:cubicBezTo>
                    <a:cubicBezTo>
                      <a:pt x="9094507" y="342987"/>
                      <a:pt x="9058706" y="347759"/>
                      <a:pt x="9023312" y="354253"/>
                    </a:cubicBezTo>
                    <a:cubicBezTo>
                      <a:pt x="8966639" y="364814"/>
                      <a:pt x="8910315" y="376230"/>
                      <a:pt x="8853949" y="387064"/>
                    </a:cubicBezTo>
                    <a:cubicBezTo>
                      <a:pt x="8830350" y="391295"/>
                      <a:pt x="8805902" y="400245"/>
                      <a:pt x="8783278" y="397418"/>
                    </a:cubicBezTo>
                    <a:cubicBezTo>
                      <a:pt x="8726267" y="390232"/>
                      <a:pt x="8671093" y="397198"/>
                      <a:pt x="8615640" y="408552"/>
                    </a:cubicBezTo>
                    <a:cubicBezTo>
                      <a:pt x="8596680" y="412471"/>
                      <a:pt x="8576049" y="413291"/>
                      <a:pt x="8557154" y="409627"/>
                    </a:cubicBezTo>
                    <a:cubicBezTo>
                      <a:pt x="8518491" y="402356"/>
                      <a:pt x="8480716" y="390947"/>
                      <a:pt x="8442474" y="381318"/>
                    </a:cubicBezTo>
                    <a:cubicBezTo>
                      <a:pt x="8438313" y="380145"/>
                      <a:pt x="8433365" y="380189"/>
                      <a:pt x="8428959" y="379618"/>
                    </a:cubicBezTo>
                    <a:cubicBezTo>
                      <a:pt x="8403970" y="376366"/>
                      <a:pt x="8379279" y="373098"/>
                      <a:pt x="8354329" y="370428"/>
                    </a:cubicBezTo>
                    <a:cubicBezTo>
                      <a:pt x="8340833" y="369017"/>
                      <a:pt x="8327184" y="369657"/>
                      <a:pt x="8313705" y="368535"/>
                    </a:cubicBezTo>
                    <a:cubicBezTo>
                      <a:pt x="8261532" y="363935"/>
                      <a:pt x="8205623" y="381441"/>
                      <a:pt x="8158571" y="349396"/>
                    </a:cubicBezTo>
                    <a:cubicBezTo>
                      <a:pt x="8128030" y="328752"/>
                      <a:pt x="8100257" y="335890"/>
                      <a:pt x="8069467" y="341485"/>
                    </a:cubicBezTo>
                    <a:cubicBezTo>
                      <a:pt x="8046153" y="345696"/>
                      <a:pt x="8022024" y="346466"/>
                      <a:pt x="7998265" y="348379"/>
                    </a:cubicBezTo>
                    <a:cubicBezTo>
                      <a:pt x="7956565" y="352093"/>
                      <a:pt x="7914826" y="355232"/>
                      <a:pt x="7873167" y="359529"/>
                    </a:cubicBezTo>
                    <a:cubicBezTo>
                      <a:pt x="7859864" y="361016"/>
                      <a:pt x="7846730" y="369197"/>
                      <a:pt x="7833600" y="368926"/>
                    </a:cubicBezTo>
                    <a:cubicBezTo>
                      <a:pt x="7772906" y="367528"/>
                      <a:pt x="7711993" y="362939"/>
                      <a:pt x="7651338" y="362121"/>
                    </a:cubicBezTo>
                    <a:cubicBezTo>
                      <a:pt x="7616924" y="361556"/>
                      <a:pt x="7582209" y="369456"/>
                      <a:pt x="7548003" y="367710"/>
                    </a:cubicBezTo>
                    <a:cubicBezTo>
                      <a:pt x="7508539" y="365739"/>
                      <a:pt x="7469448" y="356458"/>
                      <a:pt x="7430093" y="351855"/>
                    </a:cubicBezTo>
                    <a:cubicBezTo>
                      <a:pt x="7419227" y="350559"/>
                      <a:pt x="7407516" y="353979"/>
                      <a:pt x="7396245" y="355328"/>
                    </a:cubicBezTo>
                    <a:cubicBezTo>
                      <a:pt x="7383524" y="356781"/>
                      <a:pt x="7371134" y="358791"/>
                      <a:pt x="7358394" y="359950"/>
                    </a:cubicBezTo>
                    <a:cubicBezTo>
                      <a:pt x="7319573" y="363179"/>
                      <a:pt x="7280655" y="364958"/>
                      <a:pt x="7241933" y="369637"/>
                    </a:cubicBezTo>
                    <a:cubicBezTo>
                      <a:pt x="7218235" y="372418"/>
                      <a:pt x="7194108" y="386008"/>
                      <a:pt x="7171767" y="383160"/>
                    </a:cubicBezTo>
                    <a:cubicBezTo>
                      <a:pt x="7126248" y="377813"/>
                      <a:pt x="7082583" y="399728"/>
                      <a:pt x="7036569" y="387132"/>
                    </a:cubicBezTo>
                    <a:cubicBezTo>
                      <a:pt x="7022328" y="383442"/>
                      <a:pt x="7003983" y="396347"/>
                      <a:pt x="6987200" y="398073"/>
                    </a:cubicBezTo>
                    <a:cubicBezTo>
                      <a:pt x="6945251" y="402388"/>
                      <a:pt x="6903183" y="404965"/>
                      <a:pt x="6861115" y="407542"/>
                    </a:cubicBezTo>
                    <a:cubicBezTo>
                      <a:pt x="6823394" y="409822"/>
                      <a:pt x="6784520" y="416550"/>
                      <a:pt x="6747718" y="410900"/>
                    </a:cubicBezTo>
                    <a:cubicBezTo>
                      <a:pt x="6709137" y="404791"/>
                      <a:pt x="6674999" y="408284"/>
                      <a:pt x="6638839" y="420654"/>
                    </a:cubicBezTo>
                    <a:cubicBezTo>
                      <a:pt x="6614066" y="429044"/>
                      <a:pt x="6587444" y="431733"/>
                      <a:pt x="6561486" y="435540"/>
                    </a:cubicBezTo>
                    <a:cubicBezTo>
                      <a:pt x="6533513" y="439778"/>
                      <a:pt x="6502069" y="435804"/>
                      <a:pt x="6477200" y="447113"/>
                    </a:cubicBezTo>
                    <a:cubicBezTo>
                      <a:pt x="6403159" y="480713"/>
                      <a:pt x="6325566" y="492119"/>
                      <a:pt x="6246111" y="497537"/>
                    </a:cubicBezTo>
                    <a:cubicBezTo>
                      <a:pt x="6231608" y="498524"/>
                      <a:pt x="6216540" y="495475"/>
                      <a:pt x="6202328" y="492074"/>
                    </a:cubicBezTo>
                    <a:cubicBezTo>
                      <a:pt x="6119346" y="471508"/>
                      <a:pt x="6038018" y="479381"/>
                      <a:pt x="5956458" y="500965"/>
                    </a:cubicBezTo>
                    <a:cubicBezTo>
                      <a:pt x="5939584" y="505613"/>
                      <a:pt x="5920486" y="507499"/>
                      <a:pt x="5903139" y="505186"/>
                    </a:cubicBezTo>
                    <a:cubicBezTo>
                      <a:pt x="5854306" y="498315"/>
                      <a:pt x="5806470" y="484677"/>
                      <a:pt x="5757547" y="480730"/>
                    </a:cubicBezTo>
                    <a:cubicBezTo>
                      <a:pt x="5676701" y="474297"/>
                      <a:pt x="5610121" y="519038"/>
                      <a:pt x="5540270" y="550023"/>
                    </a:cubicBezTo>
                    <a:cubicBezTo>
                      <a:pt x="5473801" y="579316"/>
                      <a:pt x="5419599" y="638949"/>
                      <a:pt x="5338128" y="631974"/>
                    </a:cubicBezTo>
                    <a:cubicBezTo>
                      <a:pt x="5329931" y="631367"/>
                      <a:pt x="5321476" y="639812"/>
                      <a:pt x="5312622" y="642454"/>
                    </a:cubicBezTo>
                    <a:cubicBezTo>
                      <a:pt x="5288350" y="649647"/>
                      <a:pt x="5264155" y="657994"/>
                      <a:pt x="5239393" y="662307"/>
                    </a:cubicBezTo>
                    <a:cubicBezTo>
                      <a:pt x="5209181" y="667862"/>
                      <a:pt x="5178072" y="668817"/>
                      <a:pt x="5147821" y="673791"/>
                    </a:cubicBezTo>
                    <a:cubicBezTo>
                      <a:pt x="5108908" y="679940"/>
                      <a:pt x="5070972" y="691848"/>
                      <a:pt x="5032111" y="694497"/>
                    </a:cubicBezTo>
                    <a:cubicBezTo>
                      <a:pt x="5000793" y="696632"/>
                      <a:pt x="4969032" y="688019"/>
                      <a:pt x="4937648" y="684913"/>
                    </a:cubicBezTo>
                    <a:cubicBezTo>
                      <a:pt x="4893363" y="680649"/>
                      <a:pt x="4845361" y="685962"/>
                      <a:pt x="4805529" y="670032"/>
                    </a:cubicBezTo>
                    <a:cubicBezTo>
                      <a:pt x="4763006" y="653119"/>
                      <a:pt x="4723244" y="646796"/>
                      <a:pt x="4681029" y="655792"/>
                    </a:cubicBezTo>
                    <a:cubicBezTo>
                      <a:pt x="4666957" y="658791"/>
                      <a:pt x="4649519" y="672217"/>
                      <a:pt x="4643990" y="685120"/>
                    </a:cubicBezTo>
                    <a:cubicBezTo>
                      <a:pt x="4631676" y="713928"/>
                      <a:pt x="4612585" y="720184"/>
                      <a:pt x="4585542" y="712411"/>
                    </a:cubicBezTo>
                    <a:cubicBezTo>
                      <a:pt x="4562077" y="705853"/>
                      <a:pt x="4533672" y="703713"/>
                      <a:pt x="4516947" y="689117"/>
                    </a:cubicBezTo>
                    <a:cubicBezTo>
                      <a:pt x="4469552" y="647774"/>
                      <a:pt x="4412904" y="650180"/>
                      <a:pt x="4356995" y="642048"/>
                    </a:cubicBezTo>
                    <a:cubicBezTo>
                      <a:pt x="4322867" y="637088"/>
                      <a:pt x="4291523" y="638934"/>
                      <a:pt x="4258219" y="646156"/>
                    </a:cubicBezTo>
                    <a:cubicBezTo>
                      <a:pt x="4185895" y="662159"/>
                      <a:pt x="4113776" y="651342"/>
                      <a:pt x="4042233" y="636117"/>
                    </a:cubicBezTo>
                    <a:cubicBezTo>
                      <a:pt x="3994923" y="625941"/>
                      <a:pt x="3946812" y="621063"/>
                      <a:pt x="3899777" y="610576"/>
                    </a:cubicBezTo>
                    <a:cubicBezTo>
                      <a:pt x="3864554" y="602488"/>
                      <a:pt x="3829196" y="592371"/>
                      <a:pt x="3796441" y="577707"/>
                    </a:cubicBezTo>
                    <a:cubicBezTo>
                      <a:pt x="3748937" y="556178"/>
                      <a:pt x="3706395" y="521788"/>
                      <a:pt x="3648774" y="535623"/>
                    </a:cubicBezTo>
                    <a:cubicBezTo>
                      <a:pt x="3598036" y="547820"/>
                      <a:pt x="3550396" y="532716"/>
                      <a:pt x="3502227" y="518518"/>
                    </a:cubicBezTo>
                    <a:cubicBezTo>
                      <a:pt x="3466848" y="508111"/>
                      <a:pt x="3431455" y="497410"/>
                      <a:pt x="3395228" y="491723"/>
                    </a:cubicBezTo>
                    <a:cubicBezTo>
                      <a:pt x="3352235" y="485040"/>
                      <a:pt x="3304663" y="492363"/>
                      <a:pt x="3265757" y="477242"/>
                    </a:cubicBezTo>
                    <a:cubicBezTo>
                      <a:pt x="3225052" y="461369"/>
                      <a:pt x="3193136" y="476075"/>
                      <a:pt x="3158404" y="483689"/>
                    </a:cubicBezTo>
                    <a:cubicBezTo>
                      <a:pt x="3102986" y="495623"/>
                      <a:pt x="3048333" y="514498"/>
                      <a:pt x="2990483" y="499212"/>
                    </a:cubicBezTo>
                    <a:cubicBezTo>
                      <a:pt x="2920173" y="480697"/>
                      <a:pt x="2850324" y="460405"/>
                      <a:pt x="2779802" y="443069"/>
                    </a:cubicBezTo>
                    <a:cubicBezTo>
                      <a:pt x="2752548" y="436477"/>
                      <a:pt x="2723606" y="434954"/>
                      <a:pt x="2695508" y="433082"/>
                    </a:cubicBezTo>
                    <a:cubicBezTo>
                      <a:pt x="2668903" y="431690"/>
                      <a:pt x="2637847" y="441965"/>
                      <a:pt x="2616713" y="431172"/>
                    </a:cubicBezTo>
                    <a:cubicBezTo>
                      <a:pt x="2562378" y="403411"/>
                      <a:pt x="2507687" y="391698"/>
                      <a:pt x="2447364" y="395810"/>
                    </a:cubicBezTo>
                    <a:cubicBezTo>
                      <a:pt x="2424744" y="397352"/>
                      <a:pt x="2401814" y="385802"/>
                      <a:pt x="2378751" y="385044"/>
                    </a:cubicBezTo>
                    <a:cubicBezTo>
                      <a:pt x="2347229" y="384281"/>
                      <a:pt x="2310735" y="378901"/>
                      <a:pt x="2284230" y="391782"/>
                    </a:cubicBezTo>
                    <a:cubicBezTo>
                      <a:pt x="2221919" y="422248"/>
                      <a:pt x="2168532" y="404037"/>
                      <a:pt x="2110801" y="382042"/>
                    </a:cubicBezTo>
                    <a:cubicBezTo>
                      <a:pt x="2053961" y="360279"/>
                      <a:pt x="1994577" y="343935"/>
                      <a:pt x="1934854" y="331108"/>
                    </a:cubicBezTo>
                    <a:cubicBezTo>
                      <a:pt x="1912400" y="326519"/>
                      <a:pt x="1886705" y="338470"/>
                      <a:pt x="1862479" y="342158"/>
                    </a:cubicBezTo>
                    <a:cubicBezTo>
                      <a:pt x="1853818" y="343333"/>
                      <a:pt x="1844309" y="344855"/>
                      <a:pt x="1836283" y="342488"/>
                    </a:cubicBezTo>
                    <a:cubicBezTo>
                      <a:pt x="1758698" y="319808"/>
                      <a:pt x="1680403" y="303878"/>
                      <a:pt x="1599327" y="323970"/>
                    </a:cubicBezTo>
                    <a:cubicBezTo>
                      <a:pt x="1591888" y="325937"/>
                      <a:pt x="1583257" y="323319"/>
                      <a:pt x="1575578" y="321802"/>
                    </a:cubicBezTo>
                    <a:cubicBezTo>
                      <a:pt x="1538035" y="313873"/>
                      <a:pt x="1500950" y="299795"/>
                      <a:pt x="1463288" y="298576"/>
                    </a:cubicBezTo>
                    <a:cubicBezTo>
                      <a:pt x="1370438" y="295582"/>
                      <a:pt x="1277384" y="298137"/>
                      <a:pt x="1184165" y="298373"/>
                    </a:cubicBezTo>
                    <a:cubicBezTo>
                      <a:pt x="1178344" y="298480"/>
                      <a:pt x="1172255" y="298896"/>
                      <a:pt x="1166899" y="297220"/>
                    </a:cubicBezTo>
                    <a:cubicBezTo>
                      <a:pt x="1131827" y="287082"/>
                      <a:pt x="1102238" y="293180"/>
                      <a:pt x="1074855" y="318934"/>
                    </a:cubicBezTo>
                    <a:cubicBezTo>
                      <a:pt x="1062808" y="330244"/>
                      <a:pt x="1045783" y="336940"/>
                      <a:pt x="1030232" y="343829"/>
                    </a:cubicBezTo>
                    <a:cubicBezTo>
                      <a:pt x="1007334" y="354132"/>
                      <a:pt x="983839" y="364180"/>
                      <a:pt x="959854" y="371351"/>
                    </a:cubicBezTo>
                    <a:cubicBezTo>
                      <a:pt x="936141" y="378210"/>
                      <a:pt x="910825" y="387219"/>
                      <a:pt x="887350" y="384742"/>
                    </a:cubicBezTo>
                    <a:cubicBezTo>
                      <a:pt x="845096" y="380339"/>
                      <a:pt x="804258" y="366810"/>
                      <a:pt x="762349" y="358882"/>
                    </a:cubicBezTo>
                    <a:cubicBezTo>
                      <a:pt x="747884" y="356082"/>
                      <a:pt x="732263" y="357732"/>
                      <a:pt x="717454" y="358448"/>
                    </a:cubicBezTo>
                    <a:cubicBezTo>
                      <a:pt x="683463" y="359893"/>
                      <a:pt x="649238" y="370675"/>
                      <a:pt x="616859" y="348700"/>
                    </a:cubicBezTo>
                    <a:cubicBezTo>
                      <a:pt x="586900" y="328019"/>
                      <a:pt x="558641" y="336644"/>
                      <a:pt x="529939" y="355789"/>
                    </a:cubicBezTo>
                    <a:cubicBezTo>
                      <a:pt x="509309" y="369433"/>
                      <a:pt x="485605" y="380664"/>
                      <a:pt x="461851" y="386945"/>
                    </a:cubicBezTo>
                    <a:cubicBezTo>
                      <a:pt x="429225" y="395576"/>
                      <a:pt x="396634" y="400422"/>
                      <a:pt x="360707" y="399082"/>
                    </a:cubicBezTo>
                    <a:cubicBezTo>
                      <a:pt x="335299" y="398193"/>
                      <a:pt x="314629" y="398437"/>
                      <a:pt x="293863" y="384410"/>
                    </a:cubicBezTo>
                    <a:cubicBezTo>
                      <a:pt x="290517" y="382308"/>
                      <a:pt x="284678" y="382122"/>
                      <a:pt x="280347" y="382711"/>
                    </a:cubicBezTo>
                    <a:cubicBezTo>
                      <a:pt x="223554" y="391535"/>
                      <a:pt x="166827" y="392780"/>
                      <a:pt x="108881" y="393231"/>
                    </a:cubicBezTo>
                    <a:cubicBezTo>
                      <a:pt x="90460" y="393322"/>
                      <a:pt x="71882" y="394571"/>
                      <a:pt x="53435" y="397222"/>
                    </a:cubicBezTo>
                    <a:lnTo>
                      <a:pt x="0" y="409348"/>
                    </a:lnTo>
                    <a:close/>
                  </a:path>
                </a:pathLst>
              </a:custGeom>
              <a:blipFill>
                <a:blip r:embed="rId2">
                  <a:alphaModFix amt="57000"/>
                </a:blip>
                <a:tile tx="0" ty="0" sx="100000" sy="100000" flip="none" algn="tl"/>
              </a:blip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spTree>
    <p:extLst>
      <p:ext uri="{BB962C8B-B14F-4D97-AF65-F5344CB8AC3E}">
        <p14:creationId xmlns:p14="http://schemas.microsoft.com/office/powerpoint/2010/main" val="1483347034"/>
      </p:ext>
    </p:extLst>
  </p:cSld>
  <p:clrMapOvr>
    <a:overrideClrMapping bg1="dk1" tx1="lt1" bg2="dk2" tx2="lt2" accent1="accent1" accent2="accent2" accent3="accent3" accent4="accent4" accent5="accent5" accent6="accent6" hlink="hlink" folHlink="folHlink"/>
  </p:clrMapOvr>
</p:sld>
</file>

<file path=ppt/slides/slide2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2" name="Rectangle 18">
            <a:extLst>
              <a:ext uri="{FF2B5EF4-FFF2-40B4-BE49-F238E27FC236}">
                <a16:creationId xmlns:a16="http://schemas.microsoft.com/office/drawing/2014/main" id="{979E27D9-03C7-44E2-9FF8-15D0C8506AF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TextBox 2">
            <a:extLst>
              <a:ext uri="{FF2B5EF4-FFF2-40B4-BE49-F238E27FC236}">
                <a16:creationId xmlns:a16="http://schemas.microsoft.com/office/drawing/2014/main" id="{2A6E720B-A493-D1B3-9928-EDE6E6E9ED92}"/>
              </a:ext>
            </a:extLst>
          </p:cNvPr>
          <p:cNvSpPr txBox="1"/>
          <p:nvPr/>
        </p:nvSpPr>
        <p:spPr>
          <a:xfrm>
            <a:off x="1251852" y="1701821"/>
            <a:ext cx="9688296" cy="3454358"/>
          </a:xfrm>
          <a:prstGeom prst="rect">
            <a:avLst/>
          </a:prstGeom>
        </p:spPr>
        <p:txBody>
          <a:bodyPr vert="horz" lIns="91440" tIns="45720" rIns="91440" bIns="45720" rtlCol="0" anchor="t">
            <a:normAutofit/>
          </a:bodyPr>
          <a:lstStyle/>
          <a:p>
            <a:pPr marL="342900" indent="-228600">
              <a:lnSpc>
                <a:spcPct val="90000"/>
              </a:lnSpc>
              <a:spcAft>
                <a:spcPts val="600"/>
              </a:spcAft>
              <a:buFont typeface="Arial" panose="020B0604020202020204" pitchFamily="34" charset="0"/>
              <a:buChar char="•"/>
            </a:pPr>
            <a:r>
              <a:rPr lang="en-US" sz="3200" dirty="0"/>
              <a:t>Git tracks only committed files (a snapshot of a set of project files).</a:t>
            </a:r>
          </a:p>
          <a:p>
            <a:pPr marL="800100" lvl="1" indent="-228600">
              <a:lnSpc>
                <a:spcPct val="90000"/>
              </a:lnSpc>
              <a:spcAft>
                <a:spcPts val="600"/>
              </a:spcAft>
              <a:buFont typeface="Arial" panose="020B0604020202020204" pitchFamily="34" charset="0"/>
              <a:buChar char="•"/>
            </a:pPr>
            <a:r>
              <a:rPr lang="en-US" sz="3200" dirty="0"/>
              <a:t>This is like when we save a file on our computer as one version and save it again as another version with different file names.</a:t>
            </a:r>
          </a:p>
        </p:txBody>
      </p:sp>
      <p:sp>
        <p:nvSpPr>
          <p:cNvPr id="21" name="Rectangle 20">
            <a:extLst>
              <a:ext uri="{FF2B5EF4-FFF2-40B4-BE49-F238E27FC236}">
                <a16:creationId xmlns:a16="http://schemas.microsoft.com/office/drawing/2014/main" id="{EEBF1590-3B36-48EE-A89D-3B6F3CB256A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0" y="6400799"/>
            <a:ext cx="12192000" cy="456773"/>
          </a:xfrm>
          <a:prstGeom prst="rect">
            <a:avLst/>
          </a:prstGeom>
          <a:gradFill>
            <a:gsLst>
              <a:gs pos="0">
                <a:schemeClr val="accent1"/>
              </a:gs>
              <a:gs pos="78000">
                <a:srgbClr val="000000"/>
              </a:gs>
            </a:gsLst>
            <a:lin ang="2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 name="Rectangle 22">
            <a:extLst>
              <a:ext uri="{FF2B5EF4-FFF2-40B4-BE49-F238E27FC236}">
                <a16:creationId xmlns:a16="http://schemas.microsoft.com/office/drawing/2014/main" id="{AC8F6C8C-AB5A-4548-942D-E3FD40ACBC4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4038600" y="6400799"/>
            <a:ext cx="8153398" cy="456772"/>
          </a:xfrm>
          <a:prstGeom prst="rect">
            <a:avLst/>
          </a:prstGeom>
          <a:gradFill>
            <a:gsLst>
              <a:gs pos="0">
                <a:srgbClr val="000000">
                  <a:alpha val="63000"/>
                </a:srgbClr>
              </a:gs>
              <a:gs pos="100000">
                <a:schemeClr val="accent1">
                  <a:lumMod val="75000"/>
                </a:schemeClr>
              </a:gs>
            </a:gsLst>
            <a:lin ang="13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812070412"/>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0" name="Rectangle 19">
            <a:extLst>
              <a:ext uri="{FF2B5EF4-FFF2-40B4-BE49-F238E27FC236}">
                <a16:creationId xmlns:a16="http://schemas.microsoft.com/office/drawing/2014/main" id="{955A2079-FA98-4876-80F0-72364A7D2EA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aphicFrame>
        <p:nvGraphicFramePr>
          <p:cNvPr id="5" name="TextBox 2">
            <a:extLst>
              <a:ext uri="{FF2B5EF4-FFF2-40B4-BE49-F238E27FC236}">
                <a16:creationId xmlns:a16="http://schemas.microsoft.com/office/drawing/2014/main" id="{58B05833-20A6-4B23-B872-BF51E9F64334}"/>
              </a:ext>
            </a:extLst>
          </p:cNvPr>
          <p:cNvGraphicFramePr/>
          <p:nvPr>
            <p:extLst>
              <p:ext uri="{D42A27DB-BD31-4B8C-83A1-F6EECF244321}">
                <p14:modId xmlns:p14="http://schemas.microsoft.com/office/powerpoint/2010/main" val="2403646940"/>
              </p:ext>
            </p:extLst>
          </p:nvPr>
        </p:nvGraphicFramePr>
        <p:xfrm>
          <a:off x="838200" y="1294231"/>
          <a:ext cx="10515600" cy="4352544"/>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3945286860"/>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5" name="Rectangle 14">
            <a:extLst>
              <a:ext uri="{FF2B5EF4-FFF2-40B4-BE49-F238E27FC236}">
                <a16:creationId xmlns:a16="http://schemas.microsoft.com/office/drawing/2014/main" id="{943CAA20-3569-4189-9E48-239A229A86C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9F6440A0-E954-A845-0FFF-A2D18FAC7BD5}"/>
              </a:ext>
            </a:extLst>
          </p:cNvPr>
          <p:cNvSpPr>
            <a:spLocks noGrp="1"/>
          </p:cNvSpPr>
          <p:nvPr>
            <p:ph type="title"/>
          </p:nvPr>
        </p:nvSpPr>
        <p:spPr>
          <a:xfrm>
            <a:off x="838200" y="451381"/>
            <a:ext cx="10512552" cy="4066540"/>
          </a:xfrm>
        </p:spPr>
        <p:txBody>
          <a:bodyPr vert="horz" lIns="91440" tIns="45720" rIns="91440" bIns="45720" rtlCol="0" anchor="b">
            <a:normAutofit/>
          </a:bodyPr>
          <a:lstStyle/>
          <a:p>
            <a:r>
              <a:rPr lang="en-US" sz="6600" kern="1200">
                <a:solidFill>
                  <a:schemeClr val="tx1"/>
                </a:solidFill>
                <a:latin typeface="+mj-lt"/>
                <a:ea typeface="+mj-ea"/>
                <a:cs typeface="+mj-cs"/>
              </a:rPr>
              <a:t>Three-Stage Architecture</a:t>
            </a:r>
          </a:p>
        </p:txBody>
      </p:sp>
      <p:sp>
        <p:nvSpPr>
          <p:cNvPr id="17" name="sketch line">
            <a:extLst>
              <a:ext uri="{FF2B5EF4-FFF2-40B4-BE49-F238E27FC236}">
                <a16:creationId xmlns:a16="http://schemas.microsoft.com/office/drawing/2014/main" id="{DA542B6D-E775-4832-91DC-2D20F857813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38200" y="4718595"/>
            <a:ext cx="5410200" cy="18288"/>
          </a:xfrm>
          <a:custGeom>
            <a:avLst/>
            <a:gdLst>
              <a:gd name="connsiteX0" fmla="*/ 0 w 5410200"/>
              <a:gd name="connsiteY0" fmla="*/ 0 h 18288"/>
              <a:gd name="connsiteX1" fmla="*/ 568071 w 5410200"/>
              <a:gd name="connsiteY1" fmla="*/ 0 h 18288"/>
              <a:gd name="connsiteX2" fmla="*/ 1298448 w 5410200"/>
              <a:gd name="connsiteY2" fmla="*/ 0 h 18288"/>
              <a:gd name="connsiteX3" fmla="*/ 1920621 w 5410200"/>
              <a:gd name="connsiteY3" fmla="*/ 0 h 18288"/>
              <a:gd name="connsiteX4" fmla="*/ 2488692 w 5410200"/>
              <a:gd name="connsiteY4" fmla="*/ 0 h 18288"/>
              <a:gd name="connsiteX5" fmla="*/ 3219069 w 5410200"/>
              <a:gd name="connsiteY5" fmla="*/ 0 h 18288"/>
              <a:gd name="connsiteX6" fmla="*/ 3895344 w 5410200"/>
              <a:gd name="connsiteY6" fmla="*/ 0 h 18288"/>
              <a:gd name="connsiteX7" fmla="*/ 4571619 w 5410200"/>
              <a:gd name="connsiteY7" fmla="*/ 0 h 18288"/>
              <a:gd name="connsiteX8" fmla="*/ 5410200 w 5410200"/>
              <a:gd name="connsiteY8" fmla="*/ 0 h 18288"/>
              <a:gd name="connsiteX9" fmla="*/ 5410200 w 5410200"/>
              <a:gd name="connsiteY9" fmla="*/ 18288 h 18288"/>
              <a:gd name="connsiteX10" fmla="*/ 4842129 w 5410200"/>
              <a:gd name="connsiteY10" fmla="*/ 18288 h 18288"/>
              <a:gd name="connsiteX11" fmla="*/ 4328160 w 5410200"/>
              <a:gd name="connsiteY11" fmla="*/ 18288 h 18288"/>
              <a:gd name="connsiteX12" fmla="*/ 3597783 w 5410200"/>
              <a:gd name="connsiteY12" fmla="*/ 18288 h 18288"/>
              <a:gd name="connsiteX13" fmla="*/ 3029712 w 5410200"/>
              <a:gd name="connsiteY13" fmla="*/ 18288 h 18288"/>
              <a:gd name="connsiteX14" fmla="*/ 2299335 w 5410200"/>
              <a:gd name="connsiteY14" fmla="*/ 18288 h 18288"/>
              <a:gd name="connsiteX15" fmla="*/ 1514856 w 5410200"/>
              <a:gd name="connsiteY15" fmla="*/ 18288 h 18288"/>
              <a:gd name="connsiteX16" fmla="*/ 892683 w 5410200"/>
              <a:gd name="connsiteY16" fmla="*/ 18288 h 18288"/>
              <a:gd name="connsiteX17" fmla="*/ 0 w 5410200"/>
              <a:gd name="connsiteY17" fmla="*/ 18288 h 18288"/>
              <a:gd name="connsiteX18" fmla="*/ 0 w 5410200"/>
              <a:gd name="connsiteY18" fmla="*/ 0 h 182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5410200" h="18288" fill="none" extrusionOk="0">
                <a:moveTo>
                  <a:pt x="0" y="0"/>
                </a:moveTo>
                <a:cubicBezTo>
                  <a:pt x="163050" y="-18707"/>
                  <a:pt x="319321" y="-16364"/>
                  <a:pt x="568071" y="0"/>
                </a:cubicBezTo>
                <a:cubicBezTo>
                  <a:pt x="816821" y="16364"/>
                  <a:pt x="1013224" y="-7268"/>
                  <a:pt x="1298448" y="0"/>
                </a:cubicBezTo>
                <a:cubicBezTo>
                  <a:pt x="1583672" y="7268"/>
                  <a:pt x="1631711" y="-3367"/>
                  <a:pt x="1920621" y="0"/>
                </a:cubicBezTo>
                <a:cubicBezTo>
                  <a:pt x="2209531" y="3367"/>
                  <a:pt x="2364420" y="-19184"/>
                  <a:pt x="2488692" y="0"/>
                </a:cubicBezTo>
                <a:cubicBezTo>
                  <a:pt x="2612964" y="19184"/>
                  <a:pt x="3023298" y="-34627"/>
                  <a:pt x="3219069" y="0"/>
                </a:cubicBezTo>
                <a:cubicBezTo>
                  <a:pt x="3414840" y="34627"/>
                  <a:pt x="3656810" y="24043"/>
                  <a:pt x="3895344" y="0"/>
                </a:cubicBezTo>
                <a:cubicBezTo>
                  <a:pt x="4133879" y="-24043"/>
                  <a:pt x="4393984" y="-19577"/>
                  <a:pt x="4571619" y="0"/>
                </a:cubicBezTo>
                <a:cubicBezTo>
                  <a:pt x="4749255" y="19577"/>
                  <a:pt x="5179928" y="-6281"/>
                  <a:pt x="5410200" y="0"/>
                </a:cubicBezTo>
                <a:cubicBezTo>
                  <a:pt x="5410730" y="6954"/>
                  <a:pt x="5410934" y="12839"/>
                  <a:pt x="5410200" y="18288"/>
                </a:cubicBezTo>
                <a:cubicBezTo>
                  <a:pt x="5139060" y="6751"/>
                  <a:pt x="5121593" y="31035"/>
                  <a:pt x="4842129" y="18288"/>
                </a:cubicBezTo>
                <a:cubicBezTo>
                  <a:pt x="4562665" y="5541"/>
                  <a:pt x="4448273" y="9487"/>
                  <a:pt x="4328160" y="18288"/>
                </a:cubicBezTo>
                <a:cubicBezTo>
                  <a:pt x="4208047" y="27089"/>
                  <a:pt x="3760936" y="22567"/>
                  <a:pt x="3597783" y="18288"/>
                </a:cubicBezTo>
                <a:cubicBezTo>
                  <a:pt x="3434630" y="14009"/>
                  <a:pt x="3299718" y="33213"/>
                  <a:pt x="3029712" y="18288"/>
                </a:cubicBezTo>
                <a:cubicBezTo>
                  <a:pt x="2759706" y="3363"/>
                  <a:pt x="2640159" y="27394"/>
                  <a:pt x="2299335" y="18288"/>
                </a:cubicBezTo>
                <a:cubicBezTo>
                  <a:pt x="1958511" y="9182"/>
                  <a:pt x="1801186" y="28985"/>
                  <a:pt x="1514856" y="18288"/>
                </a:cubicBezTo>
                <a:cubicBezTo>
                  <a:pt x="1228526" y="7591"/>
                  <a:pt x="1063509" y="-5305"/>
                  <a:pt x="892683" y="18288"/>
                </a:cubicBezTo>
                <a:cubicBezTo>
                  <a:pt x="721857" y="41881"/>
                  <a:pt x="186945" y="-20897"/>
                  <a:pt x="0" y="18288"/>
                </a:cubicBezTo>
                <a:cubicBezTo>
                  <a:pt x="-570" y="9279"/>
                  <a:pt x="132" y="5100"/>
                  <a:pt x="0" y="0"/>
                </a:cubicBezTo>
                <a:close/>
              </a:path>
              <a:path w="5410200" h="18288" stroke="0" extrusionOk="0">
                <a:moveTo>
                  <a:pt x="0" y="0"/>
                </a:moveTo>
                <a:cubicBezTo>
                  <a:pt x="285096" y="-4925"/>
                  <a:pt x="376456" y="22268"/>
                  <a:pt x="622173" y="0"/>
                </a:cubicBezTo>
                <a:cubicBezTo>
                  <a:pt x="867890" y="-22268"/>
                  <a:pt x="1031392" y="7228"/>
                  <a:pt x="1136142" y="0"/>
                </a:cubicBezTo>
                <a:cubicBezTo>
                  <a:pt x="1240892" y="-7228"/>
                  <a:pt x="1561853" y="9877"/>
                  <a:pt x="1920621" y="0"/>
                </a:cubicBezTo>
                <a:cubicBezTo>
                  <a:pt x="2279389" y="-9877"/>
                  <a:pt x="2367255" y="19546"/>
                  <a:pt x="2542794" y="0"/>
                </a:cubicBezTo>
                <a:cubicBezTo>
                  <a:pt x="2718333" y="-19546"/>
                  <a:pt x="2866732" y="-22226"/>
                  <a:pt x="3164967" y="0"/>
                </a:cubicBezTo>
                <a:cubicBezTo>
                  <a:pt x="3463202" y="22226"/>
                  <a:pt x="3568055" y="-2765"/>
                  <a:pt x="3949446" y="0"/>
                </a:cubicBezTo>
                <a:cubicBezTo>
                  <a:pt x="4330837" y="2765"/>
                  <a:pt x="4287895" y="10557"/>
                  <a:pt x="4517517" y="0"/>
                </a:cubicBezTo>
                <a:cubicBezTo>
                  <a:pt x="4747139" y="-10557"/>
                  <a:pt x="5149588" y="8716"/>
                  <a:pt x="5410200" y="0"/>
                </a:cubicBezTo>
                <a:cubicBezTo>
                  <a:pt x="5409517" y="5414"/>
                  <a:pt x="5409480" y="12510"/>
                  <a:pt x="5410200" y="18288"/>
                </a:cubicBezTo>
                <a:cubicBezTo>
                  <a:pt x="5163327" y="41494"/>
                  <a:pt x="5008749" y="10693"/>
                  <a:pt x="4842129" y="18288"/>
                </a:cubicBezTo>
                <a:cubicBezTo>
                  <a:pt x="4675509" y="25883"/>
                  <a:pt x="4433401" y="-615"/>
                  <a:pt x="4165854" y="18288"/>
                </a:cubicBezTo>
                <a:cubicBezTo>
                  <a:pt x="3898308" y="37191"/>
                  <a:pt x="3809032" y="-8710"/>
                  <a:pt x="3543681" y="18288"/>
                </a:cubicBezTo>
                <a:cubicBezTo>
                  <a:pt x="3278330" y="45286"/>
                  <a:pt x="3073876" y="-15917"/>
                  <a:pt x="2759202" y="18288"/>
                </a:cubicBezTo>
                <a:cubicBezTo>
                  <a:pt x="2444528" y="52493"/>
                  <a:pt x="2204144" y="3372"/>
                  <a:pt x="1974723" y="18288"/>
                </a:cubicBezTo>
                <a:cubicBezTo>
                  <a:pt x="1745302" y="33204"/>
                  <a:pt x="1602335" y="31490"/>
                  <a:pt x="1406652" y="18288"/>
                </a:cubicBezTo>
                <a:cubicBezTo>
                  <a:pt x="1210969" y="5086"/>
                  <a:pt x="923948" y="3161"/>
                  <a:pt x="730377" y="18288"/>
                </a:cubicBezTo>
                <a:cubicBezTo>
                  <a:pt x="536806" y="33415"/>
                  <a:pt x="336496" y="-141"/>
                  <a:pt x="0" y="18288"/>
                </a:cubicBezTo>
                <a:cubicBezTo>
                  <a:pt x="-306" y="11061"/>
                  <a:pt x="-655" y="7751"/>
                  <a:pt x="0" y="0"/>
                </a:cubicBezTo>
                <a:close/>
              </a:path>
            </a:pathLst>
          </a:custGeom>
          <a:solidFill>
            <a:schemeClr val="accent2"/>
          </a:solidFill>
          <a:ln w="41275" cap="rnd">
            <a:solidFill>
              <a:schemeClr val="accent2"/>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777766318"/>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DA5F53F6-168B-F6BC-0D7B-C10AEB77E85D}"/>
              </a:ext>
            </a:extLst>
          </p:cNvPr>
          <p:cNvPicPr>
            <a:picLocks noChangeAspect="1"/>
          </p:cNvPicPr>
          <p:nvPr/>
        </p:nvPicPr>
        <p:blipFill>
          <a:blip r:embed="rId2"/>
          <a:stretch>
            <a:fillRect/>
          </a:stretch>
        </p:blipFill>
        <p:spPr>
          <a:xfrm>
            <a:off x="1452261" y="817189"/>
            <a:ext cx="8563314" cy="5223621"/>
          </a:xfrm>
          <a:prstGeom prst="rect">
            <a:avLst/>
          </a:prstGeom>
        </p:spPr>
      </p:pic>
    </p:spTree>
    <p:extLst>
      <p:ext uri="{BB962C8B-B14F-4D97-AF65-F5344CB8AC3E}">
        <p14:creationId xmlns:p14="http://schemas.microsoft.com/office/powerpoint/2010/main" val="388753944"/>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34048B9-9378-2C4F-F2E0-A595574B2FEB}"/>
              </a:ext>
            </a:extLst>
          </p:cNvPr>
          <p:cNvSpPr>
            <a:spLocks noGrp="1"/>
          </p:cNvSpPr>
          <p:nvPr>
            <p:ph type="title"/>
          </p:nvPr>
        </p:nvSpPr>
        <p:spPr/>
        <p:txBody>
          <a:bodyPr/>
          <a:lstStyle/>
          <a:p>
            <a:r>
              <a:rPr lang="en-US" dirty="0"/>
              <a:t>Stage 1: Working Tree (Working Directory)</a:t>
            </a:r>
            <a:endParaRPr lang="en-IN" dirty="0"/>
          </a:p>
        </p:txBody>
      </p:sp>
      <p:sp>
        <p:nvSpPr>
          <p:cNvPr id="3" name="Content Placeholder 2">
            <a:extLst>
              <a:ext uri="{FF2B5EF4-FFF2-40B4-BE49-F238E27FC236}">
                <a16:creationId xmlns:a16="http://schemas.microsoft.com/office/drawing/2014/main" id="{D9723133-DE9B-618E-0405-EEAD3D9888EB}"/>
              </a:ext>
            </a:extLst>
          </p:cNvPr>
          <p:cNvSpPr>
            <a:spLocks noGrp="1"/>
          </p:cNvSpPr>
          <p:nvPr>
            <p:ph idx="1"/>
          </p:nvPr>
        </p:nvSpPr>
        <p:spPr/>
        <p:txBody>
          <a:bodyPr>
            <a:normAutofit/>
          </a:bodyPr>
          <a:lstStyle/>
          <a:p>
            <a:r>
              <a:rPr lang="en-US" sz="3200" b="1" dirty="0">
                <a:latin typeface="Abadi" panose="020B0604020104020204" pitchFamily="34" charset="0"/>
              </a:rPr>
              <a:t>Working Tree (Working Directory)</a:t>
            </a:r>
            <a:r>
              <a:rPr lang="en-US" sz="3200" dirty="0">
                <a:latin typeface="Abadi" panose="020B0604020104020204" pitchFamily="34" charset="0"/>
              </a:rPr>
              <a:t> is used to edit your working files.</a:t>
            </a:r>
          </a:p>
          <a:p>
            <a:r>
              <a:rPr lang="en-US" sz="3200" dirty="0">
                <a:latin typeface="Abadi" panose="020B0604020104020204" pitchFamily="34" charset="0"/>
              </a:rPr>
              <a:t>The files and directories that you usually see in the project directory are the Working Tree.</a:t>
            </a:r>
            <a:endParaRPr lang="en-IN" sz="3200" dirty="0">
              <a:latin typeface="Abadi" panose="020B0604020104020204" pitchFamily="34" charset="0"/>
            </a:endParaRPr>
          </a:p>
        </p:txBody>
      </p:sp>
    </p:spTree>
    <p:extLst>
      <p:ext uri="{BB962C8B-B14F-4D97-AF65-F5344CB8AC3E}">
        <p14:creationId xmlns:p14="http://schemas.microsoft.com/office/powerpoint/2010/main" val="3887965635"/>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0C1E7177-F7BC-3D33-BB60-DA7B54A8F419}"/>
              </a:ext>
            </a:extLst>
          </p:cNvPr>
          <p:cNvPicPr>
            <a:picLocks noChangeAspect="1"/>
          </p:cNvPicPr>
          <p:nvPr/>
        </p:nvPicPr>
        <p:blipFill>
          <a:blip r:embed="rId2"/>
          <a:stretch>
            <a:fillRect/>
          </a:stretch>
        </p:blipFill>
        <p:spPr>
          <a:xfrm>
            <a:off x="1633543" y="706901"/>
            <a:ext cx="8924914" cy="5444197"/>
          </a:xfrm>
          <a:prstGeom prst="rect">
            <a:avLst/>
          </a:prstGeom>
        </p:spPr>
      </p:pic>
    </p:spTree>
    <p:extLst>
      <p:ext uri="{BB962C8B-B14F-4D97-AF65-F5344CB8AC3E}">
        <p14:creationId xmlns:p14="http://schemas.microsoft.com/office/powerpoint/2010/main" val="4096236864"/>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2274013-B848-9DD6-8C96-03F9F31F3AD5}"/>
              </a:ext>
            </a:extLst>
          </p:cNvPr>
          <p:cNvSpPr>
            <a:spLocks noGrp="1"/>
          </p:cNvSpPr>
          <p:nvPr>
            <p:ph type="title"/>
          </p:nvPr>
        </p:nvSpPr>
        <p:spPr/>
        <p:txBody>
          <a:bodyPr/>
          <a:lstStyle/>
          <a:p>
            <a:r>
              <a:rPr lang="en-US" dirty="0"/>
              <a:t>Stage 2: Staging Area (INDEX)</a:t>
            </a:r>
            <a:endParaRPr lang="en-IN" dirty="0"/>
          </a:p>
        </p:txBody>
      </p:sp>
      <p:sp>
        <p:nvSpPr>
          <p:cNvPr id="3" name="Content Placeholder 2">
            <a:extLst>
              <a:ext uri="{FF2B5EF4-FFF2-40B4-BE49-F238E27FC236}">
                <a16:creationId xmlns:a16="http://schemas.microsoft.com/office/drawing/2014/main" id="{13E12DE7-576C-5D7A-C80D-C316C72E0C12}"/>
              </a:ext>
            </a:extLst>
          </p:cNvPr>
          <p:cNvSpPr>
            <a:spLocks noGrp="1"/>
          </p:cNvSpPr>
          <p:nvPr>
            <p:ph idx="1"/>
          </p:nvPr>
        </p:nvSpPr>
        <p:spPr/>
        <p:txBody>
          <a:bodyPr>
            <a:normAutofit/>
          </a:bodyPr>
          <a:lstStyle/>
          <a:p>
            <a:r>
              <a:rPr lang="en-US" sz="3200" b="1" dirty="0">
                <a:latin typeface="Abadi" panose="020B0604020104020204" pitchFamily="34" charset="0"/>
              </a:rPr>
              <a:t>Staging Area (INDEX)</a:t>
            </a:r>
            <a:r>
              <a:rPr lang="en-US" sz="3200" dirty="0">
                <a:latin typeface="Abadi" panose="020B0604020104020204" pitchFamily="34" charset="0"/>
              </a:rPr>
              <a:t> is a buffer area used to prepare your working files for commit.</a:t>
            </a:r>
          </a:p>
          <a:p>
            <a:pPr lvl="1"/>
            <a:r>
              <a:rPr lang="en-US" sz="2800" dirty="0">
                <a:latin typeface="Abadi" panose="020B0604020104020204" pitchFamily="34" charset="0"/>
              </a:rPr>
              <a:t>The command to bring the working files into the Staging Area is </a:t>
            </a:r>
            <a:r>
              <a:rPr lang="en-US" sz="2800" i="1" dirty="0">
                <a:solidFill>
                  <a:srgbClr val="FF0000"/>
                </a:solidFill>
                <a:latin typeface="Abadi" panose="020B0604020104020204" pitchFamily="34" charset="0"/>
              </a:rPr>
              <a:t>git add</a:t>
            </a:r>
            <a:r>
              <a:rPr lang="en-US" sz="2800" dirty="0">
                <a:latin typeface="Abadi" panose="020B0604020104020204" pitchFamily="34" charset="0"/>
              </a:rPr>
              <a:t>.</a:t>
            </a:r>
          </a:p>
          <a:p>
            <a:r>
              <a:rPr lang="en-US" sz="3200" dirty="0">
                <a:latin typeface="Abadi" panose="020B0604020104020204" pitchFamily="34" charset="0"/>
              </a:rPr>
              <a:t>You can double-check if the files you added to the Staging Area are ready for commit.</a:t>
            </a:r>
          </a:p>
          <a:p>
            <a:r>
              <a:rPr lang="en-US" sz="3200" dirty="0">
                <a:latin typeface="Abadi" panose="020B0604020104020204" pitchFamily="34" charset="0"/>
              </a:rPr>
              <a:t>If the files are ready, you can commit and save them under your Local Repository.</a:t>
            </a:r>
          </a:p>
          <a:p>
            <a:pPr lvl="1"/>
            <a:r>
              <a:rPr lang="en-US" sz="2800" dirty="0">
                <a:latin typeface="Abadi" panose="020B0604020104020204" pitchFamily="34" charset="0"/>
              </a:rPr>
              <a:t>The command to commit files is </a:t>
            </a:r>
            <a:r>
              <a:rPr lang="en-US" sz="2800" i="1" dirty="0">
                <a:solidFill>
                  <a:srgbClr val="FF0000"/>
                </a:solidFill>
                <a:latin typeface="Abadi" panose="020B0604020104020204" pitchFamily="34" charset="0"/>
              </a:rPr>
              <a:t>git commit</a:t>
            </a:r>
            <a:r>
              <a:rPr lang="en-US" sz="2800" dirty="0">
                <a:latin typeface="Abadi" panose="020B0604020104020204" pitchFamily="34" charset="0"/>
              </a:rPr>
              <a:t>.</a:t>
            </a:r>
            <a:endParaRPr lang="en-IN" sz="2800" dirty="0">
              <a:latin typeface="Abadi" panose="020B0604020104020204" pitchFamily="34" charset="0"/>
            </a:endParaRPr>
          </a:p>
        </p:txBody>
      </p:sp>
    </p:spTree>
    <p:extLst>
      <p:ext uri="{BB962C8B-B14F-4D97-AF65-F5344CB8AC3E}">
        <p14:creationId xmlns:p14="http://schemas.microsoft.com/office/powerpoint/2010/main" val="2158964586"/>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03F8DF5D-0AE3-432D-27D6-E92746E80A45}"/>
              </a:ext>
            </a:extLst>
          </p:cNvPr>
          <p:cNvPicPr>
            <a:picLocks noChangeAspect="1"/>
          </p:cNvPicPr>
          <p:nvPr/>
        </p:nvPicPr>
        <p:blipFill>
          <a:blip r:embed="rId2"/>
          <a:stretch>
            <a:fillRect/>
          </a:stretch>
        </p:blipFill>
        <p:spPr>
          <a:xfrm>
            <a:off x="1645074" y="713935"/>
            <a:ext cx="8901852" cy="5430129"/>
          </a:xfrm>
          <a:prstGeom prst="rect">
            <a:avLst/>
          </a:prstGeom>
        </p:spPr>
      </p:pic>
    </p:spTree>
    <p:extLst>
      <p:ext uri="{BB962C8B-B14F-4D97-AF65-F5344CB8AC3E}">
        <p14:creationId xmlns:p14="http://schemas.microsoft.com/office/powerpoint/2010/main" val="2635607118"/>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DD0FA36-A4B4-C644-A5C8-D332FF13FC8E}"/>
              </a:ext>
            </a:extLst>
          </p:cNvPr>
          <p:cNvSpPr>
            <a:spLocks noGrp="1"/>
          </p:cNvSpPr>
          <p:nvPr>
            <p:ph type="title"/>
          </p:nvPr>
        </p:nvSpPr>
        <p:spPr/>
        <p:txBody>
          <a:bodyPr/>
          <a:lstStyle/>
          <a:p>
            <a:r>
              <a:rPr lang="en-US" dirty="0"/>
              <a:t>Stage 3: Local Repository</a:t>
            </a:r>
            <a:endParaRPr lang="en-IN" dirty="0"/>
          </a:p>
        </p:txBody>
      </p:sp>
      <p:sp>
        <p:nvSpPr>
          <p:cNvPr id="3" name="Content Placeholder 2">
            <a:extLst>
              <a:ext uri="{FF2B5EF4-FFF2-40B4-BE49-F238E27FC236}">
                <a16:creationId xmlns:a16="http://schemas.microsoft.com/office/drawing/2014/main" id="{D78DC9F9-A684-728E-415B-5E96274FA996}"/>
              </a:ext>
            </a:extLst>
          </p:cNvPr>
          <p:cNvSpPr>
            <a:spLocks noGrp="1"/>
          </p:cNvSpPr>
          <p:nvPr>
            <p:ph idx="1"/>
          </p:nvPr>
        </p:nvSpPr>
        <p:spPr/>
        <p:txBody>
          <a:bodyPr/>
          <a:lstStyle/>
          <a:p>
            <a:r>
              <a:rPr lang="en-US" b="1" dirty="0">
                <a:latin typeface="Abadi" panose="020B0604020104020204" pitchFamily="34" charset="0"/>
              </a:rPr>
              <a:t>Local Repository</a:t>
            </a:r>
            <a:r>
              <a:rPr lang="en-US" dirty="0">
                <a:latin typeface="Abadi" panose="020B0604020104020204" pitchFamily="34" charset="0"/>
              </a:rPr>
              <a:t> is a place where committed files are stored with version histories.</a:t>
            </a:r>
          </a:p>
          <a:p>
            <a:r>
              <a:rPr lang="en-US" dirty="0">
                <a:latin typeface="Abadi" panose="020B0604020104020204" pitchFamily="34" charset="0"/>
              </a:rPr>
              <a:t>By running the </a:t>
            </a:r>
            <a:r>
              <a:rPr lang="en-US" i="1" dirty="0">
                <a:solidFill>
                  <a:srgbClr val="FF0000"/>
                </a:solidFill>
                <a:latin typeface="Abadi" panose="020B0604020104020204" pitchFamily="34" charset="0"/>
              </a:rPr>
              <a:t>git commit</a:t>
            </a:r>
            <a:r>
              <a:rPr lang="en-US" dirty="0">
                <a:latin typeface="Abadi" panose="020B0604020104020204" pitchFamily="34" charset="0"/>
              </a:rPr>
              <a:t> command, you can commit your files in the Staging Area to save a version under your Local Repository.</a:t>
            </a:r>
          </a:p>
          <a:p>
            <a:r>
              <a:rPr lang="en-US" dirty="0">
                <a:latin typeface="Abadi" panose="020B0604020104020204" pitchFamily="34" charset="0"/>
              </a:rPr>
              <a:t>At this stage, your files are still on your computer and not accessible to others.</a:t>
            </a:r>
          </a:p>
          <a:p>
            <a:r>
              <a:rPr lang="en-US" dirty="0">
                <a:latin typeface="Abadi" panose="020B0604020104020204" pitchFamily="34" charset="0"/>
              </a:rPr>
              <a:t>To share the files, you need to bring the files to a </a:t>
            </a:r>
            <a:r>
              <a:rPr lang="en-US" b="1" dirty="0">
                <a:latin typeface="Abadi" panose="020B0604020104020204" pitchFamily="34" charset="0"/>
              </a:rPr>
              <a:t>Remote Repository</a:t>
            </a:r>
            <a:r>
              <a:rPr lang="en-US" dirty="0">
                <a:latin typeface="Abadi" panose="020B0604020104020204" pitchFamily="34" charset="0"/>
              </a:rPr>
              <a:t>.</a:t>
            </a:r>
            <a:endParaRPr lang="en-IN" dirty="0">
              <a:latin typeface="Abadi" panose="020B0604020104020204" pitchFamily="34" charset="0"/>
            </a:endParaRPr>
          </a:p>
        </p:txBody>
      </p:sp>
    </p:spTree>
    <p:extLst>
      <p:ext uri="{BB962C8B-B14F-4D97-AF65-F5344CB8AC3E}">
        <p14:creationId xmlns:p14="http://schemas.microsoft.com/office/powerpoint/2010/main" val="2062289666"/>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7A31C38F-D92F-4D1B-FB12-D04C027819EB}"/>
              </a:ext>
            </a:extLst>
          </p:cNvPr>
          <p:cNvSpPr txBox="1"/>
          <p:nvPr/>
        </p:nvSpPr>
        <p:spPr>
          <a:xfrm>
            <a:off x="1236000" y="2644170"/>
            <a:ext cx="9720000" cy="1569660"/>
          </a:xfrm>
          <a:prstGeom prst="rect">
            <a:avLst/>
          </a:prstGeom>
          <a:noFill/>
        </p:spPr>
        <p:txBody>
          <a:bodyPr wrap="square">
            <a:spAutoFit/>
          </a:bodyPr>
          <a:lstStyle/>
          <a:p>
            <a:pPr algn="ctr"/>
            <a:r>
              <a:rPr lang="en-IN" sz="3200" dirty="0">
                <a:latin typeface="Abadi" panose="020B0604020104020204" pitchFamily="34" charset="0"/>
              </a:rPr>
              <a:t>When committing files, you need to write a message describing what the commit is about.</a:t>
            </a:r>
          </a:p>
          <a:p>
            <a:pPr algn="ctr"/>
            <a:r>
              <a:rPr lang="en-IN" sz="3200" dirty="0">
                <a:latin typeface="Abadi" panose="020B0604020104020204" pitchFamily="34" charset="0"/>
              </a:rPr>
              <a:t>Example: "added payment function" or "fixed errors".</a:t>
            </a:r>
          </a:p>
        </p:txBody>
      </p:sp>
    </p:spTree>
    <p:extLst>
      <p:ext uri="{BB962C8B-B14F-4D97-AF65-F5344CB8AC3E}">
        <p14:creationId xmlns:p14="http://schemas.microsoft.com/office/powerpoint/2010/main" val="2135816037"/>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7A31C38F-D92F-4D1B-FB12-D04C027819EB}"/>
              </a:ext>
            </a:extLst>
          </p:cNvPr>
          <p:cNvSpPr txBox="1"/>
          <p:nvPr/>
        </p:nvSpPr>
        <p:spPr>
          <a:xfrm>
            <a:off x="1236000" y="2644170"/>
            <a:ext cx="9720000" cy="1569660"/>
          </a:xfrm>
          <a:prstGeom prst="rect">
            <a:avLst/>
          </a:prstGeom>
          <a:noFill/>
        </p:spPr>
        <p:txBody>
          <a:bodyPr wrap="square">
            <a:spAutoFit/>
          </a:bodyPr>
          <a:lstStyle/>
          <a:p>
            <a:pPr algn="ctr"/>
            <a:r>
              <a:rPr lang="en-IN" sz="3200" dirty="0">
                <a:latin typeface="Abadi" panose="020B0604020104020204" pitchFamily="34" charset="0"/>
              </a:rPr>
              <a:t>When running the git commit command, a text editor launches automatically for writing comments.</a:t>
            </a:r>
          </a:p>
          <a:p>
            <a:pPr algn="ctr"/>
            <a:r>
              <a:rPr lang="en-IN" sz="3200" dirty="0">
                <a:latin typeface="Abadi" panose="020B0604020104020204" pitchFamily="34" charset="0"/>
              </a:rPr>
              <a:t>Vim text editor is the default setting typically.</a:t>
            </a:r>
          </a:p>
        </p:txBody>
      </p:sp>
    </p:spTree>
    <p:extLst>
      <p:ext uri="{BB962C8B-B14F-4D97-AF65-F5344CB8AC3E}">
        <p14:creationId xmlns:p14="http://schemas.microsoft.com/office/powerpoint/2010/main" val="3711161374"/>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943CAA20-3569-4189-9E48-239A229A86C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Title 3">
            <a:extLst>
              <a:ext uri="{FF2B5EF4-FFF2-40B4-BE49-F238E27FC236}">
                <a16:creationId xmlns:a16="http://schemas.microsoft.com/office/drawing/2014/main" id="{1CADCC6A-7E08-99A6-4821-748AD7BC787D}"/>
              </a:ext>
            </a:extLst>
          </p:cNvPr>
          <p:cNvSpPr>
            <a:spLocks noGrp="1"/>
          </p:cNvSpPr>
          <p:nvPr>
            <p:ph type="title"/>
          </p:nvPr>
        </p:nvSpPr>
        <p:spPr>
          <a:xfrm>
            <a:off x="838200" y="451381"/>
            <a:ext cx="10512552" cy="4066540"/>
          </a:xfrm>
        </p:spPr>
        <p:txBody>
          <a:bodyPr vert="horz" lIns="91440" tIns="45720" rIns="91440" bIns="45720" rtlCol="0" anchor="b">
            <a:normAutofit/>
          </a:bodyPr>
          <a:lstStyle/>
          <a:p>
            <a:r>
              <a:rPr lang="en-US" sz="6600" kern="1200">
                <a:solidFill>
                  <a:schemeClr val="tx1"/>
                </a:solidFill>
                <a:latin typeface="+mj-lt"/>
                <a:ea typeface="+mj-ea"/>
                <a:cs typeface="+mj-cs"/>
              </a:rPr>
              <a:t>Collaborating on Git &amp; GitHub – Remote Repository</a:t>
            </a:r>
          </a:p>
        </p:txBody>
      </p:sp>
      <p:sp>
        <p:nvSpPr>
          <p:cNvPr id="11" name="sketch line">
            <a:extLst>
              <a:ext uri="{FF2B5EF4-FFF2-40B4-BE49-F238E27FC236}">
                <a16:creationId xmlns:a16="http://schemas.microsoft.com/office/drawing/2014/main" id="{DA542B6D-E775-4832-91DC-2D20F857813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38200" y="4718595"/>
            <a:ext cx="5410200" cy="18288"/>
          </a:xfrm>
          <a:custGeom>
            <a:avLst/>
            <a:gdLst>
              <a:gd name="connsiteX0" fmla="*/ 0 w 5410200"/>
              <a:gd name="connsiteY0" fmla="*/ 0 h 18288"/>
              <a:gd name="connsiteX1" fmla="*/ 568071 w 5410200"/>
              <a:gd name="connsiteY1" fmla="*/ 0 h 18288"/>
              <a:gd name="connsiteX2" fmla="*/ 1298448 w 5410200"/>
              <a:gd name="connsiteY2" fmla="*/ 0 h 18288"/>
              <a:gd name="connsiteX3" fmla="*/ 1920621 w 5410200"/>
              <a:gd name="connsiteY3" fmla="*/ 0 h 18288"/>
              <a:gd name="connsiteX4" fmla="*/ 2488692 w 5410200"/>
              <a:gd name="connsiteY4" fmla="*/ 0 h 18288"/>
              <a:gd name="connsiteX5" fmla="*/ 3219069 w 5410200"/>
              <a:gd name="connsiteY5" fmla="*/ 0 h 18288"/>
              <a:gd name="connsiteX6" fmla="*/ 3895344 w 5410200"/>
              <a:gd name="connsiteY6" fmla="*/ 0 h 18288"/>
              <a:gd name="connsiteX7" fmla="*/ 4571619 w 5410200"/>
              <a:gd name="connsiteY7" fmla="*/ 0 h 18288"/>
              <a:gd name="connsiteX8" fmla="*/ 5410200 w 5410200"/>
              <a:gd name="connsiteY8" fmla="*/ 0 h 18288"/>
              <a:gd name="connsiteX9" fmla="*/ 5410200 w 5410200"/>
              <a:gd name="connsiteY9" fmla="*/ 18288 h 18288"/>
              <a:gd name="connsiteX10" fmla="*/ 4842129 w 5410200"/>
              <a:gd name="connsiteY10" fmla="*/ 18288 h 18288"/>
              <a:gd name="connsiteX11" fmla="*/ 4328160 w 5410200"/>
              <a:gd name="connsiteY11" fmla="*/ 18288 h 18288"/>
              <a:gd name="connsiteX12" fmla="*/ 3597783 w 5410200"/>
              <a:gd name="connsiteY12" fmla="*/ 18288 h 18288"/>
              <a:gd name="connsiteX13" fmla="*/ 3029712 w 5410200"/>
              <a:gd name="connsiteY13" fmla="*/ 18288 h 18288"/>
              <a:gd name="connsiteX14" fmla="*/ 2299335 w 5410200"/>
              <a:gd name="connsiteY14" fmla="*/ 18288 h 18288"/>
              <a:gd name="connsiteX15" fmla="*/ 1514856 w 5410200"/>
              <a:gd name="connsiteY15" fmla="*/ 18288 h 18288"/>
              <a:gd name="connsiteX16" fmla="*/ 892683 w 5410200"/>
              <a:gd name="connsiteY16" fmla="*/ 18288 h 18288"/>
              <a:gd name="connsiteX17" fmla="*/ 0 w 5410200"/>
              <a:gd name="connsiteY17" fmla="*/ 18288 h 18288"/>
              <a:gd name="connsiteX18" fmla="*/ 0 w 5410200"/>
              <a:gd name="connsiteY18" fmla="*/ 0 h 182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5410200" h="18288" fill="none" extrusionOk="0">
                <a:moveTo>
                  <a:pt x="0" y="0"/>
                </a:moveTo>
                <a:cubicBezTo>
                  <a:pt x="163050" y="-18707"/>
                  <a:pt x="319321" y="-16364"/>
                  <a:pt x="568071" y="0"/>
                </a:cubicBezTo>
                <a:cubicBezTo>
                  <a:pt x="816821" y="16364"/>
                  <a:pt x="1013224" y="-7268"/>
                  <a:pt x="1298448" y="0"/>
                </a:cubicBezTo>
                <a:cubicBezTo>
                  <a:pt x="1583672" y="7268"/>
                  <a:pt x="1631711" y="-3367"/>
                  <a:pt x="1920621" y="0"/>
                </a:cubicBezTo>
                <a:cubicBezTo>
                  <a:pt x="2209531" y="3367"/>
                  <a:pt x="2364420" y="-19184"/>
                  <a:pt x="2488692" y="0"/>
                </a:cubicBezTo>
                <a:cubicBezTo>
                  <a:pt x="2612964" y="19184"/>
                  <a:pt x="3023298" y="-34627"/>
                  <a:pt x="3219069" y="0"/>
                </a:cubicBezTo>
                <a:cubicBezTo>
                  <a:pt x="3414840" y="34627"/>
                  <a:pt x="3656810" y="24043"/>
                  <a:pt x="3895344" y="0"/>
                </a:cubicBezTo>
                <a:cubicBezTo>
                  <a:pt x="4133879" y="-24043"/>
                  <a:pt x="4393984" y="-19577"/>
                  <a:pt x="4571619" y="0"/>
                </a:cubicBezTo>
                <a:cubicBezTo>
                  <a:pt x="4749255" y="19577"/>
                  <a:pt x="5179928" y="-6281"/>
                  <a:pt x="5410200" y="0"/>
                </a:cubicBezTo>
                <a:cubicBezTo>
                  <a:pt x="5410730" y="6954"/>
                  <a:pt x="5410934" y="12839"/>
                  <a:pt x="5410200" y="18288"/>
                </a:cubicBezTo>
                <a:cubicBezTo>
                  <a:pt x="5139060" y="6751"/>
                  <a:pt x="5121593" y="31035"/>
                  <a:pt x="4842129" y="18288"/>
                </a:cubicBezTo>
                <a:cubicBezTo>
                  <a:pt x="4562665" y="5541"/>
                  <a:pt x="4448273" y="9487"/>
                  <a:pt x="4328160" y="18288"/>
                </a:cubicBezTo>
                <a:cubicBezTo>
                  <a:pt x="4208047" y="27089"/>
                  <a:pt x="3760936" y="22567"/>
                  <a:pt x="3597783" y="18288"/>
                </a:cubicBezTo>
                <a:cubicBezTo>
                  <a:pt x="3434630" y="14009"/>
                  <a:pt x="3299718" y="33213"/>
                  <a:pt x="3029712" y="18288"/>
                </a:cubicBezTo>
                <a:cubicBezTo>
                  <a:pt x="2759706" y="3363"/>
                  <a:pt x="2640159" y="27394"/>
                  <a:pt x="2299335" y="18288"/>
                </a:cubicBezTo>
                <a:cubicBezTo>
                  <a:pt x="1958511" y="9182"/>
                  <a:pt x="1801186" y="28985"/>
                  <a:pt x="1514856" y="18288"/>
                </a:cubicBezTo>
                <a:cubicBezTo>
                  <a:pt x="1228526" y="7591"/>
                  <a:pt x="1063509" y="-5305"/>
                  <a:pt x="892683" y="18288"/>
                </a:cubicBezTo>
                <a:cubicBezTo>
                  <a:pt x="721857" y="41881"/>
                  <a:pt x="186945" y="-20897"/>
                  <a:pt x="0" y="18288"/>
                </a:cubicBezTo>
                <a:cubicBezTo>
                  <a:pt x="-570" y="9279"/>
                  <a:pt x="132" y="5100"/>
                  <a:pt x="0" y="0"/>
                </a:cubicBezTo>
                <a:close/>
              </a:path>
              <a:path w="5410200" h="18288" stroke="0" extrusionOk="0">
                <a:moveTo>
                  <a:pt x="0" y="0"/>
                </a:moveTo>
                <a:cubicBezTo>
                  <a:pt x="285096" y="-4925"/>
                  <a:pt x="376456" y="22268"/>
                  <a:pt x="622173" y="0"/>
                </a:cubicBezTo>
                <a:cubicBezTo>
                  <a:pt x="867890" y="-22268"/>
                  <a:pt x="1031392" y="7228"/>
                  <a:pt x="1136142" y="0"/>
                </a:cubicBezTo>
                <a:cubicBezTo>
                  <a:pt x="1240892" y="-7228"/>
                  <a:pt x="1561853" y="9877"/>
                  <a:pt x="1920621" y="0"/>
                </a:cubicBezTo>
                <a:cubicBezTo>
                  <a:pt x="2279389" y="-9877"/>
                  <a:pt x="2367255" y="19546"/>
                  <a:pt x="2542794" y="0"/>
                </a:cubicBezTo>
                <a:cubicBezTo>
                  <a:pt x="2718333" y="-19546"/>
                  <a:pt x="2866732" y="-22226"/>
                  <a:pt x="3164967" y="0"/>
                </a:cubicBezTo>
                <a:cubicBezTo>
                  <a:pt x="3463202" y="22226"/>
                  <a:pt x="3568055" y="-2765"/>
                  <a:pt x="3949446" y="0"/>
                </a:cubicBezTo>
                <a:cubicBezTo>
                  <a:pt x="4330837" y="2765"/>
                  <a:pt x="4287895" y="10557"/>
                  <a:pt x="4517517" y="0"/>
                </a:cubicBezTo>
                <a:cubicBezTo>
                  <a:pt x="4747139" y="-10557"/>
                  <a:pt x="5149588" y="8716"/>
                  <a:pt x="5410200" y="0"/>
                </a:cubicBezTo>
                <a:cubicBezTo>
                  <a:pt x="5409517" y="5414"/>
                  <a:pt x="5409480" y="12510"/>
                  <a:pt x="5410200" y="18288"/>
                </a:cubicBezTo>
                <a:cubicBezTo>
                  <a:pt x="5163327" y="41494"/>
                  <a:pt x="5008749" y="10693"/>
                  <a:pt x="4842129" y="18288"/>
                </a:cubicBezTo>
                <a:cubicBezTo>
                  <a:pt x="4675509" y="25883"/>
                  <a:pt x="4433401" y="-615"/>
                  <a:pt x="4165854" y="18288"/>
                </a:cubicBezTo>
                <a:cubicBezTo>
                  <a:pt x="3898308" y="37191"/>
                  <a:pt x="3809032" y="-8710"/>
                  <a:pt x="3543681" y="18288"/>
                </a:cubicBezTo>
                <a:cubicBezTo>
                  <a:pt x="3278330" y="45286"/>
                  <a:pt x="3073876" y="-15917"/>
                  <a:pt x="2759202" y="18288"/>
                </a:cubicBezTo>
                <a:cubicBezTo>
                  <a:pt x="2444528" y="52493"/>
                  <a:pt x="2204144" y="3372"/>
                  <a:pt x="1974723" y="18288"/>
                </a:cubicBezTo>
                <a:cubicBezTo>
                  <a:pt x="1745302" y="33204"/>
                  <a:pt x="1602335" y="31490"/>
                  <a:pt x="1406652" y="18288"/>
                </a:cubicBezTo>
                <a:cubicBezTo>
                  <a:pt x="1210969" y="5086"/>
                  <a:pt x="923948" y="3161"/>
                  <a:pt x="730377" y="18288"/>
                </a:cubicBezTo>
                <a:cubicBezTo>
                  <a:pt x="536806" y="33415"/>
                  <a:pt x="336496" y="-141"/>
                  <a:pt x="0" y="18288"/>
                </a:cubicBezTo>
                <a:cubicBezTo>
                  <a:pt x="-306" y="11061"/>
                  <a:pt x="-655" y="7751"/>
                  <a:pt x="0" y="0"/>
                </a:cubicBezTo>
                <a:close/>
              </a:path>
            </a:pathLst>
          </a:custGeom>
          <a:solidFill>
            <a:schemeClr val="accent2"/>
          </a:solidFill>
          <a:ln w="41275" cap="rnd">
            <a:solidFill>
              <a:schemeClr val="accent2"/>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027470675"/>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9C6D26E8-8883-42AD-0662-BF0503A6BDD1}"/>
              </a:ext>
            </a:extLst>
          </p:cNvPr>
          <p:cNvPicPr>
            <a:picLocks noChangeAspect="1"/>
          </p:cNvPicPr>
          <p:nvPr/>
        </p:nvPicPr>
        <p:blipFill>
          <a:blip r:embed="rId2"/>
          <a:stretch>
            <a:fillRect/>
          </a:stretch>
        </p:blipFill>
        <p:spPr>
          <a:xfrm>
            <a:off x="1524000" y="0"/>
            <a:ext cx="9144000" cy="6858000"/>
          </a:xfrm>
          <a:prstGeom prst="rect">
            <a:avLst/>
          </a:prstGeom>
        </p:spPr>
      </p:pic>
    </p:spTree>
    <p:extLst>
      <p:ext uri="{BB962C8B-B14F-4D97-AF65-F5344CB8AC3E}">
        <p14:creationId xmlns:p14="http://schemas.microsoft.com/office/powerpoint/2010/main" val="1429280796"/>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E0E4C8B9-0E9A-2FA0-EB93-BEB9599B0F4F}"/>
              </a:ext>
            </a:extLst>
          </p:cNvPr>
          <p:cNvSpPr txBox="1"/>
          <p:nvPr/>
        </p:nvSpPr>
        <p:spPr>
          <a:xfrm>
            <a:off x="1236000" y="2890391"/>
            <a:ext cx="9720000" cy="1077218"/>
          </a:xfrm>
          <a:prstGeom prst="rect">
            <a:avLst/>
          </a:prstGeom>
          <a:noFill/>
        </p:spPr>
        <p:txBody>
          <a:bodyPr wrap="square">
            <a:spAutoFit/>
          </a:bodyPr>
          <a:lstStyle/>
          <a:p>
            <a:pPr algn="ctr"/>
            <a:r>
              <a:rPr lang="en-IN" sz="3200" dirty="0">
                <a:latin typeface="Abadi" panose="020B0604020104020204" pitchFamily="34" charset="0"/>
              </a:rPr>
              <a:t>Collaborative coding is typically managed through a </a:t>
            </a:r>
            <a:r>
              <a:rPr lang="en-IN" sz="3200" b="1" dirty="0">
                <a:latin typeface="Abadi" panose="020B0604020104020204" pitchFamily="34" charset="0"/>
              </a:rPr>
              <a:t>Remote Repository</a:t>
            </a:r>
            <a:r>
              <a:rPr lang="en-IN" sz="3200" dirty="0">
                <a:latin typeface="Abadi" panose="020B0604020104020204" pitchFamily="34" charset="0"/>
              </a:rPr>
              <a:t>.</a:t>
            </a:r>
          </a:p>
        </p:txBody>
      </p:sp>
    </p:spTree>
    <p:extLst>
      <p:ext uri="{BB962C8B-B14F-4D97-AF65-F5344CB8AC3E}">
        <p14:creationId xmlns:p14="http://schemas.microsoft.com/office/powerpoint/2010/main" val="829210213"/>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69ED5E73-19D8-C8EA-3BE9-055EA56F415E}"/>
              </a:ext>
            </a:extLst>
          </p:cNvPr>
          <p:cNvSpPr txBox="1"/>
          <p:nvPr/>
        </p:nvSpPr>
        <p:spPr>
          <a:xfrm>
            <a:off x="1236000" y="2151727"/>
            <a:ext cx="9720000" cy="2554545"/>
          </a:xfrm>
          <a:prstGeom prst="rect">
            <a:avLst/>
          </a:prstGeom>
          <a:noFill/>
        </p:spPr>
        <p:txBody>
          <a:bodyPr wrap="square">
            <a:spAutoFit/>
          </a:bodyPr>
          <a:lstStyle/>
          <a:p>
            <a:pPr marL="285750" indent="-285750">
              <a:buFont typeface="Arial" panose="020B0604020202020204" pitchFamily="34" charset="0"/>
              <a:buChar char="•"/>
            </a:pPr>
            <a:r>
              <a:rPr lang="en-IN" sz="3200" dirty="0">
                <a:latin typeface="Abadi" panose="020B0604020104020204" pitchFamily="34" charset="0"/>
              </a:rPr>
              <a:t>A Remote Repository is a place where committed files are stored on the web and can be shared with others.</a:t>
            </a:r>
          </a:p>
          <a:p>
            <a:pPr marL="285750" indent="-285750">
              <a:buFont typeface="Arial" panose="020B0604020202020204" pitchFamily="34" charset="0"/>
              <a:buChar char="•"/>
            </a:pPr>
            <a:r>
              <a:rPr lang="en-IN" sz="3200" b="1" dirty="0">
                <a:latin typeface="Abadi" panose="020B0604020104020204" pitchFamily="34" charset="0"/>
              </a:rPr>
              <a:t>GitHub</a:t>
            </a:r>
            <a:r>
              <a:rPr lang="en-IN" sz="3200" dirty="0">
                <a:latin typeface="Abadi" panose="020B0604020104020204" pitchFamily="34" charset="0"/>
              </a:rPr>
              <a:t>, </a:t>
            </a:r>
            <a:r>
              <a:rPr lang="en-IN" sz="3200" b="1" dirty="0">
                <a:latin typeface="Abadi" panose="020B0604020104020204" pitchFamily="34" charset="0"/>
              </a:rPr>
              <a:t>GitLab</a:t>
            </a:r>
            <a:r>
              <a:rPr lang="en-IN" sz="3200" dirty="0">
                <a:latin typeface="Abadi" panose="020B0604020104020204" pitchFamily="34" charset="0"/>
              </a:rPr>
              <a:t>, or </a:t>
            </a:r>
            <a:r>
              <a:rPr lang="en-IN" sz="3200" b="1" dirty="0">
                <a:latin typeface="Abadi" panose="020B0604020104020204" pitchFamily="34" charset="0"/>
              </a:rPr>
              <a:t>Bitbucket</a:t>
            </a:r>
            <a:r>
              <a:rPr lang="en-IN" sz="3200" dirty="0">
                <a:latin typeface="Abadi" panose="020B0604020104020204" pitchFamily="34" charset="0"/>
              </a:rPr>
              <a:t> are the major remote repository services.</a:t>
            </a:r>
          </a:p>
        </p:txBody>
      </p:sp>
    </p:spTree>
    <p:extLst>
      <p:ext uri="{BB962C8B-B14F-4D97-AF65-F5344CB8AC3E}">
        <p14:creationId xmlns:p14="http://schemas.microsoft.com/office/powerpoint/2010/main" val="3381879453"/>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A5C60D36-7464-3332-B027-744AC8952577}"/>
              </a:ext>
            </a:extLst>
          </p:cNvPr>
          <p:cNvSpPr txBox="1"/>
          <p:nvPr/>
        </p:nvSpPr>
        <p:spPr>
          <a:xfrm>
            <a:off x="1236000" y="2397948"/>
            <a:ext cx="9720000" cy="2062103"/>
          </a:xfrm>
          <a:prstGeom prst="rect">
            <a:avLst/>
          </a:prstGeom>
          <a:noFill/>
        </p:spPr>
        <p:txBody>
          <a:bodyPr wrap="square">
            <a:spAutoFit/>
          </a:bodyPr>
          <a:lstStyle/>
          <a:p>
            <a:pPr algn="ctr"/>
            <a:r>
              <a:rPr lang="en-IN" sz="3200" dirty="0">
                <a:latin typeface="Abadi" panose="020B0604020104020204" pitchFamily="34" charset="0"/>
              </a:rPr>
              <a:t>Interactions between a Local Repository and a Remote Repository are done through the command line on a local computer or a desktop application provided by remote repository services.</a:t>
            </a:r>
          </a:p>
        </p:txBody>
      </p:sp>
    </p:spTree>
    <p:extLst>
      <p:ext uri="{BB962C8B-B14F-4D97-AF65-F5344CB8AC3E}">
        <p14:creationId xmlns:p14="http://schemas.microsoft.com/office/powerpoint/2010/main" val="3329205128"/>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9C6D26E8-8883-42AD-0662-BF0503A6BDD1}"/>
              </a:ext>
            </a:extLst>
          </p:cNvPr>
          <p:cNvPicPr>
            <a:picLocks noChangeAspect="1"/>
          </p:cNvPicPr>
          <p:nvPr/>
        </p:nvPicPr>
        <p:blipFill>
          <a:blip r:embed="rId2"/>
          <a:stretch>
            <a:fillRect/>
          </a:stretch>
        </p:blipFill>
        <p:spPr>
          <a:xfrm>
            <a:off x="1524000" y="0"/>
            <a:ext cx="9144000" cy="6858000"/>
          </a:xfrm>
          <a:prstGeom prst="rect">
            <a:avLst/>
          </a:prstGeom>
        </p:spPr>
      </p:pic>
    </p:spTree>
    <p:extLst>
      <p:ext uri="{BB962C8B-B14F-4D97-AF65-F5344CB8AC3E}">
        <p14:creationId xmlns:p14="http://schemas.microsoft.com/office/powerpoint/2010/main" val="1790231466"/>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FF92A7B-A56F-D56A-893B-74049328C319}"/>
              </a:ext>
            </a:extLst>
          </p:cNvPr>
          <p:cNvSpPr>
            <a:spLocks noGrp="1"/>
          </p:cNvSpPr>
          <p:nvPr>
            <p:ph type="title"/>
          </p:nvPr>
        </p:nvSpPr>
        <p:spPr/>
        <p:txBody>
          <a:bodyPr/>
          <a:lstStyle/>
          <a:p>
            <a:r>
              <a:rPr lang="en-US" dirty="0"/>
              <a:t>Developer A initiates a project, and Developer B supports Developer A</a:t>
            </a:r>
            <a:endParaRPr lang="en-IN" dirty="0"/>
          </a:p>
        </p:txBody>
      </p:sp>
      <p:sp>
        <p:nvSpPr>
          <p:cNvPr id="3" name="Content Placeholder 2">
            <a:extLst>
              <a:ext uri="{FF2B5EF4-FFF2-40B4-BE49-F238E27FC236}">
                <a16:creationId xmlns:a16="http://schemas.microsoft.com/office/drawing/2014/main" id="{384C9ACD-E06B-AED4-43B4-39747A5CD4F7}"/>
              </a:ext>
            </a:extLst>
          </p:cNvPr>
          <p:cNvSpPr>
            <a:spLocks noGrp="1"/>
          </p:cNvSpPr>
          <p:nvPr>
            <p:ph idx="1"/>
          </p:nvPr>
        </p:nvSpPr>
        <p:spPr/>
        <p:txBody>
          <a:bodyPr>
            <a:normAutofit/>
          </a:bodyPr>
          <a:lstStyle/>
          <a:p>
            <a:pPr marL="514350" indent="-514350">
              <a:buFont typeface="+mj-lt"/>
              <a:buAutoNum type="arabicPeriod"/>
            </a:pPr>
            <a:r>
              <a:rPr lang="en-US" i="1" dirty="0">
                <a:latin typeface="Abadi" panose="020B0604020104020204" pitchFamily="34" charset="0"/>
              </a:rPr>
              <a:t>Developer A</a:t>
            </a:r>
            <a:r>
              <a:rPr lang="en-US" dirty="0">
                <a:latin typeface="Abadi" panose="020B0604020104020204" pitchFamily="34" charset="0"/>
              </a:rPr>
              <a:t> works on coding and makes the first </a:t>
            </a:r>
            <a:r>
              <a:rPr lang="en-US" b="1" dirty="0">
                <a:latin typeface="Abadi" panose="020B0604020104020204" pitchFamily="34" charset="0"/>
              </a:rPr>
              <a:t>Commit</a:t>
            </a:r>
            <a:r>
              <a:rPr lang="en-US" dirty="0">
                <a:latin typeface="Abadi" panose="020B0604020104020204" pitchFamily="34" charset="0"/>
              </a:rPr>
              <a:t> (saved in his Local Repository).</a:t>
            </a:r>
          </a:p>
          <a:p>
            <a:pPr marL="514350" indent="-514350">
              <a:buFont typeface="+mj-lt"/>
              <a:buAutoNum type="arabicPeriod"/>
            </a:pPr>
            <a:r>
              <a:rPr lang="en-US" i="1" dirty="0">
                <a:latin typeface="Abadi" panose="020B0604020104020204" pitchFamily="34" charset="0"/>
              </a:rPr>
              <a:t>Developer A</a:t>
            </a:r>
            <a:r>
              <a:rPr lang="en-US" dirty="0">
                <a:latin typeface="Abadi" panose="020B0604020104020204" pitchFamily="34" charset="0"/>
              </a:rPr>
              <a:t> sends the committed files to his Remote Repository. This action is called </a:t>
            </a:r>
            <a:r>
              <a:rPr lang="en-US" b="1" dirty="0">
                <a:latin typeface="Abadi" panose="020B0604020104020204" pitchFamily="34" charset="0"/>
              </a:rPr>
              <a:t>Push</a:t>
            </a:r>
            <a:r>
              <a:rPr lang="en-US" dirty="0">
                <a:latin typeface="Abadi" panose="020B0604020104020204" pitchFamily="34" charset="0"/>
              </a:rPr>
              <a:t>. The command to push files is </a:t>
            </a:r>
            <a:r>
              <a:rPr lang="en-US" i="1" dirty="0">
                <a:solidFill>
                  <a:srgbClr val="FF0000"/>
                </a:solidFill>
                <a:latin typeface="Abadi" panose="020B0604020104020204" pitchFamily="34" charset="0"/>
              </a:rPr>
              <a:t>git push</a:t>
            </a:r>
            <a:r>
              <a:rPr lang="en-US" dirty="0">
                <a:latin typeface="Abadi" panose="020B0604020104020204" pitchFamily="34" charset="0"/>
              </a:rPr>
              <a:t>.</a:t>
            </a:r>
          </a:p>
          <a:p>
            <a:pPr marL="514350" indent="-514350">
              <a:buFont typeface="+mj-lt"/>
              <a:buAutoNum type="arabicPeriod"/>
            </a:pPr>
            <a:r>
              <a:rPr lang="en-US" i="1" dirty="0">
                <a:latin typeface="Abadi" panose="020B0604020104020204" pitchFamily="34" charset="0"/>
              </a:rPr>
              <a:t>Developer A</a:t>
            </a:r>
            <a:r>
              <a:rPr lang="en-US" dirty="0">
                <a:latin typeface="Abadi" panose="020B0604020104020204" pitchFamily="34" charset="0"/>
              </a:rPr>
              <a:t> gives </a:t>
            </a:r>
            <a:r>
              <a:rPr lang="en-US" i="1" dirty="0">
                <a:latin typeface="Abadi" panose="020B0604020104020204" pitchFamily="34" charset="0"/>
              </a:rPr>
              <a:t>Developer B</a:t>
            </a:r>
            <a:r>
              <a:rPr lang="en-US" dirty="0">
                <a:latin typeface="Abadi" panose="020B0604020104020204" pitchFamily="34" charset="0"/>
              </a:rPr>
              <a:t> access to his Remote Repository.</a:t>
            </a:r>
          </a:p>
          <a:p>
            <a:pPr marL="514350" indent="-514350">
              <a:buFont typeface="+mj-lt"/>
              <a:buAutoNum type="arabicPeriod"/>
            </a:pPr>
            <a:r>
              <a:rPr lang="en-US" i="1" dirty="0">
                <a:latin typeface="Abadi" panose="020B0604020104020204" pitchFamily="34" charset="0"/>
              </a:rPr>
              <a:t>Developer B</a:t>
            </a:r>
            <a:r>
              <a:rPr lang="en-US" dirty="0">
                <a:latin typeface="Abadi" panose="020B0604020104020204" pitchFamily="34" charset="0"/>
              </a:rPr>
              <a:t> brings the files from the Remote Repository to her local computer. When she does this for the first time, the action is called </a:t>
            </a:r>
            <a:r>
              <a:rPr lang="en-US" b="1" dirty="0">
                <a:latin typeface="Abadi" panose="020B0604020104020204" pitchFamily="34" charset="0"/>
              </a:rPr>
              <a:t>Clone</a:t>
            </a:r>
            <a:r>
              <a:rPr lang="en-US" dirty="0">
                <a:latin typeface="Abadi" panose="020B0604020104020204" pitchFamily="34" charset="0"/>
              </a:rPr>
              <a:t>.</a:t>
            </a:r>
            <a:endParaRPr lang="en-IN" dirty="0">
              <a:latin typeface="Abadi" panose="020B0604020104020204" pitchFamily="34" charset="0"/>
            </a:endParaRPr>
          </a:p>
        </p:txBody>
      </p:sp>
    </p:spTree>
    <p:extLst>
      <p:ext uri="{BB962C8B-B14F-4D97-AF65-F5344CB8AC3E}">
        <p14:creationId xmlns:p14="http://schemas.microsoft.com/office/powerpoint/2010/main" val="2793963332"/>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FF92A7B-A56F-D56A-893B-74049328C319}"/>
              </a:ext>
            </a:extLst>
          </p:cNvPr>
          <p:cNvSpPr>
            <a:spLocks noGrp="1"/>
          </p:cNvSpPr>
          <p:nvPr>
            <p:ph type="title"/>
          </p:nvPr>
        </p:nvSpPr>
        <p:spPr/>
        <p:txBody>
          <a:bodyPr/>
          <a:lstStyle/>
          <a:p>
            <a:r>
              <a:rPr lang="en-US" dirty="0"/>
              <a:t>Developer A initiates a project, and Developer B supports Developer A</a:t>
            </a:r>
            <a:endParaRPr lang="en-IN" dirty="0"/>
          </a:p>
        </p:txBody>
      </p:sp>
      <p:sp>
        <p:nvSpPr>
          <p:cNvPr id="3" name="Content Placeholder 2">
            <a:extLst>
              <a:ext uri="{FF2B5EF4-FFF2-40B4-BE49-F238E27FC236}">
                <a16:creationId xmlns:a16="http://schemas.microsoft.com/office/drawing/2014/main" id="{384C9ACD-E06B-AED4-43B4-39747A5CD4F7}"/>
              </a:ext>
            </a:extLst>
          </p:cNvPr>
          <p:cNvSpPr>
            <a:spLocks noGrp="1"/>
          </p:cNvSpPr>
          <p:nvPr>
            <p:ph idx="1"/>
          </p:nvPr>
        </p:nvSpPr>
        <p:spPr/>
        <p:txBody>
          <a:bodyPr>
            <a:normAutofit/>
          </a:bodyPr>
          <a:lstStyle/>
          <a:p>
            <a:r>
              <a:rPr lang="en-US" dirty="0">
                <a:latin typeface="Abadi" panose="020B0604020104020204" pitchFamily="34" charset="0"/>
              </a:rPr>
              <a:t>Clone creates the same set of files as the Remote Repository in the local computer — committed files are registered in her Local Repository and the same files are saved under the project directory.</a:t>
            </a:r>
          </a:p>
          <a:p>
            <a:r>
              <a:rPr lang="en-US" dirty="0">
                <a:latin typeface="Abadi" panose="020B0604020104020204" pitchFamily="34" charset="0"/>
              </a:rPr>
              <a:t>The command to clone is </a:t>
            </a:r>
            <a:r>
              <a:rPr lang="en-US" i="1" dirty="0">
                <a:solidFill>
                  <a:srgbClr val="FF0000"/>
                </a:solidFill>
                <a:latin typeface="Abadi" panose="020B0604020104020204" pitchFamily="34" charset="0"/>
              </a:rPr>
              <a:t>git clone</a:t>
            </a:r>
            <a:r>
              <a:rPr lang="en-US" dirty="0">
                <a:latin typeface="Abadi" panose="020B0604020104020204" pitchFamily="34" charset="0"/>
              </a:rPr>
              <a:t>.</a:t>
            </a:r>
            <a:endParaRPr lang="en-IN" dirty="0">
              <a:latin typeface="Abadi" panose="020B0604020104020204" pitchFamily="34" charset="0"/>
            </a:endParaRPr>
          </a:p>
        </p:txBody>
      </p:sp>
    </p:spTree>
    <p:extLst>
      <p:ext uri="{BB962C8B-B14F-4D97-AF65-F5344CB8AC3E}">
        <p14:creationId xmlns:p14="http://schemas.microsoft.com/office/powerpoint/2010/main" val="3010320068"/>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FF92A7B-A56F-D56A-893B-74049328C319}"/>
              </a:ext>
            </a:extLst>
          </p:cNvPr>
          <p:cNvSpPr>
            <a:spLocks noGrp="1"/>
          </p:cNvSpPr>
          <p:nvPr>
            <p:ph type="title"/>
          </p:nvPr>
        </p:nvSpPr>
        <p:spPr/>
        <p:txBody>
          <a:bodyPr/>
          <a:lstStyle/>
          <a:p>
            <a:r>
              <a:rPr lang="en-US" dirty="0"/>
              <a:t>Developer A initiates a project, and Developer B supports Developer A</a:t>
            </a:r>
            <a:endParaRPr lang="en-IN" dirty="0"/>
          </a:p>
        </p:txBody>
      </p:sp>
      <p:sp>
        <p:nvSpPr>
          <p:cNvPr id="3" name="Content Placeholder 2">
            <a:extLst>
              <a:ext uri="{FF2B5EF4-FFF2-40B4-BE49-F238E27FC236}">
                <a16:creationId xmlns:a16="http://schemas.microsoft.com/office/drawing/2014/main" id="{384C9ACD-E06B-AED4-43B4-39747A5CD4F7}"/>
              </a:ext>
            </a:extLst>
          </p:cNvPr>
          <p:cNvSpPr>
            <a:spLocks noGrp="1"/>
          </p:cNvSpPr>
          <p:nvPr>
            <p:ph idx="1"/>
          </p:nvPr>
        </p:nvSpPr>
        <p:spPr/>
        <p:txBody>
          <a:bodyPr>
            <a:normAutofit/>
          </a:bodyPr>
          <a:lstStyle/>
          <a:p>
            <a:pPr marL="514350" indent="-514350">
              <a:buFont typeface="+mj-lt"/>
              <a:buAutoNum type="arabicPeriod" startAt="5"/>
            </a:pPr>
            <a:r>
              <a:rPr lang="en-US" i="1" dirty="0">
                <a:latin typeface="Abadi" panose="020B0604020104020204" pitchFamily="34" charset="0"/>
              </a:rPr>
              <a:t>Developer B</a:t>
            </a:r>
            <a:r>
              <a:rPr lang="en-US" dirty="0">
                <a:latin typeface="Abadi" panose="020B0604020104020204" pitchFamily="34" charset="0"/>
              </a:rPr>
              <a:t> can work on creating new lines of code and save them under her Local Repository (</a:t>
            </a:r>
            <a:r>
              <a:rPr lang="en-US" b="1" dirty="0">
                <a:latin typeface="Abadi" panose="020B0604020104020204" pitchFamily="34" charset="0"/>
              </a:rPr>
              <a:t>Commit</a:t>
            </a:r>
            <a:r>
              <a:rPr lang="en-US" dirty="0">
                <a:latin typeface="Abadi" panose="020B0604020104020204" pitchFamily="34" charset="0"/>
              </a:rPr>
              <a:t>).</a:t>
            </a:r>
          </a:p>
          <a:p>
            <a:pPr marL="514350" indent="-514350">
              <a:buFont typeface="+mj-lt"/>
              <a:buAutoNum type="arabicPeriod" startAt="5"/>
            </a:pPr>
            <a:r>
              <a:rPr lang="en-US" i="1" dirty="0">
                <a:latin typeface="Abadi" panose="020B0604020104020204" pitchFamily="34" charset="0"/>
              </a:rPr>
              <a:t>Developer B</a:t>
            </a:r>
            <a:r>
              <a:rPr lang="en-US" dirty="0">
                <a:latin typeface="Abadi" panose="020B0604020104020204" pitchFamily="34" charset="0"/>
              </a:rPr>
              <a:t> pushes them back to Remote Repository where </a:t>
            </a:r>
            <a:r>
              <a:rPr lang="en-US" i="1" dirty="0">
                <a:latin typeface="Abadi" panose="020B0604020104020204" pitchFamily="34" charset="0"/>
              </a:rPr>
              <a:t>Developer A</a:t>
            </a:r>
            <a:r>
              <a:rPr lang="en-US" dirty="0">
                <a:latin typeface="Abadi" panose="020B0604020104020204" pitchFamily="34" charset="0"/>
              </a:rPr>
              <a:t> can access them.</a:t>
            </a:r>
          </a:p>
          <a:p>
            <a:pPr marL="514350" indent="-514350">
              <a:buFont typeface="+mj-lt"/>
              <a:buAutoNum type="arabicPeriod" startAt="5"/>
            </a:pPr>
            <a:r>
              <a:rPr lang="en-US" i="1" dirty="0">
                <a:latin typeface="Abadi" panose="020B0604020104020204" pitchFamily="34" charset="0"/>
              </a:rPr>
              <a:t>Developer A</a:t>
            </a:r>
            <a:r>
              <a:rPr lang="en-US" dirty="0">
                <a:latin typeface="Abadi" panose="020B0604020104020204" pitchFamily="34" charset="0"/>
              </a:rPr>
              <a:t> can bring the files back to his Local Repository and his project directory. This action is called </a:t>
            </a:r>
            <a:r>
              <a:rPr lang="en-US" b="1" dirty="0">
                <a:latin typeface="Abadi" panose="020B0604020104020204" pitchFamily="34" charset="0"/>
              </a:rPr>
              <a:t>Pull</a:t>
            </a:r>
            <a:r>
              <a:rPr lang="en-US" dirty="0">
                <a:latin typeface="Abadi" panose="020B0604020104020204" pitchFamily="34" charset="0"/>
              </a:rPr>
              <a:t>.</a:t>
            </a:r>
          </a:p>
          <a:p>
            <a:pPr lvl="1"/>
            <a:r>
              <a:rPr lang="en-US" dirty="0">
                <a:latin typeface="Abadi" panose="020B0604020104020204" pitchFamily="34" charset="0"/>
              </a:rPr>
              <a:t>The command to pull files is </a:t>
            </a:r>
            <a:r>
              <a:rPr lang="en-US" i="1" dirty="0">
                <a:solidFill>
                  <a:srgbClr val="FF0000"/>
                </a:solidFill>
                <a:latin typeface="Abadi" panose="020B0604020104020204" pitchFamily="34" charset="0"/>
              </a:rPr>
              <a:t>git pull</a:t>
            </a:r>
            <a:r>
              <a:rPr lang="en-US" dirty="0">
                <a:latin typeface="Abadi" panose="020B0604020104020204" pitchFamily="34" charset="0"/>
              </a:rPr>
              <a:t>.</a:t>
            </a:r>
            <a:endParaRPr lang="en-IN" dirty="0">
              <a:latin typeface="Abadi" panose="020B0604020104020204" pitchFamily="34" charset="0"/>
            </a:endParaRPr>
          </a:p>
        </p:txBody>
      </p:sp>
    </p:spTree>
    <p:extLst>
      <p:ext uri="{BB962C8B-B14F-4D97-AF65-F5344CB8AC3E}">
        <p14:creationId xmlns:p14="http://schemas.microsoft.com/office/powerpoint/2010/main" val="729843266"/>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943CAA20-3569-4189-9E48-239A229A86C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Title 3">
            <a:extLst>
              <a:ext uri="{FF2B5EF4-FFF2-40B4-BE49-F238E27FC236}">
                <a16:creationId xmlns:a16="http://schemas.microsoft.com/office/drawing/2014/main" id="{45833FA4-8942-5A3D-33C7-D9D6EC187EF8}"/>
              </a:ext>
            </a:extLst>
          </p:cNvPr>
          <p:cNvSpPr>
            <a:spLocks noGrp="1"/>
          </p:cNvSpPr>
          <p:nvPr>
            <p:ph type="title"/>
          </p:nvPr>
        </p:nvSpPr>
        <p:spPr>
          <a:xfrm>
            <a:off x="838200" y="451381"/>
            <a:ext cx="10512552" cy="4066540"/>
          </a:xfrm>
        </p:spPr>
        <p:txBody>
          <a:bodyPr vert="horz" lIns="91440" tIns="45720" rIns="91440" bIns="45720" rtlCol="0" anchor="b">
            <a:normAutofit/>
          </a:bodyPr>
          <a:lstStyle/>
          <a:p>
            <a:r>
              <a:rPr lang="en-US" sz="6600" kern="1200">
                <a:solidFill>
                  <a:schemeClr val="tx1"/>
                </a:solidFill>
                <a:latin typeface="+mj-lt"/>
                <a:ea typeface="+mj-ea"/>
                <a:cs typeface="+mj-cs"/>
              </a:rPr>
              <a:t>Collaborating on Git &amp; Git Hub – Branch</a:t>
            </a:r>
          </a:p>
        </p:txBody>
      </p:sp>
      <p:sp>
        <p:nvSpPr>
          <p:cNvPr id="11" name="sketch line">
            <a:extLst>
              <a:ext uri="{FF2B5EF4-FFF2-40B4-BE49-F238E27FC236}">
                <a16:creationId xmlns:a16="http://schemas.microsoft.com/office/drawing/2014/main" id="{DA542B6D-E775-4832-91DC-2D20F857813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38200" y="4718595"/>
            <a:ext cx="5410200" cy="18288"/>
          </a:xfrm>
          <a:custGeom>
            <a:avLst/>
            <a:gdLst>
              <a:gd name="connsiteX0" fmla="*/ 0 w 5410200"/>
              <a:gd name="connsiteY0" fmla="*/ 0 h 18288"/>
              <a:gd name="connsiteX1" fmla="*/ 568071 w 5410200"/>
              <a:gd name="connsiteY1" fmla="*/ 0 h 18288"/>
              <a:gd name="connsiteX2" fmla="*/ 1298448 w 5410200"/>
              <a:gd name="connsiteY2" fmla="*/ 0 h 18288"/>
              <a:gd name="connsiteX3" fmla="*/ 1920621 w 5410200"/>
              <a:gd name="connsiteY3" fmla="*/ 0 h 18288"/>
              <a:gd name="connsiteX4" fmla="*/ 2488692 w 5410200"/>
              <a:gd name="connsiteY4" fmla="*/ 0 h 18288"/>
              <a:gd name="connsiteX5" fmla="*/ 3219069 w 5410200"/>
              <a:gd name="connsiteY5" fmla="*/ 0 h 18288"/>
              <a:gd name="connsiteX6" fmla="*/ 3895344 w 5410200"/>
              <a:gd name="connsiteY6" fmla="*/ 0 h 18288"/>
              <a:gd name="connsiteX7" fmla="*/ 4571619 w 5410200"/>
              <a:gd name="connsiteY7" fmla="*/ 0 h 18288"/>
              <a:gd name="connsiteX8" fmla="*/ 5410200 w 5410200"/>
              <a:gd name="connsiteY8" fmla="*/ 0 h 18288"/>
              <a:gd name="connsiteX9" fmla="*/ 5410200 w 5410200"/>
              <a:gd name="connsiteY9" fmla="*/ 18288 h 18288"/>
              <a:gd name="connsiteX10" fmla="*/ 4842129 w 5410200"/>
              <a:gd name="connsiteY10" fmla="*/ 18288 h 18288"/>
              <a:gd name="connsiteX11" fmla="*/ 4328160 w 5410200"/>
              <a:gd name="connsiteY11" fmla="*/ 18288 h 18288"/>
              <a:gd name="connsiteX12" fmla="*/ 3597783 w 5410200"/>
              <a:gd name="connsiteY12" fmla="*/ 18288 h 18288"/>
              <a:gd name="connsiteX13" fmla="*/ 3029712 w 5410200"/>
              <a:gd name="connsiteY13" fmla="*/ 18288 h 18288"/>
              <a:gd name="connsiteX14" fmla="*/ 2299335 w 5410200"/>
              <a:gd name="connsiteY14" fmla="*/ 18288 h 18288"/>
              <a:gd name="connsiteX15" fmla="*/ 1514856 w 5410200"/>
              <a:gd name="connsiteY15" fmla="*/ 18288 h 18288"/>
              <a:gd name="connsiteX16" fmla="*/ 892683 w 5410200"/>
              <a:gd name="connsiteY16" fmla="*/ 18288 h 18288"/>
              <a:gd name="connsiteX17" fmla="*/ 0 w 5410200"/>
              <a:gd name="connsiteY17" fmla="*/ 18288 h 18288"/>
              <a:gd name="connsiteX18" fmla="*/ 0 w 5410200"/>
              <a:gd name="connsiteY18" fmla="*/ 0 h 182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5410200" h="18288" fill="none" extrusionOk="0">
                <a:moveTo>
                  <a:pt x="0" y="0"/>
                </a:moveTo>
                <a:cubicBezTo>
                  <a:pt x="163050" y="-18707"/>
                  <a:pt x="319321" y="-16364"/>
                  <a:pt x="568071" y="0"/>
                </a:cubicBezTo>
                <a:cubicBezTo>
                  <a:pt x="816821" y="16364"/>
                  <a:pt x="1013224" y="-7268"/>
                  <a:pt x="1298448" y="0"/>
                </a:cubicBezTo>
                <a:cubicBezTo>
                  <a:pt x="1583672" y="7268"/>
                  <a:pt x="1631711" y="-3367"/>
                  <a:pt x="1920621" y="0"/>
                </a:cubicBezTo>
                <a:cubicBezTo>
                  <a:pt x="2209531" y="3367"/>
                  <a:pt x="2364420" y="-19184"/>
                  <a:pt x="2488692" y="0"/>
                </a:cubicBezTo>
                <a:cubicBezTo>
                  <a:pt x="2612964" y="19184"/>
                  <a:pt x="3023298" y="-34627"/>
                  <a:pt x="3219069" y="0"/>
                </a:cubicBezTo>
                <a:cubicBezTo>
                  <a:pt x="3414840" y="34627"/>
                  <a:pt x="3656810" y="24043"/>
                  <a:pt x="3895344" y="0"/>
                </a:cubicBezTo>
                <a:cubicBezTo>
                  <a:pt x="4133879" y="-24043"/>
                  <a:pt x="4393984" y="-19577"/>
                  <a:pt x="4571619" y="0"/>
                </a:cubicBezTo>
                <a:cubicBezTo>
                  <a:pt x="4749255" y="19577"/>
                  <a:pt x="5179928" y="-6281"/>
                  <a:pt x="5410200" y="0"/>
                </a:cubicBezTo>
                <a:cubicBezTo>
                  <a:pt x="5410730" y="6954"/>
                  <a:pt x="5410934" y="12839"/>
                  <a:pt x="5410200" y="18288"/>
                </a:cubicBezTo>
                <a:cubicBezTo>
                  <a:pt x="5139060" y="6751"/>
                  <a:pt x="5121593" y="31035"/>
                  <a:pt x="4842129" y="18288"/>
                </a:cubicBezTo>
                <a:cubicBezTo>
                  <a:pt x="4562665" y="5541"/>
                  <a:pt x="4448273" y="9487"/>
                  <a:pt x="4328160" y="18288"/>
                </a:cubicBezTo>
                <a:cubicBezTo>
                  <a:pt x="4208047" y="27089"/>
                  <a:pt x="3760936" y="22567"/>
                  <a:pt x="3597783" y="18288"/>
                </a:cubicBezTo>
                <a:cubicBezTo>
                  <a:pt x="3434630" y="14009"/>
                  <a:pt x="3299718" y="33213"/>
                  <a:pt x="3029712" y="18288"/>
                </a:cubicBezTo>
                <a:cubicBezTo>
                  <a:pt x="2759706" y="3363"/>
                  <a:pt x="2640159" y="27394"/>
                  <a:pt x="2299335" y="18288"/>
                </a:cubicBezTo>
                <a:cubicBezTo>
                  <a:pt x="1958511" y="9182"/>
                  <a:pt x="1801186" y="28985"/>
                  <a:pt x="1514856" y="18288"/>
                </a:cubicBezTo>
                <a:cubicBezTo>
                  <a:pt x="1228526" y="7591"/>
                  <a:pt x="1063509" y="-5305"/>
                  <a:pt x="892683" y="18288"/>
                </a:cubicBezTo>
                <a:cubicBezTo>
                  <a:pt x="721857" y="41881"/>
                  <a:pt x="186945" y="-20897"/>
                  <a:pt x="0" y="18288"/>
                </a:cubicBezTo>
                <a:cubicBezTo>
                  <a:pt x="-570" y="9279"/>
                  <a:pt x="132" y="5100"/>
                  <a:pt x="0" y="0"/>
                </a:cubicBezTo>
                <a:close/>
              </a:path>
              <a:path w="5410200" h="18288" stroke="0" extrusionOk="0">
                <a:moveTo>
                  <a:pt x="0" y="0"/>
                </a:moveTo>
                <a:cubicBezTo>
                  <a:pt x="285096" y="-4925"/>
                  <a:pt x="376456" y="22268"/>
                  <a:pt x="622173" y="0"/>
                </a:cubicBezTo>
                <a:cubicBezTo>
                  <a:pt x="867890" y="-22268"/>
                  <a:pt x="1031392" y="7228"/>
                  <a:pt x="1136142" y="0"/>
                </a:cubicBezTo>
                <a:cubicBezTo>
                  <a:pt x="1240892" y="-7228"/>
                  <a:pt x="1561853" y="9877"/>
                  <a:pt x="1920621" y="0"/>
                </a:cubicBezTo>
                <a:cubicBezTo>
                  <a:pt x="2279389" y="-9877"/>
                  <a:pt x="2367255" y="19546"/>
                  <a:pt x="2542794" y="0"/>
                </a:cubicBezTo>
                <a:cubicBezTo>
                  <a:pt x="2718333" y="-19546"/>
                  <a:pt x="2866732" y="-22226"/>
                  <a:pt x="3164967" y="0"/>
                </a:cubicBezTo>
                <a:cubicBezTo>
                  <a:pt x="3463202" y="22226"/>
                  <a:pt x="3568055" y="-2765"/>
                  <a:pt x="3949446" y="0"/>
                </a:cubicBezTo>
                <a:cubicBezTo>
                  <a:pt x="4330837" y="2765"/>
                  <a:pt x="4287895" y="10557"/>
                  <a:pt x="4517517" y="0"/>
                </a:cubicBezTo>
                <a:cubicBezTo>
                  <a:pt x="4747139" y="-10557"/>
                  <a:pt x="5149588" y="8716"/>
                  <a:pt x="5410200" y="0"/>
                </a:cubicBezTo>
                <a:cubicBezTo>
                  <a:pt x="5409517" y="5414"/>
                  <a:pt x="5409480" y="12510"/>
                  <a:pt x="5410200" y="18288"/>
                </a:cubicBezTo>
                <a:cubicBezTo>
                  <a:pt x="5163327" y="41494"/>
                  <a:pt x="5008749" y="10693"/>
                  <a:pt x="4842129" y="18288"/>
                </a:cubicBezTo>
                <a:cubicBezTo>
                  <a:pt x="4675509" y="25883"/>
                  <a:pt x="4433401" y="-615"/>
                  <a:pt x="4165854" y="18288"/>
                </a:cubicBezTo>
                <a:cubicBezTo>
                  <a:pt x="3898308" y="37191"/>
                  <a:pt x="3809032" y="-8710"/>
                  <a:pt x="3543681" y="18288"/>
                </a:cubicBezTo>
                <a:cubicBezTo>
                  <a:pt x="3278330" y="45286"/>
                  <a:pt x="3073876" y="-15917"/>
                  <a:pt x="2759202" y="18288"/>
                </a:cubicBezTo>
                <a:cubicBezTo>
                  <a:pt x="2444528" y="52493"/>
                  <a:pt x="2204144" y="3372"/>
                  <a:pt x="1974723" y="18288"/>
                </a:cubicBezTo>
                <a:cubicBezTo>
                  <a:pt x="1745302" y="33204"/>
                  <a:pt x="1602335" y="31490"/>
                  <a:pt x="1406652" y="18288"/>
                </a:cubicBezTo>
                <a:cubicBezTo>
                  <a:pt x="1210969" y="5086"/>
                  <a:pt x="923948" y="3161"/>
                  <a:pt x="730377" y="18288"/>
                </a:cubicBezTo>
                <a:cubicBezTo>
                  <a:pt x="536806" y="33415"/>
                  <a:pt x="336496" y="-141"/>
                  <a:pt x="0" y="18288"/>
                </a:cubicBezTo>
                <a:cubicBezTo>
                  <a:pt x="-306" y="11061"/>
                  <a:pt x="-655" y="7751"/>
                  <a:pt x="0" y="0"/>
                </a:cubicBezTo>
                <a:close/>
              </a:path>
            </a:pathLst>
          </a:custGeom>
          <a:solidFill>
            <a:schemeClr val="accent2"/>
          </a:solidFill>
          <a:ln w="41275" cap="rnd">
            <a:solidFill>
              <a:schemeClr val="accent2"/>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535270521"/>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4854E7D0-CC75-EDDF-787B-D1274097E97E}"/>
              </a:ext>
            </a:extLst>
          </p:cNvPr>
          <p:cNvPicPr>
            <a:picLocks noChangeAspect="1"/>
          </p:cNvPicPr>
          <p:nvPr/>
        </p:nvPicPr>
        <p:blipFill rotWithShape="1">
          <a:blip r:embed="rId2"/>
          <a:srcRect l="1795" t="5744" r="4205" b="7282"/>
          <a:stretch/>
        </p:blipFill>
        <p:spPr>
          <a:xfrm>
            <a:off x="1798320" y="446648"/>
            <a:ext cx="8595360" cy="5964703"/>
          </a:xfrm>
          <a:prstGeom prst="rect">
            <a:avLst/>
          </a:prstGeom>
          <a:ln w="3175" cap="sq">
            <a:solidFill>
              <a:srgbClr val="000000"/>
            </a:solidFill>
            <a:prstDash val="solid"/>
            <a:miter lim="800000"/>
          </a:ln>
          <a:effectLst>
            <a:outerShdw blurRad="50800" dist="38100" dir="2700000" algn="tl" rotWithShape="0">
              <a:srgbClr val="000000">
                <a:alpha val="43000"/>
              </a:srgbClr>
            </a:outerShdw>
          </a:effectLst>
        </p:spPr>
      </p:pic>
    </p:spTree>
    <p:extLst>
      <p:ext uri="{BB962C8B-B14F-4D97-AF65-F5344CB8AC3E}">
        <p14:creationId xmlns:p14="http://schemas.microsoft.com/office/powerpoint/2010/main" val="4052821366"/>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DEC25A05-5F88-B50E-0D1B-E79DBFFAB9DC}"/>
              </a:ext>
            </a:extLst>
          </p:cNvPr>
          <p:cNvSpPr txBox="1"/>
          <p:nvPr/>
        </p:nvSpPr>
        <p:spPr>
          <a:xfrm>
            <a:off x="1236000" y="2397948"/>
            <a:ext cx="9720000" cy="2062103"/>
          </a:xfrm>
          <a:prstGeom prst="rect">
            <a:avLst/>
          </a:prstGeom>
          <a:noFill/>
        </p:spPr>
        <p:txBody>
          <a:bodyPr wrap="square">
            <a:spAutoFit/>
          </a:bodyPr>
          <a:lstStyle/>
          <a:p>
            <a:pPr algn="ctr"/>
            <a:r>
              <a:rPr lang="en-IN" sz="3200" dirty="0">
                <a:latin typeface="Abadi" panose="020B0604020104020204" pitchFamily="34" charset="0"/>
              </a:rPr>
              <a:t>A </a:t>
            </a:r>
            <a:r>
              <a:rPr lang="en-IN" sz="3200" b="1" dirty="0">
                <a:latin typeface="Abadi" panose="020B0604020104020204" pitchFamily="34" charset="0"/>
              </a:rPr>
              <a:t>Branch</a:t>
            </a:r>
            <a:r>
              <a:rPr lang="en-IN" sz="3200" dirty="0">
                <a:latin typeface="Abadi" panose="020B0604020104020204" pitchFamily="34" charset="0"/>
              </a:rPr>
              <a:t> in Git is an independent line of development with a commit history.</a:t>
            </a:r>
          </a:p>
          <a:p>
            <a:pPr algn="ctr"/>
            <a:r>
              <a:rPr lang="en-IN" sz="3200" dirty="0">
                <a:latin typeface="Abadi" panose="020B0604020104020204" pitchFamily="34" charset="0"/>
              </a:rPr>
              <a:t>Each branch provides a dedicated recording space and has its own coding history (a line of commits).</a:t>
            </a:r>
          </a:p>
        </p:txBody>
      </p:sp>
    </p:spTree>
    <p:extLst>
      <p:ext uri="{BB962C8B-B14F-4D97-AF65-F5344CB8AC3E}">
        <p14:creationId xmlns:p14="http://schemas.microsoft.com/office/powerpoint/2010/main" val="894095597"/>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DEC25A05-5F88-B50E-0D1B-E79DBFFAB9DC}"/>
              </a:ext>
            </a:extLst>
          </p:cNvPr>
          <p:cNvSpPr txBox="1"/>
          <p:nvPr/>
        </p:nvSpPr>
        <p:spPr>
          <a:xfrm>
            <a:off x="1236000" y="1905506"/>
            <a:ext cx="9720000" cy="3046988"/>
          </a:xfrm>
          <a:prstGeom prst="rect">
            <a:avLst/>
          </a:prstGeom>
          <a:noFill/>
        </p:spPr>
        <p:txBody>
          <a:bodyPr wrap="square">
            <a:spAutoFit/>
          </a:bodyPr>
          <a:lstStyle/>
          <a:p>
            <a:pPr marL="457200" indent="-457200" algn="ctr">
              <a:buFont typeface="Arial" panose="020B0604020202020204" pitchFamily="34" charset="0"/>
              <a:buChar char="•"/>
            </a:pPr>
            <a:r>
              <a:rPr lang="en-US" sz="3200" dirty="0">
                <a:latin typeface="Abadi" panose="020B0604020104020204" pitchFamily="34" charset="0"/>
              </a:rPr>
              <a:t>Branches allow us to manage different versions of the same set of project files simultaneously.</a:t>
            </a:r>
          </a:p>
          <a:p>
            <a:pPr algn="ctr"/>
            <a:r>
              <a:rPr lang="en-US" sz="3200" dirty="0">
                <a:latin typeface="Abadi" panose="020B0604020104020204" pitchFamily="34" charset="0"/>
              </a:rPr>
              <a:t>Example: one developer can work on adding a new promotion campaign feature while another developer is working on adding a new payment feature to the same web application.</a:t>
            </a:r>
            <a:endParaRPr lang="en-IN" sz="3200" dirty="0">
              <a:latin typeface="Abadi" panose="020B0604020104020204" pitchFamily="34" charset="0"/>
            </a:endParaRPr>
          </a:p>
        </p:txBody>
      </p:sp>
    </p:spTree>
    <p:extLst>
      <p:ext uri="{BB962C8B-B14F-4D97-AF65-F5344CB8AC3E}">
        <p14:creationId xmlns:p14="http://schemas.microsoft.com/office/powerpoint/2010/main" val="2575732433"/>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DEC25A05-5F88-B50E-0D1B-E79DBFFAB9DC}"/>
              </a:ext>
            </a:extLst>
          </p:cNvPr>
          <p:cNvSpPr txBox="1"/>
          <p:nvPr/>
        </p:nvSpPr>
        <p:spPr>
          <a:xfrm>
            <a:off x="1236000" y="2397948"/>
            <a:ext cx="9720000" cy="2062103"/>
          </a:xfrm>
          <a:prstGeom prst="rect">
            <a:avLst/>
          </a:prstGeom>
          <a:noFill/>
        </p:spPr>
        <p:txBody>
          <a:bodyPr wrap="square">
            <a:spAutoFit/>
          </a:bodyPr>
          <a:lstStyle/>
          <a:p>
            <a:pPr algn="ctr"/>
            <a:r>
              <a:rPr lang="en-US" sz="3200" dirty="0">
                <a:latin typeface="Abadi" panose="020B0604020104020204" pitchFamily="34" charset="0"/>
              </a:rPr>
              <a:t>Git provides a </a:t>
            </a:r>
            <a:r>
              <a:rPr lang="en-US" sz="3200" b="1" dirty="0">
                <a:latin typeface="Abadi" panose="020B0604020104020204" pitchFamily="34" charset="0"/>
              </a:rPr>
              <a:t>master branch</a:t>
            </a:r>
            <a:r>
              <a:rPr lang="en-US" sz="3200" dirty="0">
                <a:latin typeface="Abadi" panose="020B0604020104020204" pitchFamily="34" charset="0"/>
              </a:rPr>
              <a:t> as a default.</a:t>
            </a:r>
          </a:p>
          <a:p>
            <a:pPr marL="457200" indent="-457200" algn="ctr">
              <a:buFont typeface="Arial" panose="020B0604020202020204" pitchFamily="34" charset="0"/>
              <a:buChar char="•"/>
            </a:pPr>
            <a:r>
              <a:rPr lang="en-US" sz="3200" dirty="0">
                <a:latin typeface="Abadi" panose="020B0604020104020204" pitchFamily="34" charset="0"/>
              </a:rPr>
              <a:t>Unless you create a new branch, all your work is done on the master branch. The branch to create a new feature is typically called a </a:t>
            </a:r>
            <a:r>
              <a:rPr lang="en-US" sz="3200" b="1" dirty="0">
                <a:latin typeface="Abadi" panose="020B0604020104020204" pitchFamily="34" charset="0"/>
              </a:rPr>
              <a:t>topic branch</a:t>
            </a:r>
            <a:r>
              <a:rPr lang="en-US" sz="3200" dirty="0">
                <a:latin typeface="Abadi" panose="020B0604020104020204" pitchFamily="34" charset="0"/>
              </a:rPr>
              <a:t>.</a:t>
            </a:r>
            <a:endParaRPr lang="en-IN" sz="3200" dirty="0">
              <a:latin typeface="Abadi" panose="020B0604020104020204" pitchFamily="34" charset="0"/>
            </a:endParaRPr>
          </a:p>
        </p:txBody>
      </p:sp>
    </p:spTree>
    <p:extLst>
      <p:ext uri="{BB962C8B-B14F-4D97-AF65-F5344CB8AC3E}">
        <p14:creationId xmlns:p14="http://schemas.microsoft.com/office/powerpoint/2010/main" val="2189196414"/>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DEC25A05-5F88-B50E-0D1B-E79DBFFAB9DC}"/>
              </a:ext>
            </a:extLst>
          </p:cNvPr>
          <p:cNvSpPr txBox="1"/>
          <p:nvPr/>
        </p:nvSpPr>
        <p:spPr>
          <a:xfrm>
            <a:off x="1236000" y="2644170"/>
            <a:ext cx="9720000" cy="1569660"/>
          </a:xfrm>
          <a:prstGeom prst="rect">
            <a:avLst/>
          </a:prstGeom>
          <a:noFill/>
        </p:spPr>
        <p:txBody>
          <a:bodyPr wrap="square">
            <a:spAutoFit/>
          </a:bodyPr>
          <a:lstStyle/>
          <a:p>
            <a:pPr algn="ctr"/>
            <a:r>
              <a:rPr lang="en-US" sz="3200" dirty="0">
                <a:latin typeface="Abadi" panose="020B0604020104020204" pitchFamily="34" charset="0"/>
              </a:rPr>
              <a:t>Once development is completed in a topic branch, you can </a:t>
            </a:r>
            <a:r>
              <a:rPr lang="en-US" sz="3200" b="1" dirty="0">
                <a:latin typeface="Abadi" panose="020B0604020104020204" pitchFamily="34" charset="0"/>
              </a:rPr>
              <a:t>merge</a:t>
            </a:r>
            <a:r>
              <a:rPr lang="en-US" sz="3200" dirty="0">
                <a:latin typeface="Abadi" panose="020B0604020104020204" pitchFamily="34" charset="0"/>
              </a:rPr>
              <a:t> it with the master branch or its parent branch.</a:t>
            </a:r>
            <a:endParaRPr lang="en-IN" sz="3200" dirty="0">
              <a:latin typeface="Abadi" panose="020B0604020104020204" pitchFamily="34" charset="0"/>
            </a:endParaRPr>
          </a:p>
        </p:txBody>
      </p:sp>
    </p:spTree>
    <p:extLst>
      <p:ext uri="{BB962C8B-B14F-4D97-AF65-F5344CB8AC3E}">
        <p14:creationId xmlns:p14="http://schemas.microsoft.com/office/powerpoint/2010/main" val="1536614531"/>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DEC25A05-5F88-B50E-0D1B-E79DBFFAB9DC}"/>
              </a:ext>
            </a:extLst>
          </p:cNvPr>
          <p:cNvSpPr txBox="1"/>
          <p:nvPr/>
        </p:nvSpPr>
        <p:spPr>
          <a:xfrm>
            <a:off x="1236000" y="2397948"/>
            <a:ext cx="9720000" cy="2062103"/>
          </a:xfrm>
          <a:prstGeom prst="rect">
            <a:avLst/>
          </a:prstGeom>
          <a:noFill/>
        </p:spPr>
        <p:txBody>
          <a:bodyPr wrap="square">
            <a:spAutoFit/>
          </a:bodyPr>
          <a:lstStyle/>
          <a:p>
            <a:pPr algn="ctr"/>
            <a:r>
              <a:rPr lang="en-US" sz="3200" dirty="0">
                <a:latin typeface="Abadi" panose="020B0604020104020204" pitchFamily="34" charset="0"/>
              </a:rPr>
              <a:t>With the branching functionality, you can efficiently collaborate with others. Or even you can utilize branches by yourself to manage versions to develop different features simultaneously.</a:t>
            </a:r>
            <a:endParaRPr lang="en-IN" sz="3200" dirty="0">
              <a:latin typeface="Abadi" panose="020B0604020104020204" pitchFamily="34" charset="0"/>
            </a:endParaRPr>
          </a:p>
        </p:txBody>
      </p:sp>
    </p:spTree>
    <p:extLst>
      <p:ext uri="{BB962C8B-B14F-4D97-AF65-F5344CB8AC3E}">
        <p14:creationId xmlns:p14="http://schemas.microsoft.com/office/powerpoint/2010/main" val="1978033223"/>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0D4EE30-2F40-CE32-4482-7C3A22FC4022}"/>
              </a:ext>
            </a:extLst>
          </p:cNvPr>
          <p:cNvSpPr>
            <a:spLocks noGrp="1"/>
          </p:cNvSpPr>
          <p:nvPr>
            <p:ph type="title"/>
          </p:nvPr>
        </p:nvSpPr>
        <p:spPr/>
        <p:txBody>
          <a:bodyPr/>
          <a:lstStyle/>
          <a:p>
            <a:r>
              <a:rPr lang="en-IN" dirty="0"/>
              <a:t>master branch vs. main branch</a:t>
            </a:r>
          </a:p>
        </p:txBody>
      </p:sp>
      <p:sp>
        <p:nvSpPr>
          <p:cNvPr id="3" name="Content Placeholder 2">
            <a:extLst>
              <a:ext uri="{FF2B5EF4-FFF2-40B4-BE49-F238E27FC236}">
                <a16:creationId xmlns:a16="http://schemas.microsoft.com/office/drawing/2014/main" id="{E8C82A15-DC6A-7DC5-C850-A3C45AE651E2}"/>
              </a:ext>
            </a:extLst>
          </p:cNvPr>
          <p:cNvSpPr>
            <a:spLocks noGrp="1"/>
          </p:cNvSpPr>
          <p:nvPr>
            <p:ph idx="1"/>
          </p:nvPr>
        </p:nvSpPr>
        <p:spPr/>
        <p:txBody>
          <a:bodyPr/>
          <a:lstStyle/>
          <a:p>
            <a:r>
              <a:rPr lang="en-US" dirty="0"/>
              <a:t>When you create a repository from GitHub, the default branch name is </a:t>
            </a:r>
            <a:r>
              <a:rPr lang="en-US" b="1" dirty="0"/>
              <a:t>main branch</a:t>
            </a:r>
            <a:r>
              <a:rPr lang="en-US" dirty="0"/>
              <a:t>.</a:t>
            </a:r>
          </a:p>
          <a:p>
            <a:r>
              <a:rPr lang="en-US" dirty="0"/>
              <a:t>The concepts of the master branch and the main branch are the same.</a:t>
            </a:r>
          </a:p>
          <a:p>
            <a:r>
              <a:rPr lang="en-US" dirty="0"/>
              <a:t>Previously, the primary branch was called master branch; however, main branch as the primary branch name is becoming more mainstream.</a:t>
            </a:r>
            <a:endParaRPr lang="en-IN" dirty="0"/>
          </a:p>
        </p:txBody>
      </p:sp>
    </p:spTree>
    <p:extLst>
      <p:ext uri="{BB962C8B-B14F-4D97-AF65-F5344CB8AC3E}">
        <p14:creationId xmlns:p14="http://schemas.microsoft.com/office/powerpoint/2010/main" val="332903978"/>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943CAA20-3569-4189-9E48-239A229A86C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Title 3">
            <a:extLst>
              <a:ext uri="{FF2B5EF4-FFF2-40B4-BE49-F238E27FC236}">
                <a16:creationId xmlns:a16="http://schemas.microsoft.com/office/drawing/2014/main" id="{157AB295-E427-450F-A827-C79B8358488D}"/>
              </a:ext>
            </a:extLst>
          </p:cNvPr>
          <p:cNvSpPr>
            <a:spLocks noGrp="1"/>
          </p:cNvSpPr>
          <p:nvPr>
            <p:ph type="title"/>
          </p:nvPr>
        </p:nvSpPr>
        <p:spPr>
          <a:xfrm>
            <a:off x="838200" y="451381"/>
            <a:ext cx="10512552" cy="4066540"/>
          </a:xfrm>
        </p:spPr>
        <p:txBody>
          <a:bodyPr vert="horz" lIns="91440" tIns="45720" rIns="91440" bIns="45720" rtlCol="0" anchor="b">
            <a:normAutofit/>
          </a:bodyPr>
          <a:lstStyle/>
          <a:p>
            <a:r>
              <a:rPr lang="en-US" sz="6600" kern="1200">
                <a:solidFill>
                  <a:schemeClr val="tx1"/>
                </a:solidFill>
                <a:latin typeface="+mj-lt"/>
                <a:ea typeface="+mj-ea"/>
                <a:cs typeface="+mj-cs"/>
              </a:rPr>
              <a:t>Git &amp; GitHub Basic Life Cycle</a:t>
            </a:r>
          </a:p>
        </p:txBody>
      </p:sp>
      <p:sp>
        <p:nvSpPr>
          <p:cNvPr id="11" name="sketch line">
            <a:extLst>
              <a:ext uri="{FF2B5EF4-FFF2-40B4-BE49-F238E27FC236}">
                <a16:creationId xmlns:a16="http://schemas.microsoft.com/office/drawing/2014/main" id="{DA542B6D-E775-4832-91DC-2D20F857813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38200" y="4718595"/>
            <a:ext cx="5410200" cy="18288"/>
          </a:xfrm>
          <a:custGeom>
            <a:avLst/>
            <a:gdLst>
              <a:gd name="connsiteX0" fmla="*/ 0 w 5410200"/>
              <a:gd name="connsiteY0" fmla="*/ 0 h 18288"/>
              <a:gd name="connsiteX1" fmla="*/ 568071 w 5410200"/>
              <a:gd name="connsiteY1" fmla="*/ 0 h 18288"/>
              <a:gd name="connsiteX2" fmla="*/ 1298448 w 5410200"/>
              <a:gd name="connsiteY2" fmla="*/ 0 h 18288"/>
              <a:gd name="connsiteX3" fmla="*/ 1920621 w 5410200"/>
              <a:gd name="connsiteY3" fmla="*/ 0 h 18288"/>
              <a:gd name="connsiteX4" fmla="*/ 2488692 w 5410200"/>
              <a:gd name="connsiteY4" fmla="*/ 0 h 18288"/>
              <a:gd name="connsiteX5" fmla="*/ 3219069 w 5410200"/>
              <a:gd name="connsiteY5" fmla="*/ 0 h 18288"/>
              <a:gd name="connsiteX6" fmla="*/ 3895344 w 5410200"/>
              <a:gd name="connsiteY6" fmla="*/ 0 h 18288"/>
              <a:gd name="connsiteX7" fmla="*/ 4571619 w 5410200"/>
              <a:gd name="connsiteY7" fmla="*/ 0 h 18288"/>
              <a:gd name="connsiteX8" fmla="*/ 5410200 w 5410200"/>
              <a:gd name="connsiteY8" fmla="*/ 0 h 18288"/>
              <a:gd name="connsiteX9" fmla="*/ 5410200 w 5410200"/>
              <a:gd name="connsiteY9" fmla="*/ 18288 h 18288"/>
              <a:gd name="connsiteX10" fmla="*/ 4842129 w 5410200"/>
              <a:gd name="connsiteY10" fmla="*/ 18288 h 18288"/>
              <a:gd name="connsiteX11" fmla="*/ 4328160 w 5410200"/>
              <a:gd name="connsiteY11" fmla="*/ 18288 h 18288"/>
              <a:gd name="connsiteX12" fmla="*/ 3597783 w 5410200"/>
              <a:gd name="connsiteY12" fmla="*/ 18288 h 18288"/>
              <a:gd name="connsiteX13" fmla="*/ 3029712 w 5410200"/>
              <a:gd name="connsiteY13" fmla="*/ 18288 h 18288"/>
              <a:gd name="connsiteX14" fmla="*/ 2299335 w 5410200"/>
              <a:gd name="connsiteY14" fmla="*/ 18288 h 18288"/>
              <a:gd name="connsiteX15" fmla="*/ 1514856 w 5410200"/>
              <a:gd name="connsiteY15" fmla="*/ 18288 h 18288"/>
              <a:gd name="connsiteX16" fmla="*/ 892683 w 5410200"/>
              <a:gd name="connsiteY16" fmla="*/ 18288 h 18288"/>
              <a:gd name="connsiteX17" fmla="*/ 0 w 5410200"/>
              <a:gd name="connsiteY17" fmla="*/ 18288 h 18288"/>
              <a:gd name="connsiteX18" fmla="*/ 0 w 5410200"/>
              <a:gd name="connsiteY18" fmla="*/ 0 h 182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5410200" h="18288" fill="none" extrusionOk="0">
                <a:moveTo>
                  <a:pt x="0" y="0"/>
                </a:moveTo>
                <a:cubicBezTo>
                  <a:pt x="163050" y="-18707"/>
                  <a:pt x="319321" y="-16364"/>
                  <a:pt x="568071" y="0"/>
                </a:cubicBezTo>
                <a:cubicBezTo>
                  <a:pt x="816821" y="16364"/>
                  <a:pt x="1013224" y="-7268"/>
                  <a:pt x="1298448" y="0"/>
                </a:cubicBezTo>
                <a:cubicBezTo>
                  <a:pt x="1583672" y="7268"/>
                  <a:pt x="1631711" y="-3367"/>
                  <a:pt x="1920621" y="0"/>
                </a:cubicBezTo>
                <a:cubicBezTo>
                  <a:pt x="2209531" y="3367"/>
                  <a:pt x="2364420" y="-19184"/>
                  <a:pt x="2488692" y="0"/>
                </a:cubicBezTo>
                <a:cubicBezTo>
                  <a:pt x="2612964" y="19184"/>
                  <a:pt x="3023298" y="-34627"/>
                  <a:pt x="3219069" y="0"/>
                </a:cubicBezTo>
                <a:cubicBezTo>
                  <a:pt x="3414840" y="34627"/>
                  <a:pt x="3656810" y="24043"/>
                  <a:pt x="3895344" y="0"/>
                </a:cubicBezTo>
                <a:cubicBezTo>
                  <a:pt x="4133879" y="-24043"/>
                  <a:pt x="4393984" y="-19577"/>
                  <a:pt x="4571619" y="0"/>
                </a:cubicBezTo>
                <a:cubicBezTo>
                  <a:pt x="4749255" y="19577"/>
                  <a:pt x="5179928" y="-6281"/>
                  <a:pt x="5410200" y="0"/>
                </a:cubicBezTo>
                <a:cubicBezTo>
                  <a:pt x="5410730" y="6954"/>
                  <a:pt x="5410934" y="12839"/>
                  <a:pt x="5410200" y="18288"/>
                </a:cubicBezTo>
                <a:cubicBezTo>
                  <a:pt x="5139060" y="6751"/>
                  <a:pt x="5121593" y="31035"/>
                  <a:pt x="4842129" y="18288"/>
                </a:cubicBezTo>
                <a:cubicBezTo>
                  <a:pt x="4562665" y="5541"/>
                  <a:pt x="4448273" y="9487"/>
                  <a:pt x="4328160" y="18288"/>
                </a:cubicBezTo>
                <a:cubicBezTo>
                  <a:pt x="4208047" y="27089"/>
                  <a:pt x="3760936" y="22567"/>
                  <a:pt x="3597783" y="18288"/>
                </a:cubicBezTo>
                <a:cubicBezTo>
                  <a:pt x="3434630" y="14009"/>
                  <a:pt x="3299718" y="33213"/>
                  <a:pt x="3029712" y="18288"/>
                </a:cubicBezTo>
                <a:cubicBezTo>
                  <a:pt x="2759706" y="3363"/>
                  <a:pt x="2640159" y="27394"/>
                  <a:pt x="2299335" y="18288"/>
                </a:cubicBezTo>
                <a:cubicBezTo>
                  <a:pt x="1958511" y="9182"/>
                  <a:pt x="1801186" y="28985"/>
                  <a:pt x="1514856" y="18288"/>
                </a:cubicBezTo>
                <a:cubicBezTo>
                  <a:pt x="1228526" y="7591"/>
                  <a:pt x="1063509" y="-5305"/>
                  <a:pt x="892683" y="18288"/>
                </a:cubicBezTo>
                <a:cubicBezTo>
                  <a:pt x="721857" y="41881"/>
                  <a:pt x="186945" y="-20897"/>
                  <a:pt x="0" y="18288"/>
                </a:cubicBezTo>
                <a:cubicBezTo>
                  <a:pt x="-570" y="9279"/>
                  <a:pt x="132" y="5100"/>
                  <a:pt x="0" y="0"/>
                </a:cubicBezTo>
                <a:close/>
              </a:path>
              <a:path w="5410200" h="18288" stroke="0" extrusionOk="0">
                <a:moveTo>
                  <a:pt x="0" y="0"/>
                </a:moveTo>
                <a:cubicBezTo>
                  <a:pt x="285096" y="-4925"/>
                  <a:pt x="376456" y="22268"/>
                  <a:pt x="622173" y="0"/>
                </a:cubicBezTo>
                <a:cubicBezTo>
                  <a:pt x="867890" y="-22268"/>
                  <a:pt x="1031392" y="7228"/>
                  <a:pt x="1136142" y="0"/>
                </a:cubicBezTo>
                <a:cubicBezTo>
                  <a:pt x="1240892" y="-7228"/>
                  <a:pt x="1561853" y="9877"/>
                  <a:pt x="1920621" y="0"/>
                </a:cubicBezTo>
                <a:cubicBezTo>
                  <a:pt x="2279389" y="-9877"/>
                  <a:pt x="2367255" y="19546"/>
                  <a:pt x="2542794" y="0"/>
                </a:cubicBezTo>
                <a:cubicBezTo>
                  <a:pt x="2718333" y="-19546"/>
                  <a:pt x="2866732" y="-22226"/>
                  <a:pt x="3164967" y="0"/>
                </a:cubicBezTo>
                <a:cubicBezTo>
                  <a:pt x="3463202" y="22226"/>
                  <a:pt x="3568055" y="-2765"/>
                  <a:pt x="3949446" y="0"/>
                </a:cubicBezTo>
                <a:cubicBezTo>
                  <a:pt x="4330837" y="2765"/>
                  <a:pt x="4287895" y="10557"/>
                  <a:pt x="4517517" y="0"/>
                </a:cubicBezTo>
                <a:cubicBezTo>
                  <a:pt x="4747139" y="-10557"/>
                  <a:pt x="5149588" y="8716"/>
                  <a:pt x="5410200" y="0"/>
                </a:cubicBezTo>
                <a:cubicBezTo>
                  <a:pt x="5409517" y="5414"/>
                  <a:pt x="5409480" y="12510"/>
                  <a:pt x="5410200" y="18288"/>
                </a:cubicBezTo>
                <a:cubicBezTo>
                  <a:pt x="5163327" y="41494"/>
                  <a:pt x="5008749" y="10693"/>
                  <a:pt x="4842129" y="18288"/>
                </a:cubicBezTo>
                <a:cubicBezTo>
                  <a:pt x="4675509" y="25883"/>
                  <a:pt x="4433401" y="-615"/>
                  <a:pt x="4165854" y="18288"/>
                </a:cubicBezTo>
                <a:cubicBezTo>
                  <a:pt x="3898308" y="37191"/>
                  <a:pt x="3809032" y="-8710"/>
                  <a:pt x="3543681" y="18288"/>
                </a:cubicBezTo>
                <a:cubicBezTo>
                  <a:pt x="3278330" y="45286"/>
                  <a:pt x="3073876" y="-15917"/>
                  <a:pt x="2759202" y="18288"/>
                </a:cubicBezTo>
                <a:cubicBezTo>
                  <a:pt x="2444528" y="52493"/>
                  <a:pt x="2204144" y="3372"/>
                  <a:pt x="1974723" y="18288"/>
                </a:cubicBezTo>
                <a:cubicBezTo>
                  <a:pt x="1745302" y="33204"/>
                  <a:pt x="1602335" y="31490"/>
                  <a:pt x="1406652" y="18288"/>
                </a:cubicBezTo>
                <a:cubicBezTo>
                  <a:pt x="1210969" y="5086"/>
                  <a:pt x="923948" y="3161"/>
                  <a:pt x="730377" y="18288"/>
                </a:cubicBezTo>
                <a:cubicBezTo>
                  <a:pt x="536806" y="33415"/>
                  <a:pt x="336496" y="-141"/>
                  <a:pt x="0" y="18288"/>
                </a:cubicBezTo>
                <a:cubicBezTo>
                  <a:pt x="-306" y="11061"/>
                  <a:pt x="-655" y="7751"/>
                  <a:pt x="0" y="0"/>
                </a:cubicBezTo>
                <a:close/>
              </a:path>
            </a:pathLst>
          </a:custGeom>
          <a:solidFill>
            <a:schemeClr val="accent2"/>
          </a:solidFill>
          <a:ln w="41275" cap="rnd">
            <a:solidFill>
              <a:schemeClr val="accent2"/>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028522987"/>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E618B58F-BFBB-CAB3-7FCA-E7633E392E09}"/>
              </a:ext>
            </a:extLst>
          </p:cNvPr>
          <p:cNvPicPr>
            <a:picLocks noChangeAspect="1"/>
          </p:cNvPicPr>
          <p:nvPr/>
        </p:nvPicPr>
        <p:blipFill rotWithShape="1">
          <a:blip r:embed="rId2"/>
          <a:srcRect l="2256" t="10256" r="2820" b="6461"/>
          <a:stretch/>
        </p:blipFill>
        <p:spPr>
          <a:xfrm>
            <a:off x="1165273" y="184469"/>
            <a:ext cx="9861454" cy="6489062"/>
          </a:xfrm>
          <a:prstGeom prst="rect">
            <a:avLst/>
          </a:prstGeom>
        </p:spPr>
      </p:pic>
    </p:spTree>
    <p:extLst>
      <p:ext uri="{BB962C8B-B14F-4D97-AF65-F5344CB8AC3E}">
        <p14:creationId xmlns:p14="http://schemas.microsoft.com/office/powerpoint/2010/main" val="1657019668"/>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7BD2002E-B91D-7B71-DC3D-317A1D449754}"/>
              </a:ext>
            </a:extLst>
          </p:cNvPr>
          <p:cNvSpPr txBox="1"/>
          <p:nvPr/>
        </p:nvSpPr>
        <p:spPr>
          <a:xfrm>
            <a:off x="1236000" y="1413063"/>
            <a:ext cx="9720000" cy="4031873"/>
          </a:xfrm>
          <a:prstGeom prst="rect">
            <a:avLst/>
          </a:prstGeom>
          <a:noFill/>
        </p:spPr>
        <p:txBody>
          <a:bodyPr wrap="square">
            <a:spAutoFit/>
          </a:bodyPr>
          <a:lstStyle/>
          <a:p>
            <a:pPr marL="457200" indent="-457200">
              <a:buFont typeface="Arial" panose="020B0604020202020204" pitchFamily="34" charset="0"/>
              <a:buChar char="•"/>
            </a:pPr>
            <a:r>
              <a:rPr lang="en-IN" sz="3200" dirty="0">
                <a:latin typeface="Abadi" panose="020B0604020104020204" pitchFamily="34" charset="0"/>
              </a:rPr>
              <a:t>If you haven't used Git and GitHub before, you need to make the </a:t>
            </a:r>
            <a:r>
              <a:rPr lang="en-IN" sz="3200" b="1" dirty="0">
                <a:latin typeface="Abadi" panose="020B0604020104020204" pitchFamily="34" charset="0"/>
              </a:rPr>
              <a:t>initial settings for Git and GitHub</a:t>
            </a:r>
            <a:r>
              <a:rPr lang="en-IN" sz="3200" dirty="0">
                <a:latin typeface="Abadi" panose="020B0604020104020204" pitchFamily="34" charset="0"/>
              </a:rPr>
              <a:t> including sign up on GitHub and user profile settings.</a:t>
            </a:r>
          </a:p>
          <a:p>
            <a:pPr marL="457200" indent="-457200">
              <a:buFont typeface="Arial" panose="020B0604020202020204" pitchFamily="34" charset="0"/>
              <a:buChar char="•"/>
            </a:pPr>
            <a:r>
              <a:rPr lang="en-IN" sz="3200" dirty="0">
                <a:latin typeface="Abadi" panose="020B0604020104020204" pitchFamily="34" charset="0"/>
              </a:rPr>
              <a:t>You also need to set up a project with Git and GitHub. Once you complete a </a:t>
            </a:r>
            <a:r>
              <a:rPr lang="en-IN" sz="3200" b="1" dirty="0">
                <a:latin typeface="Abadi" panose="020B0604020104020204" pitchFamily="34" charset="0"/>
              </a:rPr>
              <a:t>basic setup for your project</a:t>
            </a:r>
            <a:r>
              <a:rPr lang="en-IN" sz="3200" dirty="0">
                <a:latin typeface="Abadi" panose="020B0604020104020204" pitchFamily="34" charset="0"/>
              </a:rPr>
              <a:t>, you can start to use Git and GitHub features.</a:t>
            </a:r>
          </a:p>
        </p:txBody>
      </p:sp>
    </p:spTree>
    <p:extLst>
      <p:ext uri="{BB962C8B-B14F-4D97-AF65-F5344CB8AC3E}">
        <p14:creationId xmlns:p14="http://schemas.microsoft.com/office/powerpoint/2010/main" val="2687329719"/>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25C04405-C28A-03F1-A882-205F2BD517B1}"/>
              </a:ext>
            </a:extLst>
          </p:cNvPr>
          <p:cNvSpPr txBox="1"/>
          <p:nvPr/>
        </p:nvSpPr>
        <p:spPr>
          <a:xfrm>
            <a:off x="1236000" y="2890391"/>
            <a:ext cx="9720000" cy="1077218"/>
          </a:xfrm>
          <a:prstGeom prst="rect">
            <a:avLst/>
          </a:prstGeom>
          <a:noFill/>
        </p:spPr>
        <p:txBody>
          <a:bodyPr wrap="square">
            <a:spAutoFit/>
          </a:bodyPr>
          <a:lstStyle/>
          <a:p>
            <a:pPr algn="ctr"/>
            <a:r>
              <a:rPr lang="en-IN" sz="3200" dirty="0"/>
              <a:t>There are frequently used features of Git and GitHub in the </a:t>
            </a:r>
            <a:r>
              <a:rPr lang="en-IN" sz="3200" b="1" dirty="0"/>
              <a:t>regular workflow</a:t>
            </a:r>
            <a:r>
              <a:rPr lang="en-IN" sz="3200" dirty="0"/>
              <a:t>.</a:t>
            </a:r>
          </a:p>
        </p:txBody>
      </p:sp>
    </p:spTree>
    <p:extLst>
      <p:ext uri="{BB962C8B-B14F-4D97-AF65-F5344CB8AC3E}">
        <p14:creationId xmlns:p14="http://schemas.microsoft.com/office/powerpoint/2010/main" val="1003479828"/>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7E963D0-C352-AEB4-9370-C0515609D46D}"/>
              </a:ext>
            </a:extLst>
          </p:cNvPr>
          <p:cNvSpPr>
            <a:spLocks noGrp="1"/>
          </p:cNvSpPr>
          <p:nvPr>
            <p:ph type="title"/>
          </p:nvPr>
        </p:nvSpPr>
        <p:spPr>
          <a:xfrm>
            <a:off x="838200" y="2766218"/>
            <a:ext cx="10515600" cy="1325563"/>
          </a:xfrm>
        </p:spPr>
        <p:style>
          <a:lnRef idx="1">
            <a:schemeClr val="accent3"/>
          </a:lnRef>
          <a:fillRef idx="2">
            <a:schemeClr val="accent3"/>
          </a:fillRef>
          <a:effectRef idx="1">
            <a:schemeClr val="accent3"/>
          </a:effectRef>
          <a:fontRef idx="minor">
            <a:schemeClr val="dk1"/>
          </a:fontRef>
        </p:style>
        <p:txBody>
          <a:bodyPr/>
          <a:lstStyle/>
          <a:p>
            <a:pPr algn="ctr"/>
            <a:r>
              <a:rPr lang="en-IN" dirty="0"/>
              <a:t>1. Initial Settings</a:t>
            </a:r>
          </a:p>
        </p:txBody>
      </p:sp>
    </p:spTree>
    <p:extLst>
      <p:ext uri="{BB962C8B-B14F-4D97-AF65-F5344CB8AC3E}">
        <p14:creationId xmlns:p14="http://schemas.microsoft.com/office/powerpoint/2010/main" val="3576336698"/>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04DF6185-766A-CBB1-608F-52E42DBDFD90}"/>
              </a:ext>
            </a:extLst>
          </p:cNvPr>
          <p:cNvSpPr txBox="1"/>
          <p:nvPr/>
        </p:nvSpPr>
        <p:spPr>
          <a:xfrm>
            <a:off x="1236000" y="1659285"/>
            <a:ext cx="9720000" cy="3539430"/>
          </a:xfrm>
          <a:prstGeom prst="rect">
            <a:avLst/>
          </a:prstGeom>
          <a:noFill/>
        </p:spPr>
        <p:txBody>
          <a:bodyPr wrap="square">
            <a:spAutoFit/>
          </a:bodyPr>
          <a:lstStyle/>
          <a:p>
            <a:pPr marL="457200" indent="-457200">
              <a:buFont typeface="Arial" panose="020B0604020202020204" pitchFamily="34" charset="0"/>
              <a:buChar char="•"/>
            </a:pPr>
            <a:r>
              <a:rPr lang="en-IN" sz="3200" dirty="0">
                <a:latin typeface="Abadi" panose="020B0604020104020204" pitchFamily="34" charset="0"/>
              </a:rPr>
              <a:t>Before starting a project, you need to install Git software (if it's not preinstalled) and register your profile.</a:t>
            </a:r>
          </a:p>
          <a:p>
            <a:pPr marL="457200" indent="-457200">
              <a:buFont typeface="Arial" panose="020B0604020202020204" pitchFamily="34" charset="0"/>
              <a:buChar char="•"/>
            </a:pPr>
            <a:r>
              <a:rPr lang="en-IN" sz="3200" dirty="0">
                <a:latin typeface="Abadi" panose="020B0604020104020204" pitchFamily="34" charset="0"/>
              </a:rPr>
              <a:t>You also need to create a GitHub account and connect your local computer with the GitHub platform by making authentication settings (HTTPS or SSH).</a:t>
            </a:r>
          </a:p>
        </p:txBody>
      </p:sp>
    </p:spTree>
    <p:extLst>
      <p:ext uri="{BB962C8B-B14F-4D97-AF65-F5344CB8AC3E}">
        <p14:creationId xmlns:p14="http://schemas.microsoft.com/office/powerpoint/2010/main" val="2630026851"/>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7E963D0-C352-AEB4-9370-C0515609D46D}"/>
              </a:ext>
            </a:extLst>
          </p:cNvPr>
          <p:cNvSpPr>
            <a:spLocks noGrp="1"/>
          </p:cNvSpPr>
          <p:nvPr>
            <p:ph type="title"/>
          </p:nvPr>
        </p:nvSpPr>
        <p:spPr>
          <a:xfrm>
            <a:off x="838200" y="2766218"/>
            <a:ext cx="10515600" cy="1325563"/>
          </a:xfrm>
        </p:spPr>
        <p:style>
          <a:lnRef idx="1">
            <a:schemeClr val="accent3"/>
          </a:lnRef>
          <a:fillRef idx="2">
            <a:schemeClr val="accent3"/>
          </a:fillRef>
          <a:effectRef idx="1">
            <a:schemeClr val="accent3"/>
          </a:effectRef>
          <a:fontRef idx="minor">
            <a:schemeClr val="dk1"/>
          </a:fontRef>
        </p:style>
        <p:txBody>
          <a:bodyPr/>
          <a:lstStyle/>
          <a:p>
            <a:pPr algn="ctr"/>
            <a:r>
              <a:rPr lang="en-IN" dirty="0"/>
              <a:t>2. Project Setup</a:t>
            </a:r>
          </a:p>
        </p:txBody>
      </p:sp>
    </p:spTree>
    <p:extLst>
      <p:ext uri="{BB962C8B-B14F-4D97-AF65-F5344CB8AC3E}">
        <p14:creationId xmlns:p14="http://schemas.microsoft.com/office/powerpoint/2010/main" val="3639584897"/>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04DF6185-766A-CBB1-608F-52E42DBDFD90}"/>
              </a:ext>
            </a:extLst>
          </p:cNvPr>
          <p:cNvSpPr txBox="1"/>
          <p:nvPr/>
        </p:nvSpPr>
        <p:spPr>
          <a:xfrm>
            <a:off x="1236000" y="1166842"/>
            <a:ext cx="9720000" cy="4524315"/>
          </a:xfrm>
          <a:prstGeom prst="rect">
            <a:avLst/>
          </a:prstGeom>
          <a:noFill/>
        </p:spPr>
        <p:txBody>
          <a:bodyPr wrap="square">
            <a:spAutoFit/>
          </a:bodyPr>
          <a:lstStyle/>
          <a:p>
            <a:pPr marL="457200" indent="-457200">
              <a:buFont typeface="Arial" panose="020B0604020202020204" pitchFamily="34" charset="0"/>
              <a:buChar char="•"/>
            </a:pPr>
            <a:r>
              <a:rPr lang="en-US" sz="3200" dirty="0">
                <a:latin typeface="Abadi" panose="020B0604020104020204" pitchFamily="34" charset="0"/>
              </a:rPr>
              <a:t>To initiate a project with Git and GitHub, you need to create Local and Remote Repositories that will be used to save your coding and share your codes with others.</a:t>
            </a:r>
          </a:p>
          <a:p>
            <a:pPr marL="457200" indent="-457200">
              <a:buFont typeface="Arial" panose="020B0604020202020204" pitchFamily="34" charset="0"/>
              <a:buChar char="•"/>
            </a:pPr>
            <a:r>
              <a:rPr lang="en-US" sz="3200" dirty="0">
                <a:latin typeface="Abadi" panose="020B0604020104020204" pitchFamily="34" charset="0"/>
              </a:rPr>
              <a:t>At this step, you'll also establish a connection between the Local Repository and the Remote Repository.</a:t>
            </a:r>
          </a:p>
          <a:p>
            <a:pPr marL="457200" indent="-457200">
              <a:buFont typeface="Arial" panose="020B0604020202020204" pitchFamily="34" charset="0"/>
              <a:buChar char="•"/>
            </a:pPr>
            <a:r>
              <a:rPr lang="en-US" sz="3200" dirty="0">
                <a:latin typeface="Abadi" panose="020B0604020104020204" pitchFamily="34" charset="0"/>
              </a:rPr>
              <a:t>Depending on your project situation, the approach to project setup can be different.</a:t>
            </a:r>
            <a:endParaRPr lang="en-IN" sz="3200" dirty="0">
              <a:latin typeface="Abadi" panose="020B0604020104020204" pitchFamily="34" charset="0"/>
            </a:endParaRPr>
          </a:p>
        </p:txBody>
      </p:sp>
    </p:spTree>
    <p:extLst>
      <p:ext uri="{BB962C8B-B14F-4D97-AF65-F5344CB8AC3E}">
        <p14:creationId xmlns:p14="http://schemas.microsoft.com/office/powerpoint/2010/main" val="329372265"/>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04DF6185-766A-CBB1-608F-52E42DBDFD90}"/>
              </a:ext>
            </a:extLst>
          </p:cNvPr>
          <p:cNvSpPr txBox="1"/>
          <p:nvPr/>
        </p:nvSpPr>
        <p:spPr>
          <a:xfrm>
            <a:off x="1236000" y="2151727"/>
            <a:ext cx="9720000" cy="2554545"/>
          </a:xfrm>
          <a:prstGeom prst="rect">
            <a:avLst/>
          </a:prstGeom>
          <a:noFill/>
        </p:spPr>
        <p:txBody>
          <a:bodyPr wrap="square">
            <a:spAutoFit/>
          </a:bodyPr>
          <a:lstStyle/>
          <a:p>
            <a:r>
              <a:rPr lang="en-US" sz="3200" dirty="0">
                <a:latin typeface="Abadi" panose="020B0604020104020204" pitchFamily="34" charset="0"/>
              </a:rPr>
              <a:t>Project setup approaches in three cases:</a:t>
            </a:r>
          </a:p>
          <a:p>
            <a:r>
              <a:rPr lang="en-US" sz="3200" dirty="0">
                <a:latin typeface="Abadi" panose="020B0604020104020204" pitchFamily="34" charset="0"/>
              </a:rPr>
              <a:t>1. </a:t>
            </a:r>
            <a:r>
              <a:rPr lang="en-US" sz="3200" b="1" dirty="0">
                <a:latin typeface="Abadi" panose="020B0604020104020204" pitchFamily="34" charset="0"/>
              </a:rPr>
              <a:t>As a project initiator (owner)</a:t>
            </a:r>
          </a:p>
          <a:p>
            <a:r>
              <a:rPr lang="en-US" sz="3200" dirty="0">
                <a:latin typeface="Abadi" panose="020B0604020104020204" pitchFamily="34" charset="0"/>
              </a:rPr>
              <a:t>2. </a:t>
            </a:r>
            <a:r>
              <a:rPr lang="en-US" sz="3200" b="1" dirty="0">
                <a:latin typeface="Abadi" panose="020B0604020104020204" pitchFamily="34" charset="0"/>
              </a:rPr>
              <a:t>As a project member (collaborator)</a:t>
            </a:r>
          </a:p>
          <a:p>
            <a:r>
              <a:rPr lang="en-US" sz="3200" dirty="0">
                <a:latin typeface="Abadi" panose="020B0604020104020204" pitchFamily="34" charset="0"/>
              </a:rPr>
              <a:t>3. </a:t>
            </a:r>
            <a:r>
              <a:rPr lang="en-US" sz="3200" b="1" dirty="0">
                <a:latin typeface="Abadi" panose="020B0604020104020204" pitchFamily="34" charset="0"/>
              </a:rPr>
              <a:t>As a non-project member (creating a new project using a copy of an existing project)</a:t>
            </a:r>
            <a:endParaRPr lang="en-IN" sz="3200" b="1" dirty="0">
              <a:latin typeface="Abadi" panose="020B0604020104020204" pitchFamily="34" charset="0"/>
            </a:endParaRPr>
          </a:p>
        </p:txBody>
      </p:sp>
    </p:spTree>
    <p:extLst>
      <p:ext uri="{BB962C8B-B14F-4D97-AF65-F5344CB8AC3E}">
        <p14:creationId xmlns:p14="http://schemas.microsoft.com/office/powerpoint/2010/main" val="231678988"/>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088B7D7-223B-1252-57CE-236112AF8C0A}"/>
              </a:ext>
            </a:extLst>
          </p:cNvPr>
          <p:cNvSpPr>
            <a:spLocks noGrp="1"/>
          </p:cNvSpPr>
          <p:nvPr>
            <p:ph type="title"/>
          </p:nvPr>
        </p:nvSpPr>
        <p:spPr/>
        <p:txBody>
          <a:bodyPr/>
          <a:lstStyle/>
          <a:p>
            <a:r>
              <a:rPr lang="en-IN" dirty="0"/>
              <a:t>Project Setup Target State</a:t>
            </a:r>
          </a:p>
        </p:txBody>
      </p:sp>
      <p:sp>
        <p:nvSpPr>
          <p:cNvPr id="3" name="Content Placeholder 2">
            <a:extLst>
              <a:ext uri="{FF2B5EF4-FFF2-40B4-BE49-F238E27FC236}">
                <a16:creationId xmlns:a16="http://schemas.microsoft.com/office/drawing/2014/main" id="{205F774B-7AFD-F93B-4438-0B0851A737A1}"/>
              </a:ext>
            </a:extLst>
          </p:cNvPr>
          <p:cNvSpPr>
            <a:spLocks noGrp="1"/>
          </p:cNvSpPr>
          <p:nvPr>
            <p:ph idx="1"/>
          </p:nvPr>
        </p:nvSpPr>
        <p:spPr/>
        <p:txBody>
          <a:bodyPr>
            <a:normAutofit/>
          </a:bodyPr>
          <a:lstStyle/>
          <a:p>
            <a:r>
              <a:rPr lang="en-US" dirty="0"/>
              <a:t>Regardless of the project setup approaches, there is a common target state of the project setup for Git and GitHub.</a:t>
            </a:r>
          </a:p>
          <a:p>
            <a:r>
              <a:rPr lang="en-US" dirty="0"/>
              <a:t>To fully utilize Git and GitHub functionalities, you need to meet the following three conditions:</a:t>
            </a:r>
          </a:p>
          <a:p>
            <a:pPr lvl="1"/>
            <a:r>
              <a:rPr lang="en-US" b="1" dirty="0"/>
              <a:t>A Local Repository for the project is created</a:t>
            </a:r>
            <a:r>
              <a:rPr lang="en-US" dirty="0"/>
              <a:t> on your local computer</a:t>
            </a:r>
          </a:p>
          <a:p>
            <a:pPr lvl="1"/>
            <a:r>
              <a:rPr lang="en-US" b="1" dirty="0"/>
              <a:t>A Remote Repository for the project is created</a:t>
            </a:r>
            <a:r>
              <a:rPr lang="en-US" dirty="0"/>
              <a:t> on GitHub, and/or access to the project's Remote Repository is granted to the necessary project members.</a:t>
            </a:r>
          </a:p>
          <a:p>
            <a:pPr lvl="1"/>
            <a:r>
              <a:rPr lang="en-US" b="1" dirty="0"/>
              <a:t>The Local Repository and remote repository are linked</a:t>
            </a:r>
            <a:r>
              <a:rPr lang="en-US" dirty="0"/>
              <a:t> with each other so that both repositories can synchronize (typically through HTTPS or SSH connection)</a:t>
            </a:r>
            <a:endParaRPr lang="en-IN" dirty="0"/>
          </a:p>
        </p:txBody>
      </p:sp>
    </p:spTree>
    <p:extLst>
      <p:ext uri="{BB962C8B-B14F-4D97-AF65-F5344CB8AC3E}">
        <p14:creationId xmlns:p14="http://schemas.microsoft.com/office/powerpoint/2010/main" val="864360434"/>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4DA26D25-F95E-F170-5749-73E26F3E02D5}"/>
              </a:ext>
            </a:extLst>
          </p:cNvPr>
          <p:cNvSpPr txBox="1"/>
          <p:nvPr/>
        </p:nvSpPr>
        <p:spPr>
          <a:xfrm>
            <a:off x="1236000" y="2644170"/>
            <a:ext cx="9720000" cy="1569660"/>
          </a:xfrm>
          <a:prstGeom prst="rect">
            <a:avLst/>
          </a:prstGeom>
          <a:noFill/>
        </p:spPr>
        <p:txBody>
          <a:bodyPr wrap="square">
            <a:spAutoFit/>
          </a:bodyPr>
          <a:lstStyle/>
          <a:p>
            <a:r>
              <a:rPr lang="en-IN" sz="3200" dirty="0">
                <a:latin typeface="Abadi" panose="020B0604020104020204" pitchFamily="34" charset="0"/>
              </a:rPr>
              <a:t>Once Local and Remote Repositories are created for the project and linked, you should be able to see the same directories and files in both repositories.</a:t>
            </a:r>
          </a:p>
        </p:txBody>
      </p:sp>
    </p:spTree>
    <p:extLst>
      <p:ext uri="{BB962C8B-B14F-4D97-AF65-F5344CB8AC3E}">
        <p14:creationId xmlns:p14="http://schemas.microsoft.com/office/powerpoint/2010/main" val="3463284993"/>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8CE64C36-9CB0-9FE1-110D-A5453D27819D}"/>
              </a:ext>
            </a:extLst>
          </p:cNvPr>
          <p:cNvPicPr>
            <a:picLocks noChangeAspect="1"/>
          </p:cNvPicPr>
          <p:nvPr/>
        </p:nvPicPr>
        <p:blipFill rotWithShape="1">
          <a:blip r:embed="rId2"/>
          <a:srcRect l="2956" t="2256" r="2726" b="1743"/>
          <a:stretch/>
        </p:blipFill>
        <p:spPr>
          <a:xfrm>
            <a:off x="3657600" y="137159"/>
            <a:ext cx="7737231" cy="6583681"/>
          </a:xfrm>
          <a:prstGeom prst="rect">
            <a:avLst/>
          </a:prstGeom>
          <a:ln w="3175" cap="sq">
            <a:solidFill>
              <a:srgbClr val="000000"/>
            </a:solidFill>
            <a:prstDash val="solid"/>
            <a:miter lim="800000"/>
          </a:ln>
          <a:effectLst>
            <a:outerShdw blurRad="50800" dist="38100" dir="2700000" algn="tl" rotWithShape="0">
              <a:srgbClr val="000000">
                <a:alpha val="43000"/>
              </a:srgbClr>
            </a:outerShdw>
          </a:effectLst>
        </p:spPr>
      </p:pic>
      <p:sp>
        <p:nvSpPr>
          <p:cNvPr id="5" name="TextBox 4">
            <a:extLst>
              <a:ext uri="{FF2B5EF4-FFF2-40B4-BE49-F238E27FC236}">
                <a16:creationId xmlns:a16="http://schemas.microsoft.com/office/drawing/2014/main" id="{27258F9E-B0D6-87AD-7688-15D0EE9DFD11}"/>
              </a:ext>
            </a:extLst>
          </p:cNvPr>
          <p:cNvSpPr txBox="1"/>
          <p:nvPr/>
        </p:nvSpPr>
        <p:spPr>
          <a:xfrm>
            <a:off x="498761" y="920620"/>
            <a:ext cx="3089564" cy="5016758"/>
          </a:xfrm>
          <a:prstGeom prst="rect">
            <a:avLst/>
          </a:prstGeom>
          <a:noFill/>
        </p:spPr>
        <p:txBody>
          <a:bodyPr wrap="square">
            <a:spAutoFit/>
          </a:bodyPr>
          <a:lstStyle/>
          <a:p>
            <a:pPr algn="ctr"/>
            <a:r>
              <a:rPr lang="en-IN" sz="3200" dirty="0">
                <a:highlight>
                  <a:srgbClr val="FFFF00"/>
                </a:highlight>
                <a:latin typeface="Abadi" panose="020B0604020104020204" pitchFamily="34" charset="0"/>
              </a:rPr>
              <a:t>The target state of the Git and GitHub project setup. Once you establish this target status, you are ready to use Git and GitHub in an integrated way.</a:t>
            </a:r>
          </a:p>
        </p:txBody>
      </p:sp>
    </p:spTree>
    <p:extLst>
      <p:ext uri="{BB962C8B-B14F-4D97-AF65-F5344CB8AC3E}">
        <p14:creationId xmlns:p14="http://schemas.microsoft.com/office/powerpoint/2010/main" val="356856286"/>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7E963D0-C352-AEB4-9370-C0515609D46D}"/>
              </a:ext>
            </a:extLst>
          </p:cNvPr>
          <p:cNvSpPr>
            <a:spLocks noGrp="1"/>
          </p:cNvSpPr>
          <p:nvPr>
            <p:ph type="title"/>
          </p:nvPr>
        </p:nvSpPr>
        <p:spPr>
          <a:xfrm>
            <a:off x="838200" y="2766218"/>
            <a:ext cx="10515600" cy="1325563"/>
          </a:xfrm>
        </p:spPr>
        <p:style>
          <a:lnRef idx="1">
            <a:schemeClr val="accent3"/>
          </a:lnRef>
          <a:fillRef idx="2">
            <a:schemeClr val="accent3"/>
          </a:fillRef>
          <a:effectRef idx="1">
            <a:schemeClr val="accent3"/>
          </a:effectRef>
          <a:fontRef idx="minor">
            <a:schemeClr val="dk1"/>
          </a:fontRef>
        </p:style>
        <p:txBody>
          <a:bodyPr/>
          <a:lstStyle/>
          <a:p>
            <a:pPr algn="ctr"/>
            <a:r>
              <a:rPr lang="en-IN" dirty="0"/>
              <a:t>3. Regular Workflow</a:t>
            </a:r>
          </a:p>
        </p:txBody>
      </p:sp>
    </p:spTree>
    <p:extLst>
      <p:ext uri="{BB962C8B-B14F-4D97-AF65-F5344CB8AC3E}">
        <p14:creationId xmlns:p14="http://schemas.microsoft.com/office/powerpoint/2010/main" val="2947860496"/>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42F1704D-B646-E2C6-0026-CB69F9F92E6F}"/>
              </a:ext>
            </a:extLst>
          </p:cNvPr>
          <p:cNvSpPr txBox="1"/>
          <p:nvPr/>
        </p:nvSpPr>
        <p:spPr>
          <a:xfrm>
            <a:off x="185648" y="1012954"/>
            <a:ext cx="3008994" cy="4832092"/>
          </a:xfrm>
          <a:prstGeom prst="rect">
            <a:avLst/>
          </a:prstGeom>
          <a:noFill/>
        </p:spPr>
        <p:txBody>
          <a:bodyPr wrap="square">
            <a:spAutoFit/>
          </a:bodyPr>
          <a:lstStyle/>
          <a:p>
            <a:pPr algn="ctr"/>
            <a:r>
              <a:rPr lang="en-IN" sz="2800" dirty="0">
                <a:highlight>
                  <a:srgbClr val="FFFF00"/>
                </a:highlight>
                <a:latin typeface="Abadi" panose="020B0604020104020204" pitchFamily="34" charset="0"/>
              </a:rPr>
              <a:t>In the daily coding work with Git and GitHub, you are expected to use various Git commands and GitHub features on a daily basis along with the three operation areas.</a:t>
            </a:r>
          </a:p>
        </p:txBody>
      </p:sp>
      <p:pic>
        <p:nvPicPr>
          <p:cNvPr id="6" name="Picture 5">
            <a:extLst>
              <a:ext uri="{FF2B5EF4-FFF2-40B4-BE49-F238E27FC236}">
                <a16:creationId xmlns:a16="http://schemas.microsoft.com/office/drawing/2014/main" id="{BAECA09D-DCC0-6EF2-7F54-CBBF0BFD11E1}"/>
              </a:ext>
            </a:extLst>
          </p:cNvPr>
          <p:cNvPicPr>
            <a:picLocks noChangeAspect="1"/>
          </p:cNvPicPr>
          <p:nvPr/>
        </p:nvPicPr>
        <p:blipFill rotWithShape="1">
          <a:blip r:embed="rId2"/>
          <a:srcRect l="1760" t="2667" r="2102" b="2564"/>
          <a:stretch/>
        </p:blipFill>
        <p:spPr>
          <a:xfrm>
            <a:off x="3277772" y="179363"/>
            <a:ext cx="8454683" cy="6499274"/>
          </a:xfrm>
          <a:prstGeom prst="rect">
            <a:avLst/>
          </a:prstGeom>
          <a:ln w="38100" cap="sq">
            <a:solidFill>
              <a:srgbClr val="000000"/>
            </a:solidFill>
            <a:prstDash val="solid"/>
            <a:miter lim="800000"/>
          </a:ln>
          <a:effectLst>
            <a:outerShdw blurRad="50800" dist="38100" dir="2700000" algn="tl" rotWithShape="0">
              <a:srgbClr val="000000">
                <a:alpha val="43000"/>
              </a:srgbClr>
            </a:outerShdw>
          </a:effectLst>
        </p:spPr>
      </p:pic>
    </p:spTree>
    <p:extLst>
      <p:ext uri="{BB962C8B-B14F-4D97-AF65-F5344CB8AC3E}">
        <p14:creationId xmlns:p14="http://schemas.microsoft.com/office/powerpoint/2010/main" val="1438941446"/>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172B9974-DA10-F2D6-8BFF-1EC317416594}"/>
              </a:ext>
            </a:extLst>
          </p:cNvPr>
          <p:cNvSpPr txBox="1"/>
          <p:nvPr/>
        </p:nvSpPr>
        <p:spPr>
          <a:xfrm>
            <a:off x="1236000" y="2151727"/>
            <a:ext cx="9720000" cy="2554545"/>
          </a:xfrm>
          <a:prstGeom prst="rect">
            <a:avLst/>
          </a:prstGeom>
          <a:noFill/>
        </p:spPr>
        <p:txBody>
          <a:bodyPr wrap="square">
            <a:spAutoFit/>
          </a:bodyPr>
          <a:lstStyle/>
          <a:p>
            <a:r>
              <a:rPr lang="en-IN" sz="3200" b="1" dirty="0">
                <a:latin typeface="Abadi" panose="020B0604020104020204" pitchFamily="34" charset="0"/>
              </a:rPr>
              <a:t>Edit &amp; Commit</a:t>
            </a:r>
          </a:p>
          <a:p>
            <a:r>
              <a:rPr lang="en-IN" sz="3200" dirty="0">
                <a:latin typeface="Abadi" panose="020B0604020104020204" pitchFamily="34" charset="0"/>
              </a:rPr>
              <a:t>Once you launch a project, you can start to write and edit your code.</a:t>
            </a:r>
          </a:p>
          <a:p>
            <a:r>
              <a:rPr lang="en-IN" sz="3200" dirty="0">
                <a:latin typeface="Abadi" panose="020B0604020104020204" pitchFamily="34" charset="0"/>
              </a:rPr>
              <a:t>You can save several versions of the code in your Local Repository by committing the codes.</a:t>
            </a:r>
          </a:p>
        </p:txBody>
      </p:sp>
    </p:spTree>
    <p:extLst>
      <p:ext uri="{BB962C8B-B14F-4D97-AF65-F5344CB8AC3E}">
        <p14:creationId xmlns:p14="http://schemas.microsoft.com/office/powerpoint/2010/main" val="3130796855"/>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172B9974-DA10-F2D6-8BFF-1EC317416594}"/>
              </a:ext>
            </a:extLst>
          </p:cNvPr>
          <p:cNvSpPr txBox="1"/>
          <p:nvPr/>
        </p:nvSpPr>
        <p:spPr>
          <a:xfrm>
            <a:off x="1236000" y="1659285"/>
            <a:ext cx="9720000" cy="3539430"/>
          </a:xfrm>
          <a:prstGeom prst="rect">
            <a:avLst/>
          </a:prstGeom>
          <a:noFill/>
        </p:spPr>
        <p:txBody>
          <a:bodyPr wrap="square">
            <a:spAutoFit/>
          </a:bodyPr>
          <a:lstStyle/>
          <a:p>
            <a:r>
              <a:rPr lang="en-US" sz="3200" b="1" dirty="0">
                <a:latin typeface="Abadi" panose="020B0604020104020204" pitchFamily="34" charset="0"/>
              </a:rPr>
              <a:t>Work with Branches</a:t>
            </a:r>
            <a:endParaRPr lang="en-US" sz="3200" dirty="0">
              <a:latin typeface="Abadi" panose="020B0604020104020204" pitchFamily="34" charset="0"/>
            </a:endParaRPr>
          </a:p>
          <a:p>
            <a:r>
              <a:rPr lang="en-US" sz="3200" dirty="0">
                <a:latin typeface="Abadi" panose="020B0604020104020204" pitchFamily="34" charset="0"/>
              </a:rPr>
              <a:t>When you add some features while continuing to work on the main code development, you may want to manage several versions of the code.</a:t>
            </a:r>
          </a:p>
          <a:p>
            <a:r>
              <a:rPr lang="en-US" sz="3200" dirty="0">
                <a:latin typeface="Abadi" panose="020B0604020104020204" pitchFamily="34" charset="0"/>
              </a:rPr>
              <a:t>The branch functionality allows you or your team members to work on different versions of code simultaneously.</a:t>
            </a:r>
            <a:endParaRPr lang="en-IN" sz="3200" dirty="0">
              <a:latin typeface="Abadi" panose="020B0604020104020204" pitchFamily="34" charset="0"/>
            </a:endParaRPr>
          </a:p>
        </p:txBody>
      </p:sp>
    </p:spTree>
    <p:extLst>
      <p:ext uri="{BB962C8B-B14F-4D97-AF65-F5344CB8AC3E}">
        <p14:creationId xmlns:p14="http://schemas.microsoft.com/office/powerpoint/2010/main" val="1261829306"/>
      </p:ext>
    </p:extLst>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172B9974-DA10-F2D6-8BFF-1EC317416594}"/>
              </a:ext>
            </a:extLst>
          </p:cNvPr>
          <p:cNvSpPr txBox="1"/>
          <p:nvPr/>
        </p:nvSpPr>
        <p:spPr>
          <a:xfrm>
            <a:off x="1236000" y="2151727"/>
            <a:ext cx="9720000" cy="2554545"/>
          </a:xfrm>
          <a:prstGeom prst="rect">
            <a:avLst/>
          </a:prstGeom>
          <a:noFill/>
        </p:spPr>
        <p:txBody>
          <a:bodyPr wrap="square">
            <a:spAutoFit/>
          </a:bodyPr>
          <a:lstStyle/>
          <a:p>
            <a:r>
              <a:rPr lang="en-US" sz="3200" b="1" dirty="0">
                <a:latin typeface="Abadi" panose="020B0604020104020204" pitchFamily="34" charset="0"/>
              </a:rPr>
              <a:t>Remote Collaboration</a:t>
            </a:r>
            <a:endParaRPr lang="en-US" sz="3200" dirty="0">
              <a:latin typeface="Abadi" panose="020B0604020104020204" pitchFamily="34" charset="0"/>
            </a:endParaRPr>
          </a:p>
          <a:p>
            <a:r>
              <a:rPr lang="en-US" sz="3200" dirty="0">
                <a:latin typeface="Abadi" panose="020B0604020104020204" pitchFamily="34" charset="0"/>
              </a:rPr>
              <a:t>One of the key features of Git is that it allows collaboration with others.</a:t>
            </a:r>
          </a:p>
          <a:p>
            <a:r>
              <a:rPr lang="en-US" sz="3200" dirty="0">
                <a:latin typeface="Abadi" panose="020B0604020104020204" pitchFamily="34" charset="0"/>
              </a:rPr>
              <a:t>You can share your code through a Remote Repository with your team members and vice versa.</a:t>
            </a:r>
            <a:endParaRPr lang="en-IN" sz="3200" dirty="0">
              <a:latin typeface="Abadi" panose="020B0604020104020204" pitchFamily="34" charset="0"/>
            </a:endParaRPr>
          </a:p>
        </p:txBody>
      </p:sp>
    </p:spTree>
    <p:extLst>
      <p:ext uri="{BB962C8B-B14F-4D97-AF65-F5344CB8AC3E}">
        <p14:creationId xmlns:p14="http://schemas.microsoft.com/office/powerpoint/2010/main" val="2987389846"/>
      </p:ext>
    </p:extLst>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7" name="Rectangle 16">
            <a:extLst>
              <a:ext uri="{FF2B5EF4-FFF2-40B4-BE49-F238E27FC236}">
                <a16:creationId xmlns:a16="http://schemas.microsoft.com/office/drawing/2014/main" id="{FB5B0058-AF13-4859-B429-4EDDE2A26F7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chemeClr val="tx1">
              <a:lumMod val="95000"/>
              <a:lumOff val="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solidFill>
            </a:endParaRPr>
          </a:p>
        </p:txBody>
      </p:sp>
      <p:sp>
        <p:nvSpPr>
          <p:cNvPr id="2" name="Title 1">
            <a:extLst>
              <a:ext uri="{FF2B5EF4-FFF2-40B4-BE49-F238E27FC236}">
                <a16:creationId xmlns:a16="http://schemas.microsoft.com/office/drawing/2014/main" id="{C135631A-5820-D313-C2E2-6DEF968CBEB1}"/>
              </a:ext>
            </a:extLst>
          </p:cNvPr>
          <p:cNvSpPr>
            <a:spLocks noGrp="1"/>
          </p:cNvSpPr>
          <p:nvPr>
            <p:ph type="ctrTitle"/>
          </p:nvPr>
        </p:nvSpPr>
        <p:spPr>
          <a:xfrm>
            <a:off x="2399234" y="2073715"/>
            <a:ext cx="6935759" cy="2993042"/>
          </a:xfrm>
        </p:spPr>
        <p:txBody>
          <a:bodyPr anchor="ctr">
            <a:normAutofit/>
          </a:bodyPr>
          <a:lstStyle/>
          <a:p>
            <a:r>
              <a:rPr lang="en-IN" sz="8800" b="1">
                <a:solidFill>
                  <a:schemeClr val="bg1"/>
                </a:solidFill>
              </a:rPr>
              <a:t>Git &amp; GitHub Initial Settings</a:t>
            </a:r>
          </a:p>
        </p:txBody>
      </p:sp>
      <p:sp>
        <p:nvSpPr>
          <p:cNvPr id="19" name="Rectangle 18">
            <a:extLst>
              <a:ext uri="{FF2B5EF4-FFF2-40B4-BE49-F238E27FC236}">
                <a16:creationId xmlns:a16="http://schemas.microsoft.com/office/drawing/2014/main" id="{81BD432D-FAB3-4B5D-BF27-4DA7C75B323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26206" y="115193"/>
            <a:ext cx="11939588" cy="6627614"/>
          </a:xfrm>
          <a:prstGeom prst="rect">
            <a:avLst/>
          </a:prstGeom>
          <a:noFill/>
          <a:ln w="12700">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21" name="Straight Connector 20">
            <a:extLst>
              <a:ext uri="{FF2B5EF4-FFF2-40B4-BE49-F238E27FC236}">
                <a16:creationId xmlns:a16="http://schemas.microsoft.com/office/drawing/2014/main" id="{E6D6B450-4278-45B8-88C7-C061710E3C7E}"/>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H="1">
            <a:off x="2399233" y="1883640"/>
            <a:ext cx="6935760" cy="0"/>
          </a:xfrm>
          <a:prstGeom prst="line">
            <a:avLst/>
          </a:prstGeom>
          <a:ln w="12700">
            <a:solidFill>
              <a:schemeClr val="accent2"/>
            </a:solidFill>
          </a:ln>
        </p:spPr>
        <p:style>
          <a:lnRef idx="1">
            <a:schemeClr val="accent1"/>
          </a:lnRef>
          <a:fillRef idx="0">
            <a:schemeClr val="accent1"/>
          </a:fillRef>
          <a:effectRef idx="0">
            <a:schemeClr val="accent1"/>
          </a:effectRef>
          <a:fontRef idx="minor">
            <a:schemeClr val="tx1"/>
          </a:fontRef>
        </p:style>
      </p:cxnSp>
      <p:cxnSp>
        <p:nvCxnSpPr>
          <p:cNvPr id="23" name="Straight Connector 22">
            <a:extLst>
              <a:ext uri="{FF2B5EF4-FFF2-40B4-BE49-F238E27FC236}">
                <a16:creationId xmlns:a16="http://schemas.microsoft.com/office/drawing/2014/main" id="{74234A4C-A256-4139-A5F4-27078F0D6796}"/>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H="1">
            <a:off x="2399233" y="5066757"/>
            <a:ext cx="6935760" cy="0"/>
          </a:xfrm>
          <a:prstGeom prst="line">
            <a:avLst/>
          </a:prstGeom>
          <a:ln w="12700">
            <a:solidFill>
              <a:schemeClr val="accent2"/>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862527541"/>
      </p:ext>
    </p:extLst>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35" name="Rectangle 34">
            <a:extLst>
              <a:ext uri="{FF2B5EF4-FFF2-40B4-BE49-F238E27FC236}">
                <a16:creationId xmlns:a16="http://schemas.microsoft.com/office/drawing/2014/main" id="{88EB6E95-9C89-4CFF-A598-F278D0DFB39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
            <a:ext cx="12191695"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7" name="Rectangle 36">
            <a:extLst>
              <a:ext uri="{FF2B5EF4-FFF2-40B4-BE49-F238E27FC236}">
                <a16:creationId xmlns:a16="http://schemas.microsoft.com/office/drawing/2014/main" id="{474CD0F4-EA2A-4E5D-AE73-1112C1CA2A1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5" y="0"/>
            <a:ext cx="12191695"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800"/>
          </a:p>
        </p:txBody>
      </p:sp>
      <p:sp>
        <p:nvSpPr>
          <p:cNvPr id="4" name="Title 3">
            <a:extLst>
              <a:ext uri="{FF2B5EF4-FFF2-40B4-BE49-F238E27FC236}">
                <a16:creationId xmlns:a16="http://schemas.microsoft.com/office/drawing/2014/main" id="{3F9CA2F2-E698-FD0D-D6A6-80943C2A2B9C}"/>
              </a:ext>
            </a:extLst>
          </p:cNvPr>
          <p:cNvSpPr>
            <a:spLocks noGrp="1"/>
          </p:cNvSpPr>
          <p:nvPr>
            <p:ph type="title"/>
          </p:nvPr>
        </p:nvSpPr>
        <p:spPr>
          <a:xfrm>
            <a:off x="804672" y="1365403"/>
            <a:ext cx="6196391" cy="4127194"/>
          </a:xfrm>
        </p:spPr>
        <p:txBody>
          <a:bodyPr vert="horz" lIns="91440" tIns="45720" rIns="91440" bIns="45720" rtlCol="0" anchor="ctr">
            <a:normAutofit/>
          </a:bodyPr>
          <a:lstStyle/>
          <a:p>
            <a:r>
              <a:rPr lang="en-US" sz="5200" kern="1200">
                <a:solidFill>
                  <a:schemeClr val="tx2"/>
                </a:solidFill>
                <a:latin typeface="+mj-lt"/>
                <a:ea typeface="+mj-ea"/>
                <a:cs typeface="+mj-cs"/>
              </a:rPr>
              <a:t>Git &amp; GitHub Initial Settings Overview</a:t>
            </a:r>
          </a:p>
        </p:txBody>
      </p:sp>
      <p:grpSp>
        <p:nvGrpSpPr>
          <p:cNvPr id="39" name="Group 38">
            <a:extLst>
              <a:ext uri="{FF2B5EF4-FFF2-40B4-BE49-F238E27FC236}">
                <a16:creationId xmlns:a16="http://schemas.microsoft.com/office/drawing/2014/main" id="{A1EDC8FC-C3D1-4FE4-8E66-29767478DBDB}"/>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7867135" y="0"/>
            <a:ext cx="4324865" cy="2641149"/>
            <a:chOff x="6867015" y="-1"/>
            <a:chExt cx="5324985" cy="3251912"/>
          </a:xfrm>
          <a:solidFill>
            <a:schemeClr val="accent5">
              <a:alpha val="10000"/>
            </a:schemeClr>
          </a:solidFill>
        </p:grpSpPr>
        <p:sp>
          <p:nvSpPr>
            <p:cNvPr id="40" name="Freeform: Shape 39">
              <a:extLst>
                <a:ext uri="{FF2B5EF4-FFF2-40B4-BE49-F238E27FC236}">
                  <a16:creationId xmlns:a16="http://schemas.microsoft.com/office/drawing/2014/main" id="{51638344-E7F0-4958-8208-ADCB822569F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867015" y="-1"/>
              <a:ext cx="5324985" cy="3251912"/>
            </a:xfrm>
            <a:custGeom>
              <a:avLst/>
              <a:gdLst>
                <a:gd name="connsiteX0" fmla="*/ 0 w 5324985"/>
                <a:gd name="connsiteY0" fmla="*/ 0 h 3251912"/>
                <a:gd name="connsiteX1" fmla="*/ 36826 w 5324985"/>
                <a:gd name="connsiteY1" fmla="*/ 0 h 3251912"/>
                <a:gd name="connsiteX2" fmla="*/ 45003 w 5324985"/>
                <a:gd name="connsiteY2" fmla="*/ 152909 h 3251912"/>
                <a:gd name="connsiteX3" fmla="*/ 68956 w 5324985"/>
                <a:gd name="connsiteY3" fmla="*/ 308600 h 3251912"/>
                <a:gd name="connsiteX4" fmla="*/ 167774 w 5324985"/>
                <a:gd name="connsiteY4" fmla="*/ 607968 h 3251912"/>
                <a:gd name="connsiteX5" fmla="*/ 201857 w 5324985"/>
                <a:gd name="connsiteY5" fmla="*/ 679539 h 3251912"/>
                <a:gd name="connsiteX6" fmla="*/ 239741 w 5324985"/>
                <a:gd name="connsiteY6" fmla="*/ 749488 h 3251912"/>
                <a:gd name="connsiteX7" fmla="*/ 323724 w 5324985"/>
                <a:gd name="connsiteY7" fmla="*/ 885101 h 3251912"/>
                <a:gd name="connsiteX8" fmla="*/ 416412 w 5324985"/>
                <a:gd name="connsiteY8" fmla="*/ 1016081 h 3251912"/>
                <a:gd name="connsiteX9" fmla="*/ 515719 w 5324985"/>
                <a:gd name="connsiteY9" fmla="*/ 1143356 h 3251912"/>
                <a:gd name="connsiteX10" fmla="*/ 722427 w 5324985"/>
                <a:gd name="connsiteY10" fmla="*/ 1395127 h 3251912"/>
                <a:gd name="connsiteX11" fmla="*/ 825780 w 5324985"/>
                <a:gd name="connsiteY11" fmla="*/ 1522749 h 3251912"/>
                <a:gd name="connsiteX12" fmla="*/ 926314 w 5324985"/>
                <a:gd name="connsiteY12" fmla="*/ 1651992 h 3251912"/>
                <a:gd name="connsiteX13" fmla="*/ 1026848 w 5324985"/>
                <a:gd name="connsiteY13" fmla="*/ 1776836 h 3251912"/>
                <a:gd name="connsiteX14" fmla="*/ 1131918 w 5324985"/>
                <a:gd name="connsiteY14" fmla="*/ 1897393 h 3251912"/>
                <a:gd name="connsiteX15" fmla="*/ 1354688 w 5324985"/>
                <a:gd name="connsiteY15" fmla="*/ 2124728 h 3251912"/>
                <a:gd name="connsiteX16" fmla="*/ 1855027 w 5324985"/>
                <a:gd name="connsiteY16" fmla="*/ 2504236 h 3251912"/>
                <a:gd name="connsiteX17" fmla="*/ 2131618 w 5324985"/>
                <a:gd name="connsiteY17" fmla="*/ 2646913 h 3251912"/>
                <a:gd name="connsiteX18" fmla="*/ 2423534 w 5324985"/>
                <a:gd name="connsiteY18" fmla="*/ 2754732 h 3251912"/>
                <a:gd name="connsiteX19" fmla="*/ 2727588 w 5324985"/>
                <a:gd name="connsiteY19" fmla="*/ 2829197 h 3251912"/>
                <a:gd name="connsiteX20" fmla="*/ 3041083 w 5324985"/>
                <a:gd name="connsiteY20" fmla="*/ 2870890 h 3251912"/>
                <a:gd name="connsiteX21" fmla="*/ 3360340 w 5324985"/>
                <a:gd name="connsiteY21" fmla="*/ 2883976 h 3251912"/>
                <a:gd name="connsiteX22" fmla="*/ 3439663 w 5324985"/>
                <a:gd name="connsiteY22" fmla="*/ 2883396 h 3251912"/>
                <a:gd name="connsiteX23" fmla="*/ 3478529 w 5324985"/>
                <a:gd name="connsiteY23" fmla="*/ 2882471 h 3251912"/>
                <a:gd name="connsiteX24" fmla="*/ 3517271 w 5324985"/>
                <a:gd name="connsiteY24" fmla="*/ 2880616 h 3251912"/>
                <a:gd name="connsiteX25" fmla="*/ 3671260 w 5324985"/>
                <a:gd name="connsiteY25" fmla="*/ 2867878 h 3251912"/>
                <a:gd name="connsiteX26" fmla="*/ 4265268 w 5324985"/>
                <a:gd name="connsiteY26" fmla="*/ 2716283 h 3251912"/>
                <a:gd name="connsiteX27" fmla="*/ 4546395 w 5324985"/>
                <a:gd name="connsiteY27" fmla="*/ 2584724 h 3251912"/>
                <a:gd name="connsiteX28" fmla="*/ 4817837 w 5324985"/>
                <a:gd name="connsiteY28" fmla="*/ 2424674 h 3251912"/>
                <a:gd name="connsiteX29" fmla="*/ 5081677 w 5324985"/>
                <a:gd name="connsiteY29" fmla="*/ 2243548 h 3251912"/>
                <a:gd name="connsiteX30" fmla="*/ 5211881 w 5324985"/>
                <a:gd name="connsiteY30" fmla="*/ 2147658 h 3251912"/>
                <a:gd name="connsiteX31" fmla="*/ 5324985 w 5324985"/>
                <a:gd name="connsiteY31" fmla="*/ 2062128 h 3251912"/>
                <a:gd name="connsiteX32" fmla="*/ 5324985 w 5324985"/>
                <a:gd name="connsiteY32" fmla="*/ 2514993 h 3251912"/>
                <a:gd name="connsiteX33" fmla="*/ 5314867 w 5324985"/>
                <a:gd name="connsiteY33" fmla="*/ 2522881 h 3251912"/>
                <a:gd name="connsiteX34" fmla="*/ 5038276 w 5324985"/>
                <a:gd name="connsiteY34" fmla="*/ 2722421 h 3251912"/>
                <a:gd name="connsiteX35" fmla="*/ 4741701 w 5324985"/>
                <a:gd name="connsiteY35" fmla="*/ 2904937 h 3251912"/>
                <a:gd name="connsiteX36" fmla="*/ 4420728 w 5324985"/>
                <a:gd name="connsiteY36" fmla="*/ 3058848 h 3251912"/>
                <a:gd name="connsiteX37" fmla="*/ 3717481 w 5324985"/>
                <a:gd name="connsiteY37" fmla="*/ 3237079 h 3251912"/>
                <a:gd name="connsiteX38" fmla="*/ 3535661 w 5324985"/>
                <a:gd name="connsiteY38" fmla="*/ 3249934 h 3251912"/>
                <a:gd name="connsiteX39" fmla="*/ 3490175 w 5324985"/>
                <a:gd name="connsiteY39" fmla="*/ 3251555 h 3251912"/>
                <a:gd name="connsiteX40" fmla="*/ 3444813 w 5324985"/>
                <a:gd name="connsiteY40" fmla="*/ 3251787 h 3251912"/>
                <a:gd name="connsiteX41" fmla="*/ 3355681 w 5324985"/>
                <a:gd name="connsiteY41" fmla="*/ 3250745 h 3251912"/>
                <a:gd name="connsiteX42" fmla="*/ 3179011 w 5324985"/>
                <a:gd name="connsiteY42" fmla="*/ 3243795 h 3251912"/>
                <a:gd name="connsiteX43" fmla="*/ 3002217 w 5324985"/>
                <a:gd name="connsiteY43" fmla="*/ 3227814 h 3251912"/>
                <a:gd name="connsiteX44" fmla="*/ 2650103 w 5324985"/>
                <a:gd name="connsiteY44" fmla="*/ 3170836 h 3251912"/>
                <a:gd name="connsiteX45" fmla="*/ 2305836 w 5324985"/>
                <a:gd name="connsiteY45" fmla="*/ 3072514 h 3251912"/>
                <a:gd name="connsiteX46" fmla="*/ 1978611 w 5324985"/>
                <a:gd name="connsiteY46" fmla="*/ 2929952 h 3251912"/>
                <a:gd name="connsiteX47" fmla="*/ 1678235 w 5324985"/>
                <a:gd name="connsiteY47" fmla="*/ 2744424 h 3251912"/>
                <a:gd name="connsiteX48" fmla="*/ 1175688 w 5324985"/>
                <a:gd name="connsiteY48" fmla="*/ 2277018 h 3251912"/>
                <a:gd name="connsiteX49" fmla="*/ 971310 w 5324985"/>
                <a:gd name="connsiteY49" fmla="*/ 2012044 h 3251912"/>
                <a:gd name="connsiteX50" fmla="*/ 790717 w 5324985"/>
                <a:gd name="connsiteY50" fmla="*/ 1735723 h 3251912"/>
                <a:gd name="connsiteX51" fmla="*/ 706488 w 5324985"/>
                <a:gd name="connsiteY51" fmla="*/ 1598604 h 3251912"/>
                <a:gd name="connsiteX52" fmla="*/ 618951 w 5324985"/>
                <a:gd name="connsiteY52" fmla="*/ 1463802 h 3251912"/>
                <a:gd name="connsiteX53" fmla="*/ 436273 w 5324985"/>
                <a:gd name="connsiteY53" fmla="*/ 1195355 h 3251912"/>
                <a:gd name="connsiteX54" fmla="*/ 346896 w 5324985"/>
                <a:gd name="connsiteY54" fmla="*/ 1058816 h 3251912"/>
                <a:gd name="connsiteX55" fmla="*/ 261809 w 5324985"/>
                <a:gd name="connsiteY55" fmla="*/ 919264 h 3251912"/>
                <a:gd name="connsiteX56" fmla="*/ 118487 w 5324985"/>
                <a:gd name="connsiteY56" fmla="*/ 626498 h 3251912"/>
                <a:gd name="connsiteX57" fmla="*/ 28130 w 5324985"/>
                <a:gd name="connsiteY57" fmla="*/ 315781 h 3251912"/>
                <a:gd name="connsiteX58" fmla="*/ 6751 w 5324985"/>
                <a:gd name="connsiteY58" fmla="*/ 156195 h 32519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Lst>
              <a:rect l="l" t="t" r="r" b="b"/>
              <a:pathLst>
                <a:path w="5324985" h="3251912">
                  <a:moveTo>
                    <a:pt x="0" y="0"/>
                  </a:moveTo>
                  <a:lnTo>
                    <a:pt x="36826" y="0"/>
                  </a:lnTo>
                  <a:lnTo>
                    <a:pt x="45003" y="152909"/>
                  </a:lnTo>
                  <a:cubicBezTo>
                    <a:pt x="50351" y="205154"/>
                    <a:pt x="58290" y="257123"/>
                    <a:pt x="68956" y="308600"/>
                  </a:cubicBezTo>
                  <a:cubicBezTo>
                    <a:pt x="91393" y="411324"/>
                    <a:pt x="123882" y="511847"/>
                    <a:pt x="167774" y="607968"/>
                  </a:cubicBezTo>
                  <a:cubicBezTo>
                    <a:pt x="178195" y="632173"/>
                    <a:pt x="190333" y="655798"/>
                    <a:pt x="201857" y="679539"/>
                  </a:cubicBezTo>
                  <a:cubicBezTo>
                    <a:pt x="214363" y="702933"/>
                    <a:pt x="226255" y="726557"/>
                    <a:pt x="239741" y="749488"/>
                  </a:cubicBezTo>
                  <a:cubicBezTo>
                    <a:pt x="265488" y="795812"/>
                    <a:pt x="294176" y="840746"/>
                    <a:pt x="323724" y="885101"/>
                  </a:cubicBezTo>
                  <a:cubicBezTo>
                    <a:pt x="353149" y="929572"/>
                    <a:pt x="384657" y="972885"/>
                    <a:pt x="416412" y="1016081"/>
                  </a:cubicBezTo>
                  <a:cubicBezTo>
                    <a:pt x="448655" y="1058931"/>
                    <a:pt x="482127" y="1101202"/>
                    <a:pt x="515719" y="1143356"/>
                  </a:cubicBezTo>
                  <a:cubicBezTo>
                    <a:pt x="583027" y="1227782"/>
                    <a:pt x="653402" y="1310470"/>
                    <a:pt x="722427" y="1395127"/>
                  </a:cubicBezTo>
                  <a:cubicBezTo>
                    <a:pt x="757123" y="1437282"/>
                    <a:pt x="791697" y="1479783"/>
                    <a:pt x="825780" y="1522749"/>
                  </a:cubicBezTo>
                  <a:cubicBezTo>
                    <a:pt x="859742" y="1565367"/>
                    <a:pt x="893457" y="1610649"/>
                    <a:pt x="926314" y="1651992"/>
                  </a:cubicBezTo>
                  <a:cubicBezTo>
                    <a:pt x="958927" y="1694379"/>
                    <a:pt x="993132" y="1735492"/>
                    <a:pt x="1026848" y="1776836"/>
                  </a:cubicBezTo>
                  <a:cubicBezTo>
                    <a:pt x="1061545" y="1817485"/>
                    <a:pt x="1095996" y="1858133"/>
                    <a:pt x="1131918" y="1897393"/>
                  </a:cubicBezTo>
                  <a:cubicBezTo>
                    <a:pt x="1203273" y="1976376"/>
                    <a:pt x="1277447" y="2052463"/>
                    <a:pt x="1354688" y="2124728"/>
                  </a:cubicBezTo>
                  <a:cubicBezTo>
                    <a:pt x="1509411" y="2268911"/>
                    <a:pt x="1676396" y="2397575"/>
                    <a:pt x="1855027" y="2504236"/>
                  </a:cubicBezTo>
                  <a:cubicBezTo>
                    <a:pt x="1944528" y="2557277"/>
                    <a:pt x="2036357" y="2605917"/>
                    <a:pt x="2131618" y="2646913"/>
                  </a:cubicBezTo>
                  <a:cubicBezTo>
                    <a:pt x="2226267" y="2689068"/>
                    <a:pt x="2323981" y="2724622"/>
                    <a:pt x="2423534" y="2754732"/>
                  </a:cubicBezTo>
                  <a:cubicBezTo>
                    <a:pt x="2523087" y="2784958"/>
                    <a:pt x="2624602" y="2809394"/>
                    <a:pt x="2727588" y="2829197"/>
                  </a:cubicBezTo>
                  <a:cubicBezTo>
                    <a:pt x="2830698" y="2848653"/>
                    <a:pt x="2935522" y="2861971"/>
                    <a:pt x="3041083" y="2870890"/>
                  </a:cubicBezTo>
                  <a:cubicBezTo>
                    <a:pt x="3146644" y="2879922"/>
                    <a:pt x="3253307" y="2883860"/>
                    <a:pt x="3360340" y="2883976"/>
                  </a:cubicBezTo>
                  <a:cubicBezTo>
                    <a:pt x="3387067" y="2883976"/>
                    <a:pt x="3414162" y="2884439"/>
                    <a:pt x="3439663" y="2883396"/>
                  </a:cubicBezTo>
                  <a:lnTo>
                    <a:pt x="3478529" y="2882471"/>
                  </a:lnTo>
                  <a:lnTo>
                    <a:pt x="3517271" y="2880616"/>
                  </a:lnTo>
                  <a:cubicBezTo>
                    <a:pt x="3568887" y="2878417"/>
                    <a:pt x="3620257" y="2873552"/>
                    <a:pt x="3671260" y="2867878"/>
                  </a:cubicBezTo>
                  <a:cubicBezTo>
                    <a:pt x="3875515" y="2844253"/>
                    <a:pt x="4074253" y="2792486"/>
                    <a:pt x="4265268" y="2716283"/>
                  </a:cubicBezTo>
                  <a:cubicBezTo>
                    <a:pt x="4361020" y="2678529"/>
                    <a:pt x="4454444" y="2633710"/>
                    <a:pt x="4546395" y="2584724"/>
                  </a:cubicBezTo>
                  <a:cubicBezTo>
                    <a:pt x="4638470" y="2535967"/>
                    <a:pt x="4728827" y="2481885"/>
                    <a:pt x="4817837" y="2424674"/>
                  </a:cubicBezTo>
                  <a:cubicBezTo>
                    <a:pt x="4906846" y="2367348"/>
                    <a:pt x="4994385" y="2306317"/>
                    <a:pt x="5081677" y="2243548"/>
                  </a:cubicBezTo>
                  <a:cubicBezTo>
                    <a:pt x="5125201" y="2212164"/>
                    <a:pt x="5168603" y="2179969"/>
                    <a:pt x="5211881" y="2147658"/>
                  </a:cubicBezTo>
                  <a:lnTo>
                    <a:pt x="5324985" y="2062128"/>
                  </a:lnTo>
                  <a:lnTo>
                    <a:pt x="5324985" y="2514993"/>
                  </a:lnTo>
                  <a:lnTo>
                    <a:pt x="5314867" y="2522881"/>
                  </a:lnTo>
                  <a:cubicBezTo>
                    <a:pt x="5225490" y="2591325"/>
                    <a:pt x="5133783" y="2658379"/>
                    <a:pt x="5038276" y="2722421"/>
                  </a:cubicBezTo>
                  <a:cubicBezTo>
                    <a:pt x="4942892" y="2786348"/>
                    <a:pt x="4844810" y="2848422"/>
                    <a:pt x="4741701" y="2904937"/>
                  </a:cubicBezTo>
                  <a:cubicBezTo>
                    <a:pt x="4638592" y="2961337"/>
                    <a:pt x="4531929" y="3013683"/>
                    <a:pt x="4420728" y="3058848"/>
                  </a:cubicBezTo>
                  <a:cubicBezTo>
                    <a:pt x="4199063" y="3150338"/>
                    <a:pt x="3959621" y="3211485"/>
                    <a:pt x="3717481" y="3237079"/>
                  </a:cubicBezTo>
                  <a:cubicBezTo>
                    <a:pt x="3656914" y="3243101"/>
                    <a:pt x="3596227" y="3247966"/>
                    <a:pt x="3535661" y="3249934"/>
                  </a:cubicBezTo>
                  <a:lnTo>
                    <a:pt x="3490175" y="3251555"/>
                  </a:lnTo>
                  <a:lnTo>
                    <a:pt x="3444813" y="3251787"/>
                  </a:lnTo>
                  <a:cubicBezTo>
                    <a:pt x="3414162" y="3252250"/>
                    <a:pt x="3385105" y="3251324"/>
                    <a:pt x="3355681" y="3250745"/>
                  </a:cubicBezTo>
                  <a:cubicBezTo>
                    <a:pt x="3296954" y="3250050"/>
                    <a:pt x="3237860" y="3246692"/>
                    <a:pt x="3179011" y="3243795"/>
                  </a:cubicBezTo>
                  <a:cubicBezTo>
                    <a:pt x="3120039" y="3239164"/>
                    <a:pt x="3061067" y="3234878"/>
                    <a:pt x="3002217" y="3227814"/>
                  </a:cubicBezTo>
                  <a:cubicBezTo>
                    <a:pt x="2884397" y="3214496"/>
                    <a:pt x="2766699" y="3196314"/>
                    <a:pt x="2650103" y="3170836"/>
                  </a:cubicBezTo>
                  <a:cubicBezTo>
                    <a:pt x="2533510" y="3145358"/>
                    <a:pt x="2418263" y="3112583"/>
                    <a:pt x="2305836" y="3072514"/>
                  </a:cubicBezTo>
                  <a:cubicBezTo>
                    <a:pt x="2193410" y="3032328"/>
                    <a:pt x="2083926" y="2984383"/>
                    <a:pt x="1978611" y="2929952"/>
                  </a:cubicBezTo>
                  <a:cubicBezTo>
                    <a:pt x="1873663" y="2874711"/>
                    <a:pt x="1772884" y="2812985"/>
                    <a:pt x="1678235" y="2744424"/>
                  </a:cubicBezTo>
                  <a:cubicBezTo>
                    <a:pt x="1488201" y="2608001"/>
                    <a:pt x="1321708" y="2448068"/>
                    <a:pt x="1175688" y="2277018"/>
                  </a:cubicBezTo>
                  <a:cubicBezTo>
                    <a:pt x="1102985" y="2191086"/>
                    <a:pt x="1035309" y="2102377"/>
                    <a:pt x="971310" y="2012044"/>
                  </a:cubicBezTo>
                  <a:cubicBezTo>
                    <a:pt x="907188" y="1921714"/>
                    <a:pt x="847358" y="1829413"/>
                    <a:pt x="790717" y="1735723"/>
                  </a:cubicBezTo>
                  <a:cubicBezTo>
                    <a:pt x="761782" y="1688357"/>
                    <a:pt x="735300" y="1644002"/>
                    <a:pt x="706488" y="1598604"/>
                  </a:cubicBezTo>
                  <a:cubicBezTo>
                    <a:pt x="677922" y="1553555"/>
                    <a:pt x="648866" y="1508505"/>
                    <a:pt x="618951" y="1463802"/>
                  </a:cubicBezTo>
                  <a:lnTo>
                    <a:pt x="436273" y="1195355"/>
                  </a:lnTo>
                  <a:cubicBezTo>
                    <a:pt x="405990" y="1150189"/>
                    <a:pt x="376075" y="1104792"/>
                    <a:pt x="346896" y="1058816"/>
                  </a:cubicBezTo>
                  <a:cubicBezTo>
                    <a:pt x="317716" y="1012838"/>
                    <a:pt x="288782" y="966747"/>
                    <a:pt x="261809" y="919264"/>
                  </a:cubicBezTo>
                  <a:cubicBezTo>
                    <a:pt x="207742" y="824764"/>
                    <a:pt x="158088" y="727485"/>
                    <a:pt x="118487" y="626498"/>
                  </a:cubicBezTo>
                  <a:cubicBezTo>
                    <a:pt x="78151" y="525859"/>
                    <a:pt x="48237" y="421515"/>
                    <a:pt x="28130" y="315781"/>
                  </a:cubicBezTo>
                  <a:cubicBezTo>
                    <a:pt x="18506" y="262914"/>
                    <a:pt x="11425" y="209642"/>
                    <a:pt x="6751" y="156195"/>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1" name="Freeform: Shape 40">
              <a:extLst>
                <a:ext uri="{FF2B5EF4-FFF2-40B4-BE49-F238E27FC236}">
                  <a16:creationId xmlns:a16="http://schemas.microsoft.com/office/drawing/2014/main" id="{4E1970FB-4D97-4834-84EC-E48B27CC192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916467" y="-1"/>
              <a:ext cx="5275533" cy="2980757"/>
            </a:xfrm>
            <a:custGeom>
              <a:avLst/>
              <a:gdLst>
                <a:gd name="connsiteX0" fmla="*/ 0 w 5275533"/>
                <a:gd name="connsiteY0" fmla="*/ 0 h 2980757"/>
                <a:gd name="connsiteX1" fmla="*/ 201166 w 5275533"/>
                <a:gd name="connsiteY1" fmla="*/ 0 h 2980757"/>
                <a:gd name="connsiteX2" fmla="*/ 206734 w 5275533"/>
                <a:gd name="connsiteY2" fmla="*/ 89286 h 2980757"/>
                <a:gd name="connsiteX3" fmla="*/ 232051 w 5275533"/>
                <a:gd name="connsiteY3" fmla="*/ 226897 h 2980757"/>
                <a:gd name="connsiteX4" fmla="*/ 332707 w 5275533"/>
                <a:gd name="connsiteY4" fmla="*/ 487120 h 2980757"/>
                <a:gd name="connsiteX5" fmla="*/ 402959 w 5275533"/>
                <a:gd name="connsiteY5" fmla="*/ 609647 h 2980757"/>
                <a:gd name="connsiteX6" fmla="*/ 483631 w 5275533"/>
                <a:gd name="connsiteY6" fmla="*/ 728236 h 2980757"/>
                <a:gd name="connsiteX7" fmla="*/ 669986 w 5275533"/>
                <a:gd name="connsiteY7" fmla="*/ 957424 h 2980757"/>
                <a:gd name="connsiteX8" fmla="*/ 871667 w 5275533"/>
                <a:gd name="connsiteY8" fmla="*/ 1188348 h 2980757"/>
                <a:gd name="connsiteX9" fmla="*/ 971956 w 5275533"/>
                <a:gd name="connsiteY9" fmla="*/ 1308905 h 2980757"/>
                <a:gd name="connsiteX10" fmla="*/ 1020139 w 5275533"/>
                <a:gd name="connsiteY10" fmla="*/ 1368084 h 2980757"/>
                <a:gd name="connsiteX11" fmla="*/ 1067340 w 5275533"/>
                <a:gd name="connsiteY11" fmla="*/ 1424715 h 2980757"/>
                <a:gd name="connsiteX12" fmla="*/ 1472909 w 5275533"/>
                <a:gd name="connsiteY12" fmla="*/ 1843252 h 2980757"/>
                <a:gd name="connsiteX13" fmla="*/ 1688567 w 5275533"/>
                <a:gd name="connsiteY13" fmla="*/ 2031559 h 2980757"/>
                <a:gd name="connsiteX14" fmla="*/ 1914401 w 5275533"/>
                <a:gd name="connsiteY14" fmla="*/ 2205156 h 2980757"/>
                <a:gd name="connsiteX15" fmla="*/ 2418909 w 5275533"/>
                <a:gd name="connsiteY15" fmla="*/ 2479741 h 2980757"/>
                <a:gd name="connsiteX16" fmla="*/ 2701141 w 5275533"/>
                <a:gd name="connsiteY16" fmla="*/ 2557333 h 2980757"/>
                <a:gd name="connsiteX17" fmla="*/ 2773475 w 5275533"/>
                <a:gd name="connsiteY17" fmla="*/ 2570999 h 2980757"/>
                <a:gd name="connsiteX18" fmla="*/ 2846424 w 5275533"/>
                <a:gd name="connsiteY18" fmla="*/ 2582465 h 2980757"/>
                <a:gd name="connsiteX19" fmla="*/ 2993669 w 5275533"/>
                <a:gd name="connsiteY19" fmla="*/ 2598909 h 2980757"/>
                <a:gd name="connsiteX20" fmla="*/ 3067721 w 5275533"/>
                <a:gd name="connsiteY20" fmla="*/ 2604237 h 2980757"/>
                <a:gd name="connsiteX21" fmla="*/ 3142019 w 5275533"/>
                <a:gd name="connsiteY21" fmla="*/ 2607943 h 2980757"/>
                <a:gd name="connsiteX22" fmla="*/ 3216561 w 5275533"/>
                <a:gd name="connsiteY22" fmla="*/ 2609564 h 2980757"/>
                <a:gd name="connsiteX23" fmla="*/ 3291225 w 5275533"/>
                <a:gd name="connsiteY23" fmla="*/ 2609217 h 2980757"/>
                <a:gd name="connsiteX24" fmla="*/ 3328619 w 5275533"/>
                <a:gd name="connsiteY24" fmla="*/ 2608869 h 2980757"/>
                <a:gd name="connsiteX25" fmla="*/ 3364665 w 5275533"/>
                <a:gd name="connsiteY25" fmla="*/ 2607363 h 2980757"/>
                <a:gd name="connsiteX26" fmla="*/ 3400587 w 5275533"/>
                <a:gd name="connsiteY26" fmla="*/ 2605627 h 2980757"/>
                <a:gd name="connsiteX27" fmla="*/ 3436387 w 5275533"/>
                <a:gd name="connsiteY27" fmla="*/ 2602847 h 2980757"/>
                <a:gd name="connsiteX28" fmla="*/ 3578361 w 5275533"/>
                <a:gd name="connsiteY28" fmla="*/ 2586286 h 2980757"/>
                <a:gd name="connsiteX29" fmla="*/ 4119159 w 5275533"/>
                <a:gd name="connsiteY29" fmla="*/ 2418594 h 2980757"/>
                <a:gd name="connsiteX30" fmla="*/ 4618765 w 5275533"/>
                <a:gd name="connsiteY30" fmla="*/ 2124668 h 2980757"/>
                <a:gd name="connsiteX31" fmla="*/ 4739895 w 5275533"/>
                <a:gd name="connsiteY31" fmla="*/ 2038275 h 2980757"/>
                <a:gd name="connsiteX32" fmla="*/ 4861027 w 5275533"/>
                <a:gd name="connsiteY32" fmla="*/ 1948986 h 2980757"/>
                <a:gd name="connsiteX33" fmla="*/ 5106354 w 5275533"/>
                <a:gd name="connsiteY33" fmla="*/ 1763690 h 2980757"/>
                <a:gd name="connsiteX34" fmla="*/ 5275533 w 5275533"/>
                <a:gd name="connsiteY34" fmla="*/ 1641017 h 2980757"/>
                <a:gd name="connsiteX35" fmla="*/ 5275533 w 5275533"/>
                <a:gd name="connsiteY35" fmla="*/ 2257481 h 2980757"/>
                <a:gd name="connsiteX36" fmla="*/ 5168881 w 5275533"/>
                <a:gd name="connsiteY36" fmla="*/ 2332084 h 2980757"/>
                <a:gd name="connsiteX37" fmla="*/ 5036225 w 5275533"/>
                <a:gd name="connsiteY37" fmla="*/ 2421489 h 2980757"/>
                <a:gd name="connsiteX38" fmla="*/ 4899401 w 5275533"/>
                <a:gd name="connsiteY38" fmla="*/ 2508347 h 2980757"/>
                <a:gd name="connsiteX39" fmla="*/ 4612145 w 5275533"/>
                <a:gd name="connsiteY39" fmla="*/ 2671407 h 2980757"/>
                <a:gd name="connsiteX40" fmla="*/ 4303187 w 5275533"/>
                <a:gd name="connsiteY40" fmla="*/ 2810030 h 2980757"/>
                <a:gd name="connsiteX41" fmla="*/ 3630835 w 5275533"/>
                <a:gd name="connsiteY41" fmla="*/ 2969500 h 2980757"/>
                <a:gd name="connsiteX42" fmla="*/ 3457719 w 5275533"/>
                <a:gd name="connsiteY42" fmla="*/ 2979808 h 2980757"/>
                <a:gd name="connsiteX43" fmla="*/ 3414441 w 5275533"/>
                <a:gd name="connsiteY43" fmla="*/ 2980733 h 2980757"/>
                <a:gd name="connsiteX44" fmla="*/ 3371285 w 5275533"/>
                <a:gd name="connsiteY44" fmla="*/ 2980502 h 2980757"/>
                <a:gd name="connsiteX45" fmla="*/ 3328252 w 5275533"/>
                <a:gd name="connsiteY45" fmla="*/ 2980039 h 2980757"/>
                <a:gd name="connsiteX46" fmla="*/ 3286445 w 5275533"/>
                <a:gd name="connsiteY46" fmla="*/ 2978534 h 2980757"/>
                <a:gd name="connsiteX47" fmla="*/ 2952475 w 5275533"/>
                <a:gd name="connsiteY47" fmla="*/ 2953402 h 2980757"/>
                <a:gd name="connsiteX48" fmla="*/ 2620591 w 5275533"/>
                <a:gd name="connsiteY48" fmla="*/ 2898046 h 2980757"/>
                <a:gd name="connsiteX49" fmla="*/ 2294591 w 5275533"/>
                <a:gd name="connsiteY49" fmla="*/ 2811305 h 2980757"/>
                <a:gd name="connsiteX50" fmla="*/ 1670544 w 5275533"/>
                <a:gd name="connsiteY50" fmla="*/ 2550501 h 2980757"/>
                <a:gd name="connsiteX51" fmla="*/ 1144703 w 5275533"/>
                <a:gd name="connsiteY51" fmla="*/ 2144472 h 2980757"/>
                <a:gd name="connsiteX52" fmla="*/ 931497 w 5275533"/>
                <a:gd name="connsiteY52" fmla="*/ 1900114 h 2980757"/>
                <a:gd name="connsiteX53" fmla="*/ 745265 w 5275533"/>
                <a:gd name="connsiteY53" fmla="*/ 1641395 h 2980757"/>
                <a:gd name="connsiteX54" fmla="*/ 701741 w 5275533"/>
                <a:gd name="connsiteY54" fmla="*/ 1575500 h 2980757"/>
                <a:gd name="connsiteX55" fmla="*/ 660178 w 5275533"/>
                <a:gd name="connsiteY55" fmla="*/ 1511573 h 2980757"/>
                <a:gd name="connsiteX56" fmla="*/ 578158 w 5275533"/>
                <a:gd name="connsiteY56" fmla="*/ 1387656 h 2980757"/>
                <a:gd name="connsiteX57" fmla="*/ 408230 w 5275533"/>
                <a:gd name="connsiteY57" fmla="*/ 1134497 h 2980757"/>
                <a:gd name="connsiteX58" fmla="*/ 242349 w 5275533"/>
                <a:gd name="connsiteY58" fmla="*/ 866860 h 2980757"/>
                <a:gd name="connsiteX59" fmla="*/ 167562 w 5275533"/>
                <a:gd name="connsiteY59" fmla="*/ 724994 h 2980757"/>
                <a:gd name="connsiteX60" fmla="*/ 104054 w 5275533"/>
                <a:gd name="connsiteY60" fmla="*/ 576525 h 2980757"/>
                <a:gd name="connsiteX61" fmla="*/ 55381 w 5275533"/>
                <a:gd name="connsiteY61" fmla="*/ 422499 h 2980757"/>
                <a:gd name="connsiteX62" fmla="*/ 37236 w 5275533"/>
                <a:gd name="connsiteY62" fmla="*/ 343980 h 2980757"/>
                <a:gd name="connsiteX63" fmla="*/ 29267 w 5275533"/>
                <a:gd name="connsiteY63" fmla="*/ 304604 h 2980757"/>
                <a:gd name="connsiteX64" fmla="*/ 22646 w 5275533"/>
                <a:gd name="connsiteY64" fmla="*/ 265113 h 2980757"/>
                <a:gd name="connsiteX65" fmla="*/ 3903 w 5275533"/>
                <a:gd name="connsiteY65" fmla="*/ 106787 h 298075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Lst>
              <a:rect l="l" t="t" r="r" b="b"/>
              <a:pathLst>
                <a:path w="5275533" h="2980757">
                  <a:moveTo>
                    <a:pt x="0" y="0"/>
                  </a:moveTo>
                  <a:lnTo>
                    <a:pt x="201166" y="0"/>
                  </a:lnTo>
                  <a:lnTo>
                    <a:pt x="206734" y="89286"/>
                  </a:lnTo>
                  <a:cubicBezTo>
                    <a:pt x="212220" y="135755"/>
                    <a:pt x="220465" y="181731"/>
                    <a:pt x="232051" y="226897"/>
                  </a:cubicBezTo>
                  <a:cubicBezTo>
                    <a:pt x="254855" y="317344"/>
                    <a:pt x="290287" y="403854"/>
                    <a:pt x="332707" y="487120"/>
                  </a:cubicBezTo>
                  <a:cubicBezTo>
                    <a:pt x="354163" y="528696"/>
                    <a:pt x="377948" y="569461"/>
                    <a:pt x="402959" y="609647"/>
                  </a:cubicBezTo>
                  <a:cubicBezTo>
                    <a:pt x="428337" y="649717"/>
                    <a:pt x="455433" y="689209"/>
                    <a:pt x="483631" y="728236"/>
                  </a:cubicBezTo>
                  <a:cubicBezTo>
                    <a:pt x="540764" y="806061"/>
                    <a:pt x="604271" y="881569"/>
                    <a:pt x="669986" y="957424"/>
                  </a:cubicBezTo>
                  <a:cubicBezTo>
                    <a:pt x="735701" y="1033395"/>
                    <a:pt x="804359" y="1109366"/>
                    <a:pt x="871667" y="1188348"/>
                  </a:cubicBezTo>
                  <a:cubicBezTo>
                    <a:pt x="905383" y="1227723"/>
                    <a:pt x="938731" y="1268025"/>
                    <a:pt x="971956" y="1308905"/>
                  </a:cubicBezTo>
                  <a:lnTo>
                    <a:pt x="1020139" y="1368084"/>
                  </a:lnTo>
                  <a:cubicBezTo>
                    <a:pt x="1035954" y="1386962"/>
                    <a:pt x="1051035" y="1406302"/>
                    <a:pt x="1067340" y="1424715"/>
                  </a:cubicBezTo>
                  <a:cubicBezTo>
                    <a:pt x="1194602" y="1574573"/>
                    <a:pt x="1332652" y="1712503"/>
                    <a:pt x="1472909" y="1843252"/>
                  </a:cubicBezTo>
                  <a:cubicBezTo>
                    <a:pt x="1543406" y="1908337"/>
                    <a:pt x="1615128" y="1971221"/>
                    <a:pt x="1688567" y="2031559"/>
                  </a:cubicBezTo>
                  <a:cubicBezTo>
                    <a:pt x="1762006" y="2091895"/>
                    <a:pt x="1836793" y="2150263"/>
                    <a:pt x="1914401" y="2205156"/>
                  </a:cubicBezTo>
                  <a:cubicBezTo>
                    <a:pt x="2069003" y="2315176"/>
                    <a:pt x="2235742" y="2413498"/>
                    <a:pt x="2418909" y="2479741"/>
                  </a:cubicBezTo>
                  <a:cubicBezTo>
                    <a:pt x="2510249" y="2512863"/>
                    <a:pt x="2604898" y="2538225"/>
                    <a:pt x="2701141" y="2557333"/>
                  </a:cubicBezTo>
                  <a:cubicBezTo>
                    <a:pt x="2725293" y="2561850"/>
                    <a:pt x="2749201" y="2567062"/>
                    <a:pt x="2773475" y="2570999"/>
                  </a:cubicBezTo>
                  <a:lnTo>
                    <a:pt x="2846424" y="2582465"/>
                  </a:lnTo>
                  <a:cubicBezTo>
                    <a:pt x="2895343" y="2588602"/>
                    <a:pt x="2944261" y="2595088"/>
                    <a:pt x="2993669" y="2598909"/>
                  </a:cubicBezTo>
                  <a:cubicBezTo>
                    <a:pt x="3018313" y="2601110"/>
                    <a:pt x="3042956" y="2603195"/>
                    <a:pt x="3067721" y="2604237"/>
                  </a:cubicBezTo>
                  <a:cubicBezTo>
                    <a:pt x="3092487" y="2605394"/>
                    <a:pt x="3117130" y="2607247"/>
                    <a:pt x="3142019" y="2607943"/>
                  </a:cubicBezTo>
                  <a:lnTo>
                    <a:pt x="3216561" y="2609564"/>
                  </a:lnTo>
                  <a:cubicBezTo>
                    <a:pt x="3241326" y="2610142"/>
                    <a:pt x="3266337" y="2609333"/>
                    <a:pt x="3291225" y="2609217"/>
                  </a:cubicBezTo>
                  <a:lnTo>
                    <a:pt x="3328619" y="2608869"/>
                  </a:lnTo>
                  <a:cubicBezTo>
                    <a:pt x="3340757" y="2608522"/>
                    <a:pt x="3352649" y="2607827"/>
                    <a:pt x="3364665" y="2607363"/>
                  </a:cubicBezTo>
                  <a:cubicBezTo>
                    <a:pt x="3376679" y="2606784"/>
                    <a:pt x="3388695" y="2606438"/>
                    <a:pt x="3400587" y="2605627"/>
                  </a:cubicBezTo>
                  <a:lnTo>
                    <a:pt x="3436387" y="2602847"/>
                  </a:lnTo>
                  <a:cubicBezTo>
                    <a:pt x="3484079" y="2599257"/>
                    <a:pt x="3531404" y="2593235"/>
                    <a:pt x="3578361" y="2586286"/>
                  </a:cubicBezTo>
                  <a:cubicBezTo>
                    <a:pt x="3766310" y="2556871"/>
                    <a:pt x="3947025" y="2499314"/>
                    <a:pt x="4119159" y="2418594"/>
                  </a:cubicBezTo>
                  <a:cubicBezTo>
                    <a:pt x="4291907" y="2338801"/>
                    <a:pt x="4456317" y="2236657"/>
                    <a:pt x="4618765" y="2124668"/>
                  </a:cubicBezTo>
                  <a:cubicBezTo>
                    <a:pt x="4659346" y="2096759"/>
                    <a:pt x="4699682" y="2067575"/>
                    <a:pt x="4739895" y="2038275"/>
                  </a:cubicBezTo>
                  <a:cubicBezTo>
                    <a:pt x="4780355" y="2008976"/>
                    <a:pt x="4820691" y="1979212"/>
                    <a:pt x="4861027" y="1948986"/>
                  </a:cubicBezTo>
                  <a:lnTo>
                    <a:pt x="5106354" y="1763690"/>
                  </a:lnTo>
                  <a:lnTo>
                    <a:pt x="5275533" y="1641017"/>
                  </a:lnTo>
                  <a:lnTo>
                    <a:pt x="5275533" y="2257481"/>
                  </a:lnTo>
                  <a:lnTo>
                    <a:pt x="5168881" y="2332084"/>
                  </a:lnTo>
                  <a:cubicBezTo>
                    <a:pt x="5125235" y="2362079"/>
                    <a:pt x="5081099" y="2391958"/>
                    <a:pt x="5036225" y="2421489"/>
                  </a:cubicBezTo>
                  <a:cubicBezTo>
                    <a:pt x="4991231" y="2450790"/>
                    <a:pt x="4945867" y="2479857"/>
                    <a:pt x="4899401" y="2508347"/>
                  </a:cubicBezTo>
                  <a:cubicBezTo>
                    <a:pt x="4806959" y="2565440"/>
                    <a:pt x="4711574" y="2620798"/>
                    <a:pt x="4612145" y="2671407"/>
                  </a:cubicBezTo>
                  <a:cubicBezTo>
                    <a:pt x="4512836" y="2722247"/>
                    <a:pt x="4410095" y="2769496"/>
                    <a:pt x="4303187" y="2810030"/>
                  </a:cubicBezTo>
                  <a:cubicBezTo>
                    <a:pt x="4090349" y="2892256"/>
                    <a:pt x="3861694" y="2947728"/>
                    <a:pt x="3630835" y="2969500"/>
                  </a:cubicBezTo>
                  <a:cubicBezTo>
                    <a:pt x="3573089" y="2974712"/>
                    <a:pt x="3515343" y="2978649"/>
                    <a:pt x="3457719" y="2979808"/>
                  </a:cubicBezTo>
                  <a:lnTo>
                    <a:pt x="3414441" y="2980733"/>
                  </a:lnTo>
                  <a:cubicBezTo>
                    <a:pt x="3400097" y="2980850"/>
                    <a:pt x="3385630" y="2980502"/>
                    <a:pt x="3371285" y="2980502"/>
                  </a:cubicBezTo>
                  <a:lnTo>
                    <a:pt x="3328252" y="2980039"/>
                  </a:lnTo>
                  <a:lnTo>
                    <a:pt x="3286445" y="2978534"/>
                  </a:lnTo>
                  <a:cubicBezTo>
                    <a:pt x="3175121" y="2975174"/>
                    <a:pt x="3063553" y="2966837"/>
                    <a:pt x="2952475" y="2953402"/>
                  </a:cubicBezTo>
                  <a:cubicBezTo>
                    <a:pt x="2841275" y="2940664"/>
                    <a:pt x="2730319" y="2922365"/>
                    <a:pt x="2620591" y="2898046"/>
                  </a:cubicBezTo>
                  <a:cubicBezTo>
                    <a:pt x="2510984" y="2873494"/>
                    <a:pt x="2402235" y="2844426"/>
                    <a:pt x="2294591" y="2811305"/>
                  </a:cubicBezTo>
                  <a:cubicBezTo>
                    <a:pt x="2079669" y="2744483"/>
                    <a:pt x="1867198" y="2661331"/>
                    <a:pt x="1670544" y="2550501"/>
                  </a:cubicBezTo>
                  <a:cubicBezTo>
                    <a:pt x="1473767" y="2439903"/>
                    <a:pt x="1298079" y="2299657"/>
                    <a:pt x="1144703" y="2144472"/>
                  </a:cubicBezTo>
                  <a:cubicBezTo>
                    <a:pt x="1067586" y="2066996"/>
                    <a:pt x="997458" y="1984539"/>
                    <a:pt x="931497" y="1900114"/>
                  </a:cubicBezTo>
                  <a:cubicBezTo>
                    <a:pt x="865906" y="1815342"/>
                    <a:pt x="803500" y="1729295"/>
                    <a:pt x="745265" y="1641395"/>
                  </a:cubicBezTo>
                  <a:cubicBezTo>
                    <a:pt x="730307" y="1619623"/>
                    <a:pt x="716207" y="1597503"/>
                    <a:pt x="701741" y="1575500"/>
                  </a:cubicBezTo>
                  <a:lnTo>
                    <a:pt x="660178" y="1511573"/>
                  </a:lnTo>
                  <a:cubicBezTo>
                    <a:pt x="633574" y="1470229"/>
                    <a:pt x="605989" y="1429232"/>
                    <a:pt x="578158" y="1387656"/>
                  </a:cubicBezTo>
                  <a:lnTo>
                    <a:pt x="408230" y="1134497"/>
                  </a:lnTo>
                  <a:cubicBezTo>
                    <a:pt x="351220" y="1048219"/>
                    <a:pt x="294945" y="959392"/>
                    <a:pt x="242349" y="866860"/>
                  </a:cubicBezTo>
                  <a:cubicBezTo>
                    <a:pt x="216112" y="820536"/>
                    <a:pt x="190734" y="773402"/>
                    <a:pt x="167562" y="724994"/>
                  </a:cubicBezTo>
                  <a:cubicBezTo>
                    <a:pt x="144513" y="676469"/>
                    <a:pt x="123057" y="627019"/>
                    <a:pt x="104054" y="576525"/>
                  </a:cubicBezTo>
                  <a:cubicBezTo>
                    <a:pt x="85418" y="525917"/>
                    <a:pt x="68867" y="474613"/>
                    <a:pt x="55381" y="422499"/>
                  </a:cubicBezTo>
                  <a:cubicBezTo>
                    <a:pt x="49006" y="396442"/>
                    <a:pt x="42508" y="370269"/>
                    <a:pt x="37236" y="343980"/>
                  </a:cubicBezTo>
                  <a:lnTo>
                    <a:pt x="29267" y="304604"/>
                  </a:lnTo>
                  <a:lnTo>
                    <a:pt x="22646" y="265113"/>
                  </a:lnTo>
                  <a:cubicBezTo>
                    <a:pt x="14003" y="212420"/>
                    <a:pt x="7872" y="159582"/>
                    <a:pt x="3903" y="106787"/>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2" name="Freeform: Shape 41">
              <a:extLst>
                <a:ext uri="{FF2B5EF4-FFF2-40B4-BE49-F238E27FC236}">
                  <a16:creationId xmlns:a16="http://schemas.microsoft.com/office/drawing/2014/main" id="{CEA7D5D6-1774-4826-A365-56CA591C9C9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921214" y="-1"/>
              <a:ext cx="5270786" cy="2927775"/>
            </a:xfrm>
            <a:custGeom>
              <a:avLst/>
              <a:gdLst>
                <a:gd name="connsiteX0" fmla="*/ 0 w 5270786"/>
                <a:gd name="connsiteY0" fmla="*/ 0 h 2927775"/>
                <a:gd name="connsiteX1" fmla="*/ 613805 w 5270786"/>
                <a:gd name="connsiteY1" fmla="*/ 0 h 2927775"/>
                <a:gd name="connsiteX2" fmla="*/ 618487 w 5270786"/>
                <a:gd name="connsiteY2" fmla="*/ 85404 h 2927775"/>
                <a:gd name="connsiteX3" fmla="*/ 1054084 w 5270786"/>
                <a:gd name="connsiteY3" fmla="*/ 895200 h 2927775"/>
                <a:gd name="connsiteX4" fmla="*/ 1276976 w 5270786"/>
                <a:gd name="connsiteY4" fmla="*/ 1191325 h 2927775"/>
                <a:gd name="connsiteX5" fmla="*/ 3368450 w 5270786"/>
                <a:gd name="connsiteY5" fmla="*/ 2348843 h 2927775"/>
                <a:gd name="connsiteX6" fmla="*/ 4956151 w 5270786"/>
                <a:gd name="connsiteY6" fmla="*/ 1636730 h 2927775"/>
                <a:gd name="connsiteX7" fmla="*/ 5149372 w 5270786"/>
                <a:gd name="connsiteY7" fmla="*/ 1495325 h 2927775"/>
                <a:gd name="connsiteX8" fmla="*/ 5270786 w 5270786"/>
                <a:gd name="connsiteY8" fmla="*/ 1406110 h 2927775"/>
                <a:gd name="connsiteX9" fmla="*/ 5270786 w 5270786"/>
                <a:gd name="connsiteY9" fmla="*/ 2138641 h 2927775"/>
                <a:gd name="connsiteX10" fmla="*/ 5112925 w 5270786"/>
                <a:gd name="connsiteY10" fmla="*/ 2253730 h 2927775"/>
                <a:gd name="connsiteX11" fmla="*/ 3368327 w 5270786"/>
                <a:gd name="connsiteY11" fmla="*/ 2927775 h 2927775"/>
                <a:gd name="connsiteX12" fmla="*/ 769646 w 5270786"/>
                <a:gd name="connsiteY12" fmla="*/ 1516288 h 2927775"/>
                <a:gd name="connsiteX13" fmla="*/ 3149 w 5270786"/>
                <a:gd name="connsiteY13" fmla="*/ 85252 h 29277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5270786" h="2927775">
                  <a:moveTo>
                    <a:pt x="0" y="0"/>
                  </a:moveTo>
                  <a:lnTo>
                    <a:pt x="613805" y="0"/>
                  </a:lnTo>
                  <a:lnTo>
                    <a:pt x="618487" y="85404"/>
                  </a:lnTo>
                  <a:cubicBezTo>
                    <a:pt x="650052" y="360109"/>
                    <a:pt x="792650" y="556543"/>
                    <a:pt x="1054084" y="895200"/>
                  </a:cubicBezTo>
                  <a:cubicBezTo>
                    <a:pt x="1126174" y="988542"/>
                    <a:pt x="1200716" y="1085128"/>
                    <a:pt x="1276976" y="1191325"/>
                  </a:cubicBezTo>
                  <a:cubicBezTo>
                    <a:pt x="1859704" y="2002688"/>
                    <a:pt x="2485223" y="2348843"/>
                    <a:pt x="3368450" y="2348843"/>
                  </a:cubicBezTo>
                  <a:cubicBezTo>
                    <a:pt x="3948114" y="2348843"/>
                    <a:pt x="4373422" y="2066846"/>
                    <a:pt x="4956151" y="1636730"/>
                  </a:cubicBezTo>
                  <a:cubicBezTo>
                    <a:pt x="5021253" y="1588668"/>
                    <a:pt x="5086356" y="1541186"/>
                    <a:pt x="5149372" y="1495325"/>
                  </a:cubicBezTo>
                  <a:lnTo>
                    <a:pt x="5270786" y="1406110"/>
                  </a:lnTo>
                  <a:lnTo>
                    <a:pt x="5270786" y="2138641"/>
                  </a:lnTo>
                  <a:lnTo>
                    <a:pt x="5112925" y="2253730"/>
                  </a:lnTo>
                  <a:cubicBezTo>
                    <a:pt x="4598179" y="2621786"/>
                    <a:pt x="4074961" y="2927775"/>
                    <a:pt x="3368327" y="2927775"/>
                  </a:cubicBezTo>
                  <a:cubicBezTo>
                    <a:pt x="2170746" y="2927775"/>
                    <a:pt x="1393203" y="2384512"/>
                    <a:pt x="769646" y="1516288"/>
                  </a:cubicBezTo>
                  <a:cubicBezTo>
                    <a:pt x="418850" y="1027932"/>
                    <a:pt x="48120" y="683401"/>
                    <a:pt x="3149" y="85252"/>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3" name="Freeform: Shape 42">
              <a:extLst>
                <a:ext uri="{FF2B5EF4-FFF2-40B4-BE49-F238E27FC236}">
                  <a16:creationId xmlns:a16="http://schemas.microsoft.com/office/drawing/2014/main" id="{C9CE5CDD-EDFB-416F-889C-A7DB46AA9AA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921214" y="-1"/>
              <a:ext cx="5270786" cy="2927775"/>
            </a:xfrm>
            <a:custGeom>
              <a:avLst/>
              <a:gdLst>
                <a:gd name="connsiteX0" fmla="*/ 0 w 5270786"/>
                <a:gd name="connsiteY0" fmla="*/ 0 h 2927775"/>
                <a:gd name="connsiteX1" fmla="*/ 736294 w 5270786"/>
                <a:gd name="connsiteY1" fmla="*/ 0 h 2927775"/>
                <a:gd name="connsiteX2" fmla="*/ 740298 w 5270786"/>
                <a:gd name="connsiteY2" fmla="*/ 72745 h 2927775"/>
                <a:gd name="connsiteX3" fmla="*/ 1153024 w 5270786"/>
                <a:gd name="connsiteY3" fmla="*/ 826989 h 2927775"/>
                <a:gd name="connsiteX4" fmla="*/ 1378368 w 5270786"/>
                <a:gd name="connsiteY4" fmla="*/ 1126356 h 2927775"/>
                <a:gd name="connsiteX5" fmla="*/ 2238056 w 5270786"/>
                <a:gd name="connsiteY5" fmla="*/ 1955322 h 2927775"/>
                <a:gd name="connsiteX6" fmla="*/ 3368327 w 5270786"/>
                <a:gd name="connsiteY6" fmla="*/ 2233033 h 2927775"/>
                <a:gd name="connsiteX7" fmla="*/ 4095360 w 5270786"/>
                <a:gd name="connsiteY7" fmla="*/ 2056192 h 2927775"/>
                <a:gd name="connsiteX8" fmla="*/ 4880506 w 5270786"/>
                <a:gd name="connsiteY8" fmla="*/ 1545587 h 2927775"/>
                <a:gd name="connsiteX9" fmla="*/ 5074340 w 5270786"/>
                <a:gd name="connsiteY9" fmla="*/ 1403721 h 2927775"/>
                <a:gd name="connsiteX10" fmla="*/ 5270786 w 5270786"/>
                <a:gd name="connsiteY10" fmla="*/ 1259367 h 2927775"/>
                <a:gd name="connsiteX11" fmla="*/ 5270786 w 5270786"/>
                <a:gd name="connsiteY11" fmla="*/ 2138641 h 2927775"/>
                <a:gd name="connsiteX12" fmla="*/ 5112925 w 5270786"/>
                <a:gd name="connsiteY12" fmla="*/ 2253730 h 2927775"/>
                <a:gd name="connsiteX13" fmla="*/ 3368327 w 5270786"/>
                <a:gd name="connsiteY13" fmla="*/ 2927775 h 2927775"/>
                <a:gd name="connsiteX14" fmla="*/ 769646 w 5270786"/>
                <a:gd name="connsiteY14" fmla="*/ 1516288 h 2927775"/>
                <a:gd name="connsiteX15" fmla="*/ 3149 w 5270786"/>
                <a:gd name="connsiteY15" fmla="*/ 85252 h 29277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5270786" h="2927775">
                  <a:moveTo>
                    <a:pt x="0" y="0"/>
                  </a:moveTo>
                  <a:lnTo>
                    <a:pt x="736294" y="0"/>
                  </a:lnTo>
                  <a:lnTo>
                    <a:pt x="740298" y="72745"/>
                  </a:lnTo>
                  <a:cubicBezTo>
                    <a:pt x="768839" y="319371"/>
                    <a:pt x="898885" y="497858"/>
                    <a:pt x="1153024" y="826989"/>
                  </a:cubicBezTo>
                  <a:cubicBezTo>
                    <a:pt x="1225727" y="921142"/>
                    <a:pt x="1300882" y="1018537"/>
                    <a:pt x="1378368" y="1126356"/>
                  </a:cubicBezTo>
                  <a:cubicBezTo>
                    <a:pt x="1652384" y="1507833"/>
                    <a:pt x="1933512" y="1779060"/>
                    <a:pt x="2238056" y="1955322"/>
                  </a:cubicBezTo>
                  <a:cubicBezTo>
                    <a:pt x="2560868" y="2142238"/>
                    <a:pt x="2930637" y="2233033"/>
                    <a:pt x="3368327" y="2233033"/>
                  </a:cubicBezTo>
                  <a:cubicBezTo>
                    <a:pt x="3616720" y="2233033"/>
                    <a:pt x="3847703" y="2176866"/>
                    <a:pt x="4095360" y="2056192"/>
                  </a:cubicBezTo>
                  <a:cubicBezTo>
                    <a:pt x="4349636" y="1932276"/>
                    <a:pt x="4601340" y="1751613"/>
                    <a:pt x="4880506" y="1545587"/>
                  </a:cubicBezTo>
                  <a:cubicBezTo>
                    <a:pt x="4945974" y="1497295"/>
                    <a:pt x="5011199" y="1449697"/>
                    <a:pt x="5074340" y="1403721"/>
                  </a:cubicBezTo>
                  <a:lnTo>
                    <a:pt x="5270786" y="1259367"/>
                  </a:lnTo>
                  <a:lnTo>
                    <a:pt x="5270786" y="2138641"/>
                  </a:lnTo>
                  <a:lnTo>
                    <a:pt x="5112925" y="2253730"/>
                  </a:lnTo>
                  <a:cubicBezTo>
                    <a:pt x="4598179" y="2621786"/>
                    <a:pt x="4074961" y="2927775"/>
                    <a:pt x="3368327" y="2927775"/>
                  </a:cubicBezTo>
                  <a:cubicBezTo>
                    <a:pt x="2170746" y="2927775"/>
                    <a:pt x="1393203" y="2384512"/>
                    <a:pt x="769646" y="1516288"/>
                  </a:cubicBezTo>
                  <a:cubicBezTo>
                    <a:pt x="418850" y="1027932"/>
                    <a:pt x="48120" y="683401"/>
                    <a:pt x="3149" y="85252"/>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45" name="Group 44">
            <a:extLst>
              <a:ext uri="{FF2B5EF4-FFF2-40B4-BE49-F238E27FC236}">
                <a16:creationId xmlns:a16="http://schemas.microsoft.com/office/drawing/2014/main" id="{1BC136B2-4D8D-4561-95D5-56167F4116BD}"/>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rot="10800000" flipH="1">
            <a:off x="0" y="4114799"/>
            <a:ext cx="3655725" cy="2743201"/>
            <a:chOff x="-305" y="-1"/>
            <a:chExt cx="3832880" cy="2876136"/>
          </a:xfrm>
        </p:grpSpPr>
        <p:sp>
          <p:nvSpPr>
            <p:cNvPr id="46" name="Freeform: Shape 45">
              <a:extLst>
                <a:ext uri="{FF2B5EF4-FFF2-40B4-BE49-F238E27FC236}">
                  <a16:creationId xmlns:a16="http://schemas.microsoft.com/office/drawing/2014/main" id="{2C3B060E-7597-4B31-9EBE-16DBC974CDA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1"/>
              <a:ext cx="3815424" cy="2653659"/>
            </a:xfrm>
            <a:custGeom>
              <a:avLst/>
              <a:gdLst>
                <a:gd name="connsiteX0" fmla="*/ 3203055 w 3815424"/>
                <a:gd name="connsiteY0" fmla="*/ 0 h 2653659"/>
                <a:gd name="connsiteX1" fmla="*/ 3815424 w 3815424"/>
                <a:gd name="connsiteY1" fmla="*/ 0 h 2653659"/>
                <a:gd name="connsiteX2" fmla="*/ 3801025 w 3815424"/>
                <a:gd name="connsiteY2" fmla="*/ 214243 h 2653659"/>
                <a:gd name="connsiteX3" fmla="*/ 587142 w 3815424"/>
                <a:gd name="connsiteY3" fmla="*/ 2653659 h 2653659"/>
                <a:gd name="connsiteX4" fmla="*/ 53389 w 3815424"/>
                <a:gd name="connsiteY4" fmla="*/ 2605041 h 2653659"/>
                <a:gd name="connsiteX5" fmla="*/ 0 w 3815424"/>
                <a:gd name="connsiteY5" fmla="*/ 2593136 h 2653659"/>
                <a:gd name="connsiteX6" fmla="*/ 0 w 3815424"/>
                <a:gd name="connsiteY6" fmla="*/ 1994836 h 2653659"/>
                <a:gd name="connsiteX7" fmla="*/ 159710 w 3815424"/>
                <a:gd name="connsiteY7" fmla="*/ 2035054 h 2653659"/>
                <a:gd name="connsiteX8" fmla="*/ 587142 w 3815424"/>
                <a:gd name="connsiteY8" fmla="*/ 2075152 h 2653659"/>
                <a:gd name="connsiteX9" fmla="*/ 1549283 w 3815424"/>
                <a:gd name="connsiteY9" fmla="*/ 1900153 h 2653659"/>
                <a:gd name="connsiteX10" fmla="*/ 2406698 w 3815424"/>
                <a:gd name="connsiteY10" fmla="*/ 1418450 h 2653659"/>
                <a:gd name="connsiteX11" fmla="*/ 2996069 w 3815424"/>
                <a:gd name="connsiteY11" fmla="*/ 728678 h 2653659"/>
                <a:gd name="connsiteX12" fmla="*/ 3193967 w 3815424"/>
                <a:gd name="connsiteY12" fmla="*/ 137719 h 265365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3815424" h="2653659">
                  <a:moveTo>
                    <a:pt x="3203055" y="0"/>
                  </a:moveTo>
                  <a:lnTo>
                    <a:pt x="3815424" y="0"/>
                  </a:lnTo>
                  <a:lnTo>
                    <a:pt x="3801025" y="214243"/>
                  </a:lnTo>
                  <a:cubicBezTo>
                    <a:pt x="3616317" y="1584467"/>
                    <a:pt x="2091637" y="2653659"/>
                    <a:pt x="587142" y="2653659"/>
                  </a:cubicBezTo>
                  <a:cubicBezTo>
                    <a:pt x="400192" y="2653659"/>
                    <a:pt x="222112" y="2636953"/>
                    <a:pt x="53389" y="2605041"/>
                  </a:cubicBezTo>
                  <a:lnTo>
                    <a:pt x="0" y="2593136"/>
                  </a:lnTo>
                  <a:lnTo>
                    <a:pt x="0" y="1994836"/>
                  </a:lnTo>
                  <a:lnTo>
                    <a:pt x="159710" y="2035054"/>
                  </a:lnTo>
                  <a:cubicBezTo>
                    <a:pt x="295467" y="2061726"/>
                    <a:pt x="438268" y="2075152"/>
                    <a:pt x="587142" y="2075152"/>
                  </a:cubicBezTo>
                  <a:cubicBezTo>
                    <a:pt x="901731" y="2075152"/>
                    <a:pt x="1234490" y="2014697"/>
                    <a:pt x="1549283" y="1900153"/>
                  </a:cubicBezTo>
                  <a:cubicBezTo>
                    <a:pt x="1860709" y="1786959"/>
                    <a:pt x="2157231" y="1620350"/>
                    <a:pt x="2406698" y="1418450"/>
                  </a:cubicBezTo>
                  <a:cubicBezTo>
                    <a:pt x="2655859" y="1216840"/>
                    <a:pt x="2859596" y="978302"/>
                    <a:pt x="2996069" y="728678"/>
                  </a:cubicBezTo>
                  <a:cubicBezTo>
                    <a:pt x="3101178" y="536396"/>
                    <a:pt x="3167417" y="338366"/>
                    <a:pt x="3193967" y="137719"/>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7" name="Freeform: Shape 46">
              <a:extLst>
                <a:ext uri="{FF2B5EF4-FFF2-40B4-BE49-F238E27FC236}">
                  <a16:creationId xmlns:a16="http://schemas.microsoft.com/office/drawing/2014/main" id="{937A35E4-8449-4A65-9CFF-F87916203D8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1"/>
              <a:ext cx="3815424" cy="2653660"/>
            </a:xfrm>
            <a:custGeom>
              <a:avLst/>
              <a:gdLst>
                <a:gd name="connsiteX0" fmla="*/ 3305038 w 3815424"/>
                <a:gd name="connsiteY0" fmla="*/ 0 h 2653660"/>
                <a:gd name="connsiteX1" fmla="*/ 3815424 w 3815424"/>
                <a:gd name="connsiteY1" fmla="*/ 0 h 2653660"/>
                <a:gd name="connsiteX2" fmla="*/ 3801025 w 3815424"/>
                <a:gd name="connsiteY2" fmla="*/ 214244 h 2653660"/>
                <a:gd name="connsiteX3" fmla="*/ 587142 w 3815424"/>
                <a:gd name="connsiteY3" fmla="*/ 2653660 h 2653660"/>
                <a:gd name="connsiteX4" fmla="*/ 53389 w 3815424"/>
                <a:gd name="connsiteY4" fmla="*/ 2605042 h 2653660"/>
                <a:gd name="connsiteX5" fmla="*/ 0 w 3815424"/>
                <a:gd name="connsiteY5" fmla="*/ 2593137 h 2653660"/>
                <a:gd name="connsiteX6" fmla="*/ 0 w 3815424"/>
                <a:gd name="connsiteY6" fmla="*/ 2094444 h 2653660"/>
                <a:gd name="connsiteX7" fmla="*/ 137675 w 3815424"/>
                <a:gd name="connsiteY7" fmla="*/ 2129195 h 2653660"/>
                <a:gd name="connsiteX8" fmla="*/ 587142 w 3815424"/>
                <a:gd name="connsiteY8" fmla="*/ 2171571 h 2653660"/>
                <a:gd name="connsiteX9" fmla="*/ 1585826 w 3815424"/>
                <a:gd name="connsiteY9" fmla="*/ 1990112 h 2653660"/>
                <a:gd name="connsiteX10" fmla="*/ 2473046 w 3815424"/>
                <a:gd name="connsiteY10" fmla="*/ 1491633 h 2653660"/>
                <a:gd name="connsiteX11" fmla="*/ 3086710 w 3815424"/>
                <a:gd name="connsiteY11" fmla="*/ 772838 h 2653660"/>
                <a:gd name="connsiteX12" fmla="*/ 3295217 w 3815424"/>
                <a:gd name="connsiteY12" fmla="*/ 149229 h 26536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3815424" h="2653660">
                  <a:moveTo>
                    <a:pt x="3305038" y="0"/>
                  </a:moveTo>
                  <a:lnTo>
                    <a:pt x="3815424" y="0"/>
                  </a:lnTo>
                  <a:lnTo>
                    <a:pt x="3801025" y="214244"/>
                  </a:lnTo>
                  <a:cubicBezTo>
                    <a:pt x="3616317" y="1584467"/>
                    <a:pt x="2091637" y="2653660"/>
                    <a:pt x="587142" y="2653660"/>
                  </a:cubicBezTo>
                  <a:cubicBezTo>
                    <a:pt x="400192" y="2653660"/>
                    <a:pt x="222112" y="2636954"/>
                    <a:pt x="53389" y="2605042"/>
                  </a:cubicBezTo>
                  <a:lnTo>
                    <a:pt x="0" y="2593137"/>
                  </a:lnTo>
                  <a:lnTo>
                    <a:pt x="0" y="2094444"/>
                  </a:lnTo>
                  <a:lnTo>
                    <a:pt x="137675" y="2129195"/>
                  </a:lnTo>
                  <a:cubicBezTo>
                    <a:pt x="280616" y="2157374"/>
                    <a:pt x="430766" y="2171571"/>
                    <a:pt x="587142" y="2171571"/>
                  </a:cubicBezTo>
                  <a:cubicBezTo>
                    <a:pt x="918879" y="2171571"/>
                    <a:pt x="1254904" y="2110634"/>
                    <a:pt x="1585826" y="1990112"/>
                  </a:cubicBezTo>
                  <a:cubicBezTo>
                    <a:pt x="1908071" y="1873061"/>
                    <a:pt x="2214800" y="1700666"/>
                    <a:pt x="2473046" y="1491633"/>
                  </a:cubicBezTo>
                  <a:cubicBezTo>
                    <a:pt x="2735782" y="1279031"/>
                    <a:pt x="2942276" y="1037118"/>
                    <a:pt x="3086710" y="772838"/>
                  </a:cubicBezTo>
                  <a:cubicBezTo>
                    <a:pt x="3197408" y="570216"/>
                    <a:pt x="3267226" y="361248"/>
                    <a:pt x="3295217" y="149229"/>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8" name="Freeform: Shape 47">
              <a:extLst>
                <a:ext uri="{FF2B5EF4-FFF2-40B4-BE49-F238E27FC236}">
                  <a16:creationId xmlns:a16="http://schemas.microsoft.com/office/drawing/2014/main" id="{25774B36-1747-45AE-82C4-C5BA90C518F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1"/>
              <a:ext cx="3815986" cy="2675935"/>
            </a:xfrm>
            <a:custGeom>
              <a:avLst/>
              <a:gdLst>
                <a:gd name="connsiteX0" fmla="*/ 3648768 w 3815986"/>
                <a:gd name="connsiteY0" fmla="*/ 0 h 2675935"/>
                <a:gd name="connsiteX1" fmla="*/ 3815986 w 3815986"/>
                <a:gd name="connsiteY1" fmla="*/ 0 h 2675935"/>
                <a:gd name="connsiteX2" fmla="*/ 3804695 w 3815986"/>
                <a:gd name="connsiteY2" fmla="*/ 200084 h 2675935"/>
                <a:gd name="connsiteX3" fmla="*/ 3762590 w 3815986"/>
                <a:gd name="connsiteY3" fmla="*/ 455543 h 2675935"/>
                <a:gd name="connsiteX4" fmla="*/ 3592332 w 3815986"/>
                <a:gd name="connsiteY4" fmla="*/ 947274 h 2675935"/>
                <a:gd name="connsiteX5" fmla="*/ 2953967 w 3815986"/>
                <a:gd name="connsiteY5" fmla="*/ 1782349 h 2675935"/>
                <a:gd name="connsiteX6" fmla="*/ 2530669 w 3815986"/>
                <a:gd name="connsiteY6" fmla="*/ 2109494 h 2675935"/>
                <a:gd name="connsiteX7" fmla="*/ 2057561 w 3815986"/>
                <a:gd name="connsiteY7" fmla="*/ 2369245 h 2675935"/>
                <a:gd name="connsiteX8" fmla="*/ 1007330 w 3815986"/>
                <a:gd name="connsiteY8" fmla="*/ 2655701 h 2675935"/>
                <a:gd name="connsiteX9" fmla="*/ 732765 w 3815986"/>
                <a:gd name="connsiteY9" fmla="*/ 2674696 h 2675935"/>
                <a:gd name="connsiteX10" fmla="*/ 457666 w 3815986"/>
                <a:gd name="connsiteY10" fmla="*/ 2670839 h 2675935"/>
                <a:gd name="connsiteX11" fmla="*/ 183574 w 3815986"/>
                <a:gd name="connsiteY11" fmla="*/ 2643312 h 2675935"/>
                <a:gd name="connsiteX12" fmla="*/ 0 w 3815986"/>
                <a:gd name="connsiteY12" fmla="*/ 2607798 h 2675935"/>
                <a:gd name="connsiteX13" fmla="*/ 0 w 3815986"/>
                <a:gd name="connsiteY13" fmla="*/ 2356652 h 2675935"/>
                <a:gd name="connsiteX14" fmla="*/ 222195 w 3815986"/>
                <a:gd name="connsiteY14" fmla="*/ 2396940 h 2675935"/>
                <a:gd name="connsiteX15" fmla="*/ 472364 w 3815986"/>
                <a:gd name="connsiteY15" fmla="*/ 2419092 h 2675935"/>
                <a:gd name="connsiteX16" fmla="*/ 974972 w 3815986"/>
                <a:gd name="connsiteY16" fmla="*/ 2402122 h 2675935"/>
                <a:gd name="connsiteX17" fmla="*/ 1468292 w 3815986"/>
                <a:gd name="connsiteY17" fmla="*/ 2304162 h 2675935"/>
                <a:gd name="connsiteX18" fmla="*/ 1940176 w 3815986"/>
                <a:gd name="connsiteY18" fmla="*/ 2133695 h 2675935"/>
                <a:gd name="connsiteX19" fmla="*/ 2783403 w 3815986"/>
                <a:gd name="connsiteY19" fmla="*/ 1609954 h 2675935"/>
                <a:gd name="connsiteX20" fmla="*/ 3128104 w 3815986"/>
                <a:gd name="connsiteY20" fmla="*/ 1260439 h 2675935"/>
                <a:gd name="connsiteX21" fmla="*/ 3400639 w 3815986"/>
                <a:gd name="connsiteY21" fmla="*/ 859052 h 2675935"/>
                <a:gd name="connsiteX22" fmla="*/ 3585595 w 3815986"/>
                <a:gd name="connsiteY22" fmla="*/ 415336 h 2675935"/>
                <a:gd name="connsiteX23" fmla="*/ 3635918 w 3815986"/>
                <a:gd name="connsiteY23" fmla="*/ 181137 h 267593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3815986" h="2675935">
                  <a:moveTo>
                    <a:pt x="3648768" y="0"/>
                  </a:moveTo>
                  <a:lnTo>
                    <a:pt x="3815986" y="0"/>
                  </a:lnTo>
                  <a:lnTo>
                    <a:pt x="3804695" y="200084"/>
                  </a:lnTo>
                  <a:cubicBezTo>
                    <a:pt x="3795228" y="285751"/>
                    <a:pt x="3781167" y="371032"/>
                    <a:pt x="3762590" y="455543"/>
                  </a:cubicBezTo>
                  <a:cubicBezTo>
                    <a:pt x="3725537" y="624467"/>
                    <a:pt x="3668784" y="790112"/>
                    <a:pt x="3592332" y="947274"/>
                  </a:cubicBezTo>
                  <a:cubicBezTo>
                    <a:pt x="3438712" y="1261596"/>
                    <a:pt x="3216091" y="1542847"/>
                    <a:pt x="2953967" y="1782349"/>
                  </a:cubicBezTo>
                  <a:cubicBezTo>
                    <a:pt x="2822599" y="1902099"/>
                    <a:pt x="2680615" y="2011341"/>
                    <a:pt x="2530669" y="2109494"/>
                  </a:cubicBezTo>
                  <a:cubicBezTo>
                    <a:pt x="2380520" y="2207551"/>
                    <a:pt x="2222510" y="2294906"/>
                    <a:pt x="2057561" y="2369245"/>
                  </a:cubicBezTo>
                  <a:cubicBezTo>
                    <a:pt x="1727252" y="2516859"/>
                    <a:pt x="1371629" y="2614434"/>
                    <a:pt x="1007330" y="2655701"/>
                  </a:cubicBezTo>
                  <a:cubicBezTo>
                    <a:pt x="916281" y="2665873"/>
                    <a:pt x="824568" y="2672188"/>
                    <a:pt x="732765" y="2674696"/>
                  </a:cubicBezTo>
                  <a:cubicBezTo>
                    <a:pt x="640963" y="2677203"/>
                    <a:pt x="549072" y="2675901"/>
                    <a:pt x="457666" y="2670839"/>
                  </a:cubicBezTo>
                  <a:cubicBezTo>
                    <a:pt x="366106" y="2665584"/>
                    <a:pt x="274572" y="2656521"/>
                    <a:pt x="183574" y="2643312"/>
                  </a:cubicBezTo>
                  <a:lnTo>
                    <a:pt x="0" y="2607798"/>
                  </a:lnTo>
                  <a:lnTo>
                    <a:pt x="0" y="2356652"/>
                  </a:lnTo>
                  <a:lnTo>
                    <a:pt x="222195" y="2396940"/>
                  </a:lnTo>
                  <a:cubicBezTo>
                    <a:pt x="304990" y="2407980"/>
                    <a:pt x="388511" y="2415283"/>
                    <a:pt x="472364" y="2419092"/>
                  </a:cubicBezTo>
                  <a:cubicBezTo>
                    <a:pt x="640376" y="2427095"/>
                    <a:pt x="808184" y="2421791"/>
                    <a:pt x="974972" y="2402122"/>
                  </a:cubicBezTo>
                  <a:cubicBezTo>
                    <a:pt x="1141658" y="2382358"/>
                    <a:pt x="1306812" y="2349286"/>
                    <a:pt x="1468292" y="2304162"/>
                  </a:cubicBezTo>
                  <a:cubicBezTo>
                    <a:pt x="1629874" y="2259231"/>
                    <a:pt x="1787475" y="2201091"/>
                    <a:pt x="1940176" y="2133695"/>
                  </a:cubicBezTo>
                  <a:cubicBezTo>
                    <a:pt x="2246498" y="2000349"/>
                    <a:pt x="2532507" y="1823520"/>
                    <a:pt x="2783403" y="1609954"/>
                  </a:cubicBezTo>
                  <a:cubicBezTo>
                    <a:pt x="2908442" y="1502833"/>
                    <a:pt x="3024295" y="1385975"/>
                    <a:pt x="3128104" y="1260439"/>
                  </a:cubicBezTo>
                  <a:cubicBezTo>
                    <a:pt x="3232116" y="1135096"/>
                    <a:pt x="3323881" y="1000689"/>
                    <a:pt x="3400639" y="859052"/>
                  </a:cubicBezTo>
                  <a:cubicBezTo>
                    <a:pt x="3477399" y="717510"/>
                    <a:pt x="3541296" y="569316"/>
                    <a:pt x="3585595" y="415336"/>
                  </a:cubicBezTo>
                  <a:cubicBezTo>
                    <a:pt x="3607796" y="338540"/>
                    <a:pt x="3624638" y="260224"/>
                    <a:pt x="3635918" y="181137"/>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9" name="Freeform: Shape 48">
              <a:extLst>
                <a:ext uri="{FF2B5EF4-FFF2-40B4-BE49-F238E27FC236}">
                  <a16:creationId xmlns:a16="http://schemas.microsoft.com/office/drawing/2014/main" id="{0022F94E-D4FB-4369-A3EE-7D82330BA4C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1"/>
              <a:ext cx="3832270" cy="2876136"/>
            </a:xfrm>
            <a:custGeom>
              <a:avLst/>
              <a:gdLst>
                <a:gd name="connsiteX0" fmla="*/ 3800718 w 3832270"/>
                <a:gd name="connsiteY0" fmla="*/ 0 h 2876136"/>
                <a:gd name="connsiteX1" fmla="*/ 3832270 w 3832270"/>
                <a:gd name="connsiteY1" fmla="*/ 0 h 2876136"/>
                <a:gd name="connsiteX2" fmla="*/ 3824562 w 3832270"/>
                <a:gd name="connsiteY2" fmla="*/ 143769 h 2876136"/>
                <a:gd name="connsiteX3" fmla="*/ 3628155 w 3832270"/>
                <a:gd name="connsiteY3" fmla="*/ 922055 h 2876136"/>
                <a:gd name="connsiteX4" fmla="*/ 3514853 w 3832270"/>
                <a:gd name="connsiteY4" fmla="*/ 1169078 h 2876136"/>
                <a:gd name="connsiteX5" fmla="*/ 3379198 w 3832270"/>
                <a:gd name="connsiteY5" fmla="*/ 1407037 h 2876136"/>
                <a:gd name="connsiteX6" fmla="*/ 3043787 w 3832270"/>
                <a:gd name="connsiteY6" fmla="*/ 1848342 h 2876136"/>
                <a:gd name="connsiteX7" fmla="*/ 2845661 w 3832270"/>
                <a:gd name="connsiteY7" fmla="*/ 2047444 h 2876136"/>
                <a:gd name="connsiteX8" fmla="*/ 2793197 w 3832270"/>
                <a:gd name="connsiteY8" fmla="*/ 2094689 h 2876136"/>
                <a:gd name="connsiteX9" fmla="*/ 2739710 w 3832270"/>
                <a:gd name="connsiteY9" fmla="*/ 2140969 h 2876136"/>
                <a:gd name="connsiteX10" fmla="*/ 2629166 w 3832270"/>
                <a:gd name="connsiteY10" fmla="*/ 2229867 h 2876136"/>
                <a:gd name="connsiteX11" fmla="*/ 2145952 w 3832270"/>
                <a:gd name="connsiteY11" fmla="*/ 2535994 h 2876136"/>
                <a:gd name="connsiteX12" fmla="*/ 1034987 w 3832270"/>
                <a:gd name="connsiteY12" fmla="*/ 2863910 h 2876136"/>
                <a:gd name="connsiteX13" fmla="*/ 741909 w 3832270"/>
                <a:gd name="connsiteY13" fmla="*/ 2875939 h 2876136"/>
                <a:gd name="connsiteX14" fmla="*/ 450208 w 3832270"/>
                <a:gd name="connsiteY14" fmla="*/ 2857451 h 2876136"/>
                <a:gd name="connsiteX15" fmla="*/ 22215 w 3832270"/>
                <a:gd name="connsiteY15" fmla="*/ 2775923 h 2876136"/>
                <a:gd name="connsiteX16" fmla="*/ 0 w 3832270"/>
                <a:gd name="connsiteY16" fmla="*/ 2769256 h 2876136"/>
                <a:gd name="connsiteX17" fmla="*/ 0 w 3832270"/>
                <a:gd name="connsiteY17" fmla="*/ 2590612 h 2876136"/>
                <a:gd name="connsiteX18" fmla="*/ 199046 w 3832270"/>
                <a:gd name="connsiteY18" fmla="*/ 2627410 h 2876136"/>
                <a:gd name="connsiteX19" fmla="*/ 468174 w 3832270"/>
                <a:gd name="connsiteY19" fmla="*/ 2649670 h 2876136"/>
                <a:gd name="connsiteX20" fmla="*/ 1003650 w 3832270"/>
                <a:gd name="connsiteY20" fmla="*/ 2622480 h 2876136"/>
                <a:gd name="connsiteX21" fmla="*/ 1266489 w 3832270"/>
                <a:gd name="connsiteY21" fmla="*/ 2573982 h 2876136"/>
                <a:gd name="connsiteX22" fmla="*/ 1524223 w 3832270"/>
                <a:gd name="connsiteY22" fmla="*/ 2504657 h 2876136"/>
                <a:gd name="connsiteX23" fmla="*/ 1775731 w 3832270"/>
                <a:gd name="connsiteY23" fmla="*/ 2416243 h 2876136"/>
                <a:gd name="connsiteX24" fmla="*/ 2019789 w 3832270"/>
                <a:gd name="connsiteY24" fmla="*/ 2309412 h 2876136"/>
                <a:gd name="connsiteX25" fmla="*/ 2482486 w 3832270"/>
                <a:gd name="connsiteY25" fmla="*/ 2046962 h 2876136"/>
                <a:gd name="connsiteX26" fmla="*/ 2591908 w 3832270"/>
                <a:gd name="connsiteY26" fmla="*/ 1971371 h 2876136"/>
                <a:gd name="connsiteX27" fmla="*/ 2645702 w 3832270"/>
                <a:gd name="connsiteY27" fmla="*/ 1932321 h 2876136"/>
                <a:gd name="connsiteX28" fmla="*/ 2698779 w 3832270"/>
                <a:gd name="connsiteY28" fmla="*/ 1892309 h 2876136"/>
                <a:gd name="connsiteX29" fmla="*/ 2903537 w 3832270"/>
                <a:gd name="connsiteY29" fmla="*/ 1722516 h 2876136"/>
                <a:gd name="connsiteX30" fmla="*/ 3269061 w 3832270"/>
                <a:gd name="connsiteY30" fmla="*/ 1337327 h 2876136"/>
                <a:gd name="connsiteX31" fmla="*/ 3424928 w 3832270"/>
                <a:gd name="connsiteY31" fmla="*/ 1122508 h 2876136"/>
                <a:gd name="connsiteX32" fmla="*/ 3557622 w 3832270"/>
                <a:gd name="connsiteY32" fmla="*/ 893226 h 2876136"/>
                <a:gd name="connsiteX33" fmla="*/ 3587019 w 3832270"/>
                <a:gd name="connsiteY33" fmla="*/ 833929 h 2876136"/>
                <a:gd name="connsiteX34" fmla="*/ 3601310 w 3832270"/>
                <a:gd name="connsiteY34" fmla="*/ 804040 h 2876136"/>
                <a:gd name="connsiteX35" fmla="*/ 3614885 w 3832270"/>
                <a:gd name="connsiteY35" fmla="*/ 773861 h 2876136"/>
                <a:gd name="connsiteX36" fmla="*/ 3640812 w 3832270"/>
                <a:gd name="connsiteY36" fmla="*/ 713022 h 2876136"/>
                <a:gd name="connsiteX37" fmla="*/ 3665105 w 3832270"/>
                <a:gd name="connsiteY37" fmla="*/ 651506 h 2876136"/>
                <a:gd name="connsiteX38" fmla="*/ 3744110 w 3832270"/>
                <a:gd name="connsiteY38" fmla="*/ 399567 h 2876136"/>
                <a:gd name="connsiteX39" fmla="*/ 3792123 w 3832270"/>
                <a:gd name="connsiteY39" fmla="*/ 140444 h 28761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Lst>
              <a:rect l="l" t="t" r="r" b="b"/>
              <a:pathLst>
                <a:path w="3832270" h="2876136">
                  <a:moveTo>
                    <a:pt x="3800718" y="0"/>
                  </a:moveTo>
                  <a:lnTo>
                    <a:pt x="3832270" y="0"/>
                  </a:lnTo>
                  <a:lnTo>
                    <a:pt x="3824562" y="143769"/>
                  </a:lnTo>
                  <a:cubicBezTo>
                    <a:pt x="3797131" y="409191"/>
                    <a:pt x="3730585" y="671345"/>
                    <a:pt x="3628155" y="922055"/>
                  </a:cubicBezTo>
                  <a:cubicBezTo>
                    <a:pt x="3593858" y="1005553"/>
                    <a:pt x="3556704" y="1088280"/>
                    <a:pt x="3514853" y="1169078"/>
                  </a:cubicBezTo>
                  <a:cubicBezTo>
                    <a:pt x="3473616" y="1250166"/>
                    <a:pt x="3428194" y="1329517"/>
                    <a:pt x="3379198" y="1407037"/>
                  </a:cubicBezTo>
                  <a:cubicBezTo>
                    <a:pt x="3281106" y="1561980"/>
                    <a:pt x="3169132" y="1710174"/>
                    <a:pt x="3043787" y="1848342"/>
                  </a:cubicBezTo>
                  <a:cubicBezTo>
                    <a:pt x="2980806" y="1917184"/>
                    <a:pt x="2915071" y="1984001"/>
                    <a:pt x="2845661" y="2047444"/>
                  </a:cubicBezTo>
                  <a:cubicBezTo>
                    <a:pt x="2828411" y="2063450"/>
                    <a:pt x="2811060" y="2079263"/>
                    <a:pt x="2793197" y="2094689"/>
                  </a:cubicBezTo>
                  <a:cubicBezTo>
                    <a:pt x="2775436" y="2110213"/>
                    <a:pt x="2757982" y="2126025"/>
                    <a:pt x="2739710" y="2140969"/>
                  </a:cubicBezTo>
                  <a:cubicBezTo>
                    <a:pt x="2703576" y="2171341"/>
                    <a:pt x="2666524" y="2200749"/>
                    <a:pt x="2629166" y="2229867"/>
                  </a:cubicBezTo>
                  <a:cubicBezTo>
                    <a:pt x="2479015" y="2345569"/>
                    <a:pt x="2316821" y="2448061"/>
                    <a:pt x="2145952" y="2535994"/>
                  </a:cubicBezTo>
                  <a:cubicBezTo>
                    <a:pt x="1804312" y="2711957"/>
                    <a:pt x="1424600" y="2826982"/>
                    <a:pt x="1034987" y="2863910"/>
                  </a:cubicBezTo>
                  <a:cubicBezTo>
                    <a:pt x="937762" y="2873167"/>
                    <a:pt x="839720" y="2877096"/>
                    <a:pt x="741909" y="2875939"/>
                  </a:cubicBezTo>
                  <a:cubicBezTo>
                    <a:pt x="644097" y="2874782"/>
                    <a:pt x="546515" y="2868539"/>
                    <a:pt x="450208" y="2857451"/>
                  </a:cubicBezTo>
                  <a:cubicBezTo>
                    <a:pt x="305520" y="2840674"/>
                    <a:pt x="162095" y="2813810"/>
                    <a:pt x="22215" y="2775923"/>
                  </a:cubicBezTo>
                  <a:lnTo>
                    <a:pt x="0" y="2769256"/>
                  </a:lnTo>
                  <a:lnTo>
                    <a:pt x="0" y="2590612"/>
                  </a:lnTo>
                  <a:lnTo>
                    <a:pt x="199046" y="2627410"/>
                  </a:lnTo>
                  <a:cubicBezTo>
                    <a:pt x="288321" y="2639209"/>
                    <a:pt x="378197" y="2646537"/>
                    <a:pt x="468174" y="2649670"/>
                  </a:cubicBezTo>
                  <a:cubicBezTo>
                    <a:pt x="648333" y="2656805"/>
                    <a:pt x="826655" y="2647163"/>
                    <a:pt x="1003650" y="2622480"/>
                  </a:cubicBezTo>
                  <a:cubicBezTo>
                    <a:pt x="1091943" y="2609658"/>
                    <a:pt x="1179725" y="2593747"/>
                    <a:pt x="1266489" y="2573982"/>
                  </a:cubicBezTo>
                  <a:cubicBezTo>
                    <a:pt x="1353250" y="2553927"/>
                    <a:pt x="1439298" y="2531076"/>
                    <a:pt x="1524223" y="2504657"/>
                  </a:cubicBezTo>
                  <a:cubicBezTo>
                    <a:pt x="1609149" y="2478336"/>
                    <a:pt x="1693052" y="2448833"/>
                    <a:pt x="1775731" y="2416243"/>
                  </a:cubicBezTo>
                  <a:cubicBezTo>
                    <a:pt x="1858309" y="2383557"/>
                    <a:pt x="1939764" y="2347882"/>
                    <a:pt x="2019789" y="2309412"/>
                  </a:cubicBezTo>
                  <a:cubicBezTo>
                    <a:pt x="2179839" y="2232567"/>
                    <a:pt x="2334583" y="2144923"/>
                    <a:pt x="2482486" y="2046962"/>
                  </a:cubicBezTo>
                  <a:cubicBezTo>
                    <a:pt x="2519334" y="2022376"/>
                    <a:pt x="2556081" y="1997403"/>
                    <a:pt x="2591908" y="1971371"/>
                  </a:cubicBezTo>
                  <a:cubicBezTo>
                    <a:pt x="2610077" y="1958644"/>
                    <a:pt x="2627838" y="1945434"/>
                    <a:pt x="2645702" y="1932321"/>
                  </a:cubicBezTo>
                  <a:cubicBezTo>
                    <a:pt x="2663666" y="1919305"/>
                    <a:pt x="2681325" y="1905903"/>
                    <a:pt x="2698779" y="1892309"/>
                  </a:cubicBezTo>
                  <a:cubicBezTo>
                    <a:pt x="2768903" y="1838025"/>
                    <a:pt x="2837496" y="1781717"/>
                    <a:pt x="2903537" y="1722516"/>
                  </a:cubicBezTo>
                  <a:cubicBezTo>
                    <a:pt x="3035926" y="1604501"/>
                    <a:pt x="3158720" y="1475784"/>
                    <a:pt x="3269061" y="1337327"/>
                  </a:cubicBezTo>
                  <a:cubicBezTo>
                    <a:pt x="3324182" y="1268099"/>
                    <a:pt x="3376341" y="1196461"/>
                    <a:pt x="3424928" y="1122508"/>
                  </a:cubicBezTo>
                  <a:cubicBezTo>
                    <a:pt x="3472697" y="1048170"/>
                    <a:pt x="3517814" y="972000"/>
                    <a:pt x="3557622" y="893226"/>
                  </a:cubicBezTo>
                  <a:cubicBezTo>
                    <a:pt x="3567931" y="873654"/>
                    <a:pt x="3577526" y="853791"/>
                    <a:pt x="3587019" y="833929"/>
                  </a:cubicBezTo>
                  <a:lnTo>
                    <a:pt x="3601310" y="804040"/>
                  </a:lnTo>
                  <a:lnTo>
                    <a:pt x="3614885" y="773861"/>
                  </a:lnTo>
                  <a:cubicBezTo>
                    <a:pt x="3623766" y="753709"/>
                    <a:pt x="3632748" y="733559"/>
                    <a:pt x="3640812" y="713022"/>
                  </a:cubicBezTo>
                  <a:cubicBezTo>
                    <a:pt x="3648876" y="692485"/>
                    <a:pt x="3657756" y="672236"/>
                    <a:pt x="3665105" y="651506"/>
                  </a:cubicBezTo>
                  <a:cubicBezTo>
                    <a:pt x="3696544" y="569166"/>
                    <a:pt x="3723185" y="485089"/>
                    <a:pt x="3744110" y="399567"/>
                  </a:cubicBezTo>
                  <a:cubicBezTo>
                    <a:pt x="3765341" y="314238"/>
                    <a:pt x="3781392" y="227654"/>
                    <a:pt x="3792123" y="140444"/>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Tree>
    <p:extLst>
      <p:ext uri="{BB962C8B-B14F-4D97-AF65-F5344CB8AC3E}">
        <p14:creationId xmlns:p14="http://schemas.microsoft.com/office/powerpoint/2010/main" val="1954103696"/>
      </p:ext>
    </p:extLst>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3DA364E1-D0C4-71C2-C698-CA81EB62651A}"/>
              </a:ext>
            </a:extLst>
          </p:cNvPr>
          <p:cNvPicPr>
            <a:picLocks noChangeAspect="1"/>
          </p:cNvPicPr>
          <p:nvPr/>
        </p:nvPicPr>
        <p:blipFill rotWithShape="1">
          <a:blip r:embed="rId2"/>
          <a:srcRect l="3795" t="13949" r="3128" b="10359"/>
          <a:stretch/>
        </p:blipFill>
        <p:spPr>
          <a:xfrm>
            <a:off x="3142851" y="833510"/>
            <a:ext cx="8510954" cy="5190980"/>
          </a:xfrm>
          <a:prstGeom prst="rect">
            <a:avLst/>
          </a:prstGeom>
          <a:ln w="3175" cap="sq">
            <a:solidFill>
              <a:srgbClr val="000000"/>
            </a:solidFill>
            <a:prstDash val="solid"/>
            <a:miter lim="800000"/>
          </a:ln>
          <a:effectLst>
            <a:outerShdw blurRad="50800" dist="38100" dir="2700000" algn="tl" rotWithShape="0">
              <a:srgbClr val="000000">
                <a:alpha val="43000"/>
              </a:srgbClr>
            </a:outerShdw>
          </a:effectLst>
        </p:spPr>
      </p:pic>
      <p:sp>
        <p:nvSpPr>
          <p:cNvPr id="7" name="TextBox 6">
            <a:extLst>
              <a:ext uri="{FF2B5EF4-FFF2-40B4-BE49-F238E27FC236}">
                <a16:creationId xmlns:a16="http://schemas.microsoft.com/office/drawing/2014/main" id="{8BF4F7EC-A10C-223E-C4AC-B967AA333F60}"/>
              </a:ext>
            </a:extLst>
          </p:cNvPr>
          <p:cNvSpPr txBox="1"/>
          <p:nvPr/>
        </p:nvSpPr>
        <p:spPr>
          <a:xfrm>
            <a:off x="538195" y="1659285"/>
            <a:ext cx="2385114" cy="3539430"/>
          </a:xfrm>
          <a:prstGeom prst="rect">
            <a:avLst/>
          </a:prstGeom>
          <a:noFill/>
        </p:spPr>
        <p:txBody>
          <a:bodyPr wrap="square">
            <a:spAutoFit/>
          </a:bodyPr>
          <a:lstStyle/>
          <a:p>
            <a:pPr algn="ctr"/>
            <a:r>
              <a:rPr lang="en-IN" sz="3200" dirty="0">
                <a:highlight>
                  <a:srgbClr val="FFFF00"/>
                </a:highlight>
                <a:latin typeface="Abadi" panose="020B0604020104020204" pitchFamily="34" charset="0"/>
              </a:rPr>
              <a:t>There are four key steps in the Git and GitHub initial settings.</a:t>
            </a:r>
          </a:p>
        </p:txBody>
      </p:sp>
    </p:spTree>
    <p:extLst>
      <p:ext uri="{BB962C8B-B14F-4D97-AF65-F5344CB8AC3E}">
        <p14:creationId xmlns:p14="http://schemas.microsoft.com/office/powerpoint/2010/main" val="3801886115"/>
      </p:ext>
    </p:extLst>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7E963D0-C352-AEB4-9370-C0515609D46D}"/>
              </a:ext>
            </a:extLst>
          </p:cNvPr>
          <p:cNvSpPr>
            <a:spLocks noGrp="1"/>
          </p:cNvSpPr>
          <p:nvPr>
            <p:ph type="title"/>
          </p:nvPr>
        </p:nvSpPr>
        <p:spPr>
          <a:xfrm>
            <a:off x="838200" y="2766218"/>
            <a:ext cx="10515600" cy="1325563"/>
          </a:xfrm>
        </p:spPr>
        <p:style>
          <a:lnRef idx="1">
            <a:schemeClr val="accent3"/>
          </a:lnRef>
          <a:fillRef idx="2">
            <a:schemeClr val="accent3"/>
          </a:fillRef>
          <a:effectRef idx="1">
            <a:schemeClr val="accent3"/>
          </a:effectRef>
          <a:fontRef idx="minor">
            <a:schemeClr val="dk1"/>
          </a:fontRef>
        </p:style>
        <p:txBody>
          <a:bodyPr/>
          <a:lstStyle/>
          <a:p>
            <a:pPr algn="ctr"/>
            <a:r>
              <a:rPr lang="en-US" dirty="0"/>
              <a:t>Step 1. Prepare Key Tools</a:t>
            </a:r>
            <a:br>
              <a:rPr lang="en-US" dirty="0"/>
            </a:br>
            <a:r>
              <a:rPr lang="en-US" dirty="0"/>
              <a:t>(including Git software)</a:t>
            </a:r>
            <a:endParaRPr lang="en-IN" dirty="0"/>
          </a:p>
        </p:txBody>
      </p:sp>
    </p:spTree>
    <p:extLst>
      <p:ext uri="{BB962C8B-B14F-4D97-AF65-F5344CB8AC3E}">
        <p14:creationId xmlns:p14="http://schemas.microsoft.com/office/powerpoint/2010/main" val="290362884"/>
      </p:ext>
    </p:extLst>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5" name="Rectangle 8">
            <a:extLst>
              <a:ext uri="{FF2B5EF4-FFF2-40B4-BE49-F238E27FC236}">
                <a16:creationId xmlns:a16="http://schemas.microsoft.com/office/drawing/2014/main" id="{B6CDA21F-E7AF-4C75-8395-33F58D5B0E4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1999" cy="685736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17" name="Group 10">
            <a:extLst>
              <a:ext uri="{FF2B5EF4-FFF2-40B4-BE49-F238E27FC236}">
                <a16:creationId xmlns:a16="http://schemas.microsoft.com/office/drawing/2014/main" id="{AE1C45F0-260A-458C-96ED-C1F6D2151219}"/>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4" y="1216597"/>
            <a:ext cx="731521" cy="673460"/>
            <a:chOff x="3940602" y="308034"/>
            <a:chExt cx="2116791" cy="3428999"/>
          </a:xfrm>
          <a:solidFill>
            <a:schemeClr val="accent4"/>
          </a:solidFill>
        </p:grpSpPr>
        <p:sp>
          <p:nvSpPr>
            <p:cNvPr id="12" name="Rectangle 11">
              <a:extLst>
                <a:ext uri="{FF2B5EF4-FFF2-40B4-BE49-F238E27FC236}">
                  <a16:creationId xmlns:a16="http://schemas.microsoft.com/office/drawing/2014/main" id="{A6604B49-AD5C-4590-B051-06C8222ECD9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940602" y="308034"/>
              <a:ext cx="566743" cy="3428999"/>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Rectangle 12">
              <a:extLst>
                <a:ext uri="{FF2B5EF4-FFF2-40B4-BE49-F238E27FC236}">
                  <a16:creationId xmlns:a16="http://schemas.microsoft.com/office/drawing/2014/main" id="{743ECCAF-29C5-4537-947C-7EA1292463D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4715626" y="308034"/>
              <a:ext cx="566743" cy="3428999"/>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ED49787B-8DE6-4467-AD0A-8DECC6E0C2D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490650" y="308034"/>
              <a:ext cx="566743" cy="3428999"/>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16" name="Rectangle 15">
            <a:extLst>
              <a:ext uri="{FF2B5EF4-FFF2-40B4-BE49-F238E27FC236}">
                <a16:creationId xmlns:a16="http://schemas.microsoft.com/office/drawing/2014/main" id="{D5B0017B-2ECA-49AF-B397-DC140825DF8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40079" y="613954"/>
            <a:ext cx="10907487" cy="1894116"/>
          </a:xfrm>
          <a:prstGeom prst="rect">
            <a:avLst/>
          </a:prstGeom>
          <a:solidFill>
            <a:schemeClr val="bg1"/>
          </a:solidFill>
          <a:ln>
            <a:noFill/>
          </a:ln>
          <a:effectLst>
            <a:outerShdw blurRad="139700" dist="127000" dir="5400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Title 2">
            <a:extLst>
              <a:ext uri="{FF2B5EF4-FFF2-40B4-BE49-F238E27FC236}">
                <a16:creationId xmlns:a16="http://schemas.microsoft.com/office/drawing/2014/main" id="{9C24FAB9-E9D4-1EA8-DFC1-2BB1D4BA0C18}"/>
              </a:ext>
            </a:extLst>
          </p:cNvPr>
          <p:cNvSpPr>
            <a:spLocks noGrp="1"/>
          </p:cNvSpPr>
          <p:nvPr>
            <p:ph type="title"/>
          </p:nvPr>
        </p:nvSpPr>
        <p:spPr>
          <a:xfrm>
            <a:off x="1043631" y="809898"/>
            <a:ext cx="9942716" cy="1554480"/>
          </a:xfrm>
        </p:spPr>
        <p:txBody>
          <a:bodyPr anchor="ctr">
            <a:normAutofit/>
          </a:bodyPr>
          <a:lstStyle/>
          <a:p>
            <a:r>
              <a:rPr lang="en-US" sz="4800"/>
              <a:t>General programming tools</a:t>
            </a:r>
            <a:endParaRPr lang="en-IN" sz="4800"/>
          </a:p>
        </p:txBody>
      </p:sp>
      <p:sp>
        <p:nvSpPr>
          <p:cNvPr id="4" name="Content Placeholder 3">
            <a:extLst>
              <a:ext uri="{FF2B5EF4-FFF2-40B4-BE49-F238E27FC236}">
                <a16:creationId xmlns:a16="http://schemas.microsoft.com/office/drawing/2014/main" id="{78BB092F-926A-65DC-4A14-F4CF8CF5DA21}"/>
              </a:ext>
            </a:extLst>
          </p:cNvPr>
          <p:cNvSpPr>
            <a:spLocks noGrp="1"/>
          </p:cNvSpPr>
          <p:nvPr>
            <p:ph idx="1"/>
          </p:nvPr>
        </p:nvSpPr>
        <p:spPr>
          <a:xfrm>
            <a:off x="1045028" y="3017522"/>
            <a:ext cx="9941319" cy="3124658"/>
          </a:xfrm>
        </p:spPr>
        <p:txBody>
          <a:bodyPr anchor="ctr">
            <a:normAutofit/>
          </a:bodyPr>
          <a:lstStyle/>
          <a:p>
            <a:r>
              <a:rPr lang="en-US" sz="2400">
                <a:latin typeface="Abadi" panose="020B0604020104020204" pitchFamily="34" charset="0"/>
              </a:rPr>
              <a:t>As Git and GitHub are coding support tools, you need to have the basic coding tools to use Git and GitHub in the coding project.</a:t>
            </a:r>
          </a:p>
          <a:p>
            <a:pPr lvl="1"/>
            <a:r>
              <a:rPr lang="en-US" b="1">
                <a:latin typeface="Abadi" panose="020B0604020104020204" pitchFamily="34" charset="0"/>
              </a:rPr>
              <a:t>Command line</a:t>
            </a:r>
            <a:r>
              <a:rPr lang="en-US">
                <a:latin typeface="Abadi" panose="020B0604020104020204" pitchFamily="34" charset="0"/>
              </a:rPr>
              <a:t> to execute commands and run programs</a:t>
            </a:r>
          </a:p>
          <a:p>
            <a:pPr lvl="1"/>
            <a:r>
              <a:rPr lang="en-US" b="1">
                <a:latin typeface="Abadi" panose="020B0604020104020204" pitchFamily="34" charset="0"/>
              </a:rPr>
              <a:t>Text editor</a:t>
            </a:r>
            <a:r>
              <a:rPr lang="en-US">
                <a:latin typeface="Abadi" panose="020B0604020104020204" pitchFamily="34" charset="0"/>
              </a:rPr>
              <a:t> to write code</a:t>
            </a:r>
          </a:p>
          <a:p>
            <a:pPr lvl="1"/>
            <a:r>
              <a:rPr lang="en-US" b="1">
                <a:latin typeface="Abadi" panose="020B0604020104020204" pitchFamily="34" charset="0"/>
              </a:rPr>
              <a:t>Web browser</a:t>
            </a:r>
            <a:r>
              <a:rPr lang="en-US">
                <a:latin typeface="Abadi" panose="020B0604020104020204" pitchFamily="34" charset="0"/>
              </a:rPr>
              <a:t> to access GitHub platform and to use as a UI for the program if you are developing a browser-based app</a:t>
            </a:r>
            <a:endParaRPr lang="en-IN">
              <a:latin typeface="Abadi" panose="020B0604020104020204" pitchFamily="34" charset="0"/>
            </a:endParaRPr>
          </a:p>
        </p:txBody>
      </p:sp>
      <p:cxnSp>
        <p:nvCxnSpPr>
          <p:cNvPr id="18" name="Straight Connector 17">
            <a:extLst>
              <a:ext uri="{FF2B5EF4-FFF2-40B4-BE49-F238E27FC236}">
                <a16:creationId xmlns:a16="http://schemas.microsoft.com/office/drawing/2014/main" id="{6CF1BAF6-AD41-4082-B212-8A1F9A2E8779}"/>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H="1">
            <a:off x="838200" y="6485313"/>
            <a:ext cx="10515600" cy="0"/>
          </a:xfrm>
          <a:prstGeom prst="line">
            <a:avLst/>
          </a:prstGeom>
          <a:ln w="57150">
            <a:solidFill>
              <a:schemeClr val="accent4"/>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717044710"/>
      </p:ext>
    </p:extLst>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B6CDA21F-E7AF-4C75-8395-33F58D5B0E4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1999" cy="685736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10" name="Group 9">
            <a:extLst>
              <a:ext uri="{FF2B5EF4-FFF2-40B4-BE49-F238E27FC236}">
                <a16:creationId xmlns:a16="http://schemas.microsoft.com/office/drawing/2014/main" id="{AE1C45F0-260A-458C-96ED-C1F6D2151219}"/>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4" y="1216597"/>
            <a:ext cx="731521" cy="673460"/>
            <a:chOff x="3940602" y="308034"/>
            <a:chExt cx="2116791" cy="3428999"/>
          </a:xfrm>
          <a:solidFill>
            <a:schemeClr val="accent4"/>
          </a:solidFill>
        </p:grpSpPr>
        <p:sp>
          <p:nvSpPr>
            <p:cNvPr id="11" name="Rectangle 10">
              <a:extLst>
                <a:ext uri="{FF2B5EF4-FFF2-40B4-BE49-F238E27FC236}">
                  <a16:creationId xmlns:a16="http://schemas.microsoft.com/office/drawing/2014/main" id="{A6604B49-AD5C-4590-B051-06C8222ECD9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940602" y="308034"/>
              <a:ext cx="566743" cy="3428999"/>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743ECCAF-29C5-4537-947C-7EA1292463D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4715626" y="308034"/>
              <a:ext cx="566743" cy="3428999"/>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12">
              <a:extLst>
                <a:ext uri="{FF2B5EF4-FFF2-40B4-BE49-F238E27FC236}">
                  <a16:creationId xmlns:a16="http://schemas.microsoft.com/office/drawing/2014/main" id="{ED49787B-8DE6-4467-AD0A-8DECC6E0C2D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490650" y="308034"/>
              <a:ext cx="566743" cy="3428999"/>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15" name="Rectangle 14">
            <a:extLst>
              <a:ext uri="{FF2B5EF4-FFF2-40B4-BE49-F238E27FC236}">
                <a16:creationId xmlns:a16="http://schemas.microsoft.com/office/drawing/2014/main" id="{D5B0017B-2ECA-49AF-B397-DC140825DF8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40079" y="613954"/>
            <a:ext cx="10907487" cy="1894116"/>
          </a:xfrm>
          <a:prstGeom prst="rect">
            <a:avLst/>
          </a:prstGeom>
          <a:solidFill>
            <a:schemeClr val="bg1"/>
          </a:solidFill>
          <a:ln>
            <a:noFill/>
          </a:ln>
          <a:effectLst>
            <a:outerShdw blurRad="139700" dist="127000" dir="5400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A2043983-C23C-B28F-5C2C-21AD06C66AB6}"/>
              </a:ext>
            </a:extLst>
          </p:cNvPr>
          <p:cNvSpPr>
            <a:spLocks noGrp="1"/>
          </p:cNvSpPr>
          <p:nvPr>
            <p:ph type="title"/>
          </p:nvPr>
        </p:nvSpPr>
        <p:spPr>
          <a:xfrm>
            <a:off x="1043631" y="809898"/>
            <a:ext cx="9942716" cy="1554480"/>
          </a:xfrm>
        </p:spPr>
        <p:txBody>
          <a:bodyPr anchor="ctr">
            <a:normAutofit/>
          </a:bodyPr>
          <a:lstStyle/>
          <a:p>
            <a:r>
              <a:rPr lang="en-US" sz="4800"/>
              <a:t>Git software</a:t>
            </a:r>
            <a:endParaRPr lang="en-IN" sz="4800"/>
          </a:p>
        </p:txBody>
      </p:sp>
      <p:sp>
        <p:nvSpPr>
          <p:cNvPr id="3" name="Content Placeholder 2">
            <a:extLst>
              <a:ext uri="{FF2B5EF4-FFF2-40B4-BE49-F238E27FC236}">
                <a16:creationId xmlns:a16="http://schemas.microsoft.com/office/drawing/2014/main" id="{5806706A-4973-1B86-0D9E-17621837C839}"/>
              </a:ext>
            </a:extLst>
          </p:cNvPr>
          <p:cNvSpPr>
            <a:spLocks noGrp="1"/>
          </p:cNvSpPr>
          <p:nvPr>
            <p:ph idx="1"/>
          </p:nvPr>
        </p:nvSpPr>
        <p:spPr>
          <a:xfrm>
            <a:off x="1045028" y="3017522"/>
            <a:ext cx="9941319" cy="3124658"/>
          </a:xfrm>
        </p:spPr>
        <p:txBody>
          <a:bodyPr anchor="ctr">
            <a:normAutofit/>
          </a:bodyPr>
          <a:lstStyle/>
          <a:p>
            <a:r>
              <a:rPr lang="en-US" sz="2400"/>
              <a:t>To manage your coding project with Git, you need the Git software. You need to download and install it.</a:t>
            </a:r>
          </a:p>
          <a:p>
            <a:r>
              <a:rPr lang="en-US" sz="2400"/>
              <a:t>Key tool preparation approaches differ by OS (Mac, Windows, and Linux).</a:t>
            </a:r>
            <a:endParaRPr lang="en-IN" sz="2400"/>
          </a:p>
        </p:txBody>
      </p:sp>
      <p:cxnSp>
        <p:nvCxnSpPr>
          <p:cNvPr id="17" name="Straight Connector 16">
            <a:extLst>
              <a:ext uri="{FF2B5EF4-FFF2-40B4-BE49-F238E27FC236}">
                <a16:creationId xmlns:a16="http://schemas.microsoft.com/office/drawing/2014/main" id="{6CF1BAF6-AD41-4082-B212-8A1F9A2E8779}"/>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H="1">
            <a:off x="838200" y="6485313"/>
            <a:ext cx="10515600" cy="0"/>
          </a:xfrm>
          <a:prstGeom prst="line">
            <a:avLst/>
          </a:prstGeom>
          <a:ln w="57150">
            <a:solidFill>
              <a:schemeClr val="accent4"/>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481798621"/>
      </p:ext>
    </p:extLst>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0267AF89-03E5-46A5-6B6D-4247383FF140}"/>
              </a:ext>
            </a:extLst>
          </p:cNvPr>
          <p:cNvPicPr>
            <a:picLocks noChangeAspect="1"/>
          </p:cNvPicPr>
          <p:nvPr/>
        </p:nvPicPr>
        <p:blipFill rotWithShape="1">
          <a:blip r:embed="rId2"/>
          <a:srcRect t="2462" b="2769"/>
          <a:stretch/>
        </p:blipFill>
        <p:spPr>
          <a:xfrm>
            <a:off x="841343" y="179363"/>
            <a:ext cx="10509313" cy="6499274"/>
          </a:xfrm>
          <a:prstGeom prst="rect">
            <a:avLst/>
          </a:prstGeom>
          <a:ln w="3175" cap="sq">
            <a:solidFill>
              <a:srgbClr val="000000"/>
            </a:solidFill>
            <a:prstDash val="solid"/>
            <a:miter lim="800000"/>
          </a:ln>
          <a:effectLst>
            <a:outerShdw blurRad="50800" dist="38100" dir="2700000" algn="tl" rotWithShape="0">
              <a:srgbClr val="000000">
                <a:alpha val="43000"/>
              </a:srgbClr>
            </a:outerShdw>
          </a:effectLst>
        </p:spPr>
      </p:pic>
    </p:spTree>
    <p:extLst>
      <p:ext uri="{BB962C8B-B14F-4D97-AF65-F5344CB8AC3E}">
        <p14:creationId xmlns:p14="http://schemas.microsoft.com/office/powerpoint/2010/main" val="66716849"/>
      </p:ext>
    </p:extLst>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B6CDA21F-E7AF-4C75-8395-33F58D5B0E4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1999" cy="685736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10" name="Group 9">
            <a:extLst>
              <a:ext uri="{FF2B5EF4-FFF2-40B4-BE49-F238E27FC236}">
                <a16:creationId xmlns:a16="http://schemas.microsoft.com/office/drawing/2014/main" id="{AE1C45F0-260A-458C-96ED-C1F6D2151219}"/>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4" y="1216597"/>
            <a:ext cx="731521" cy="673460"/>
            <a:chOff x="3940602" y="308034"/>
            <a:chExt cx="2116791" cy="3428999"/>
          </a:xfrm>
          <a:solidFill>
            <a:schemeClr val="accent4"/>
          </a:solidFill>
        </p:grpSpPr>
        <p:sp>
          <p:nvSpPr>
            <p:cNvPr id="11" name="Rectangle 10">
              <a:extLst>
                <a:ext uri="{FF2B5EF4-FFF2-40B4-BE49-F238E27FC236}">
                  <a16:creationId xmlns:a16="http://schemas.microsoft.com/office/drawing/2014/main" id="{A6604B49-AD5C-4590-B051-06C8222ECD9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940602" y="308034"/>
              <a:ext cx="566743" cy="3428999"/>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743ECCAF-29C5-4537-947C-7EA1292463D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4715626" y="308034"/>
              <a:ext cx="566743" cy="3428999"/>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12">
              <a:extLst>
                <a:ext uri="{FF2B5EF4-FFF2-40B4-BE49-F238E27FC236}">
                  <a16:creationId xmlns:a16="http://schemas.microsoft.com/office/drawing/2014/main" id="{ED49787B-8DE6-4467-AD0A-8DECC6E0C2D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490650" y="308034"/>
              <a:ext cx="566743" cy="3428999"/>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15" name="Rectangle 14">
            <a:extLst>
              <a:ext uri="{FF2B5EF4-FFF2-40B4-BE49-F238E27FC236}">
                <a16:creationId xmlns:a16="http://schemas.microsoft.com/office/drawing/2014/main" id="{D5B0017B-2ECA-49AF-B397-DC140825DF8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40079" y="613954"/>
            <a:ext cx="10907487" cy="1894116"/>
          </a:xfrm>
          <a:prstGeom prst="rect">
            <a:avLst/>
          </a:prstGeom>
          <a:solidFill>
            <a:schemeClr val="bg1"/>
          </a:solidFill>
          <a:ln>
            <a:noFill/>
          </a:ln>
          <a:effectLst>
            <a:outerShdw blurRad="139700" dist="127000" dir="5400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F1220AE5-5DEF-B7DA-0F2B-D1F946F8D0FD}"/>
              </a:ext>
            </a:extLst>
          </p:cNvPr>
          <p:cNvSpPr>
            <a:spLocks noGrp="1"/>
          </p:cNvSpPr>
          <p:nvPr>
            <p:ph type="title"/>
          </p:nvPr>
        </p:nvSpPr>
        <p:spPr>
          <a:xfrm>
            <a:off x="1043631" y="809898"/>
            <a:ext cx="9942716" cy="1554480"/>
          </a:xfrm>
        </p:spPr>
        <p:txBody>
          <a:bodyPr anchor="ctr">
            <a:normAutofit/>
          </a:bodyPr>
          <a:lstStyle/>
          <a:p>
            <a:r>
              <a:rPr lang="en-IN" sz="4800"/>
              <a:t>GitHub Desktop</a:t>
            </a:r>
          </a:p>
        </p:txBody>
      </p:sp>
      <p:sp>
        <p:nvSpPr>
          <p:cNvPr id="3" name="Content Placeholder 2">
            <a:extLst>
              <a:ext uri="{FF2B5EF4-FFF2-40B4-BE49-F238E27FC236}">
                <a16:creationId xmlns:a16="http://schemas.microsoft.com/office/drawing/2014/main" id="{28D575F3-6D92-4039-A734-5B849580C61C}"/>
              </a:ext>
            </a:extLst>
          </p:cNvPr>
          <p:cNvSpPr>
            <a:spLocks noGrp="1"/>
          </p:cNvSpPr>
          <p:nvPr>
            <p:ph idx="1"/>
          </p:nvPr>
        </p:nvSpPr>
        <p:spPr>
          <a:xfrm>
            <a:off x="1045028" y="3017522"/>
            <a:ext cx="9941319" cy="3124658"/>
          </a:xfrm>
        </p:spPr>
        <p:txBody>
          <a:bodyPr anchor="ctr">
            <a:normAutofit/>
          </a:bodyPr>
          <a:lstStyle/>
          <a:p>
            <a:r>
              <a:rPr lang="en-US" sz="2400"/>
              <a:t>If you are unfamiliar with the command line or CUI (Character-based User Interface), you can use Git with the GUI (Graphic-based User Interface).</a:t>
            </a:r>
          </a:p>
          <a:p>
            <a:r>
              <a:rPr lang="en-US" sz="2400"/>
              <a:t>GitHub Desktop is software provided by GitHub to enable you to use Git and GitHub features without a command line.</a:t>
            </a:r>
            <a:endParaRPr lang="en-IN" sz="2400"/>
          </a:p>
        </p:txBody>
      </p:sp>
      <p:cxnSp>
        <p:nvCxnSpPr>
          <p:cNvPr id="17" name="Straight Connector 16">
            <a:extLst>
              <a:ext uri="{FF2B5EF4-FFF2-40B4-BE49-F238E27FC236}">
                <a16:creationId xmlns:a16="http://schemas.microsoft.com/office/drawing/2014/main" id="{6CF1BAF6-AD41-4082-B212-8A1F9A2E8779}"/>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H="1">
            <a:off x="838200" y="6485313"/>
            <a:ext cx="10515600" cy="0"/>
          </a:xfrm>
          <a:prstGeom prst="line">
            <a:avLst/>
          </a:prstGeom>
          <a:ln w="57150">
            <a:solidFill>
              <a:schemeClr val="accent4"/>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444272374"/>
      </p:ext>
    </p:extLst>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5" name="Picture 4" descr="A screenshot of a computer&#10;&#10;Description automatically generated">
            <a:extLst>
              <a:ext uri="{FF2B5EF4-FFF2-40B4-BE49-F238E27FC236}">
                <a16:creationId xmlns:a16="http://schemas.microsoft.com/office/drawing/2014/main" id="{EF2C95FF-C4FC-28C5-8B3D-A956FCC5C510}"/>
              </a:ext>
            </a:extLst>
          </p:cNvPr>
          <p:cNvPicPr>
            <a:picLocks noChangeAspect="1"/>
          </p:cNvPicPr>
          <p:nvPr/>
        </p:nvPicPr>
        <p:blipFill>
          <a:blip r:embed="rId2"/>
          <a:stretch>
            <a:fillRect/>
          </a:stretch>
        </p:blipFill>
        <p:spPr>
          <a:xfrm>
            <a:off x="2253885" y="643466"/>
            <a:ext cx="7684229" cy="5571067"/>
          </a:xfrm>
          <a:prstGeom prst="rect">
            <a:avLst/>
          </a:prstGeom>
        </p:spPr>
      </p:pic>
    </p:spTree>
    <p:extLst>
      <p:ext uri="{BB962C8B-B14F-4D97-AF65-F5344CB8AC3E}">
        <p14:creationId xmlns:p14="http://schemas.microsoft.com/office/powerpoint/2010/main" val="3234928581"/>
      </p:ext>
    </p:extLst>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7E963D0-C352-AEB4-9370-C0515609D46D}"/>
              </a:ext>
            </a:extLst>
          </p:cNvPr>
          <p:cNvSpPr>
            <a:spLocks noGrp="1"/>
          </p:cNvSpPr>
          <p:nvPr>
            <p:ph type="title"/>
          </p:nvPr>
        </p:nvSpPr>
        <p:spPr>
          <a:xfrm>
            <a:off x="838200" y="2766218"/>
            <a:ext cx="10515600" cy="1325563"/>
          </a:xfrm>
        </p:spPr>
        <p:style>
          <a:lnRef idx="1">
            <a:schemeClr val="accent3"/>
          </a:lnRef>
          <a:fillRef idx="2">
            <a:schemeClr val="accent3"/>
          </a:fillRef>
          <a:effectRef idx="1">
            <a:schemeClr val="accent3"/>
          </a:effectRef>
          <a:fontRef idx="minor">
            <a:schemeClr val="dk1"/>
          </a:fontRef>
        </p:style>
        <p:txBody>
          <a:bodyPr/>
          <a:lstStyle/>
          <a:p>
            <a:pPr algn="ctr"/>
            <a:r>
              <a:rPr lang="en-US" dirty="0"/>
              <a:t>Step 2. Set up a Git user</a:t>
            </a:r>
            <a:endParaRPr lang="en-IN" dirty="0"/>
          </a:p>
        </p:txBody>
      </p:sp>
    </p:spTree>
    <p:extLst>
      <p:ext uri="{BB962C8B-B14F-4D97-AF65-F5344CB8AC3E}">
        <p14:creationId xmlns:p14="http://schemas.microsoft.com/office/powerpoint/2010/main" val="3758446583"/>
      </p:ext>
    </p:extLst>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5F5032C8-441F-31F0-9225-F889786E32F4}"/>
              </a:ext>
            </a:extLst>
          </p:cNvPr>
          <p:cNvSpPr txBox="1"/>
          <p:nvPr/>
        </p:nvSpPr>
        <p:spPr>
          <a:xfrm>
            <a:off x="1236000" y="2151727"/>
            <a:ext cx="9720000" cy="2554545"/>
          </a:xfrm>
          <a:prstGeom prst="rect">
            <a:avLst/>
          </a:prstGeom>
          <a:noFill/>
        </p:spPr>
        <p:txBody>
          <a:bodyPr wrap="square">
            <a:spAutoFit/>
          </a:bodyPr>
          <a:lstStyle/>
          <a:p>
            <a:pPr algn="ctr"/>
            <a:r>
              <a:rPr lang="en-IN" sz="3200" dirty="0">
                <a:latin typeface="Abadi" panose="020B0604020104020204" pitchFamily="34" charset="0"/>
              </a:rPr>
              <a:t>As Git is a tool for recording coding histories including the author of edits, you need to input your basic information (i.e., username and email address).</a:t>
            </a:r>
          </a:p>
          <a:p>
            <a:pPr algn="ctr"/>
            <a:r>
              <a:rPr lang="en-IN" sz="3200" dirty="0">
                <a:latin typeface="Abadi" panose="020B0604020104020204" pitchFamily="34" charset="0"/>
              </a:rPr>
              <a:t>You can also register your preferred text editor which is used when you make commit messages.</a:t>
            </a:r>
          </a:p>
        </p:txBody>
      </p:sp>
    </p:spTree>
    <p:extLst>
      <p:ext uri="{BB962C8B-B14F-4D97-AF65-F5344CB8AC3E}">
        <p14:creationId xmlns:p14="http://schemas.microsoft.com/office/powerpoint/2010/main" val="1757605160"/>
      </p:ext>
    </p:extLst>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7E963D0-C352-AEB4-9370-C0515609D46D}"/>
              </a:ext>
            </a:extLst>
          </p:cNvPr>
          <p:cNvSpPr>
            <a:spLocks noGrp="1"/>
          </p:cNvSpPr>
          <p:nvPr>
            <p:ph type="title"/>
          </p:nvPr>
        </p:nvSpPr>
        <p:spPr>
          <a:xfrm>
            <a:off x="838200" y="2766218"/>
            <a:ext cx="10515600" cy="1325563"/>
          </a:xfrm>
        </p:spPr>
        <p:style>
          <a:lnRef idx="1">
            <a:schemeClr val="accent3"/>
          </a:lnRef>
          <a:fillRef idx="2">
            <a:schemeClr val="accent3"/>
          </a:fillRef>
          <a:effectRef idx="1">
            <a:schemeClr val="accent3"/>
          </a:effectRef>
          <a:fontRef idx="minor">
            <a:schemeClr val="dk1"/>
          </a:fontRef>
        </p:style>
        <p:txBody>
          <a:bodyPr/>
          <a:lstStyle/>
          <a:p>
            <a:pPr algn="ctr"/>
            <a:r>
              <a:rPr lang="en-US" dirty="0"/>
              <a:t>Step 3. Sign up on GitHub</a:t>
            </a:r>
            <a:endParaRPr lang="en-IN" dirty="0"/>
          </a:p>
        </p:txBody>
      </p:sp>
    </p:spTree>
    <p:extLst>
      <p:ext uri="{BB962C8B-B14F-4D97-AF65-F5344CB8AC3E}">
        <p14:creationId xmlns:p14="http://schemas.microsoft.com/office/powerpoint/2010/main" val="2346063405"/>
      </p:ext>
    </p:extLst>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5F5032C8-441F-31F0-9225-F889786E32F4}"/>
              </a:ext>
            </a:extLst>
          </p:cNvPr>
          <p:cNvSpPr txBox="1"/>
          <p:nvPr/>
        </p:nvSpPr>
        <p:spPr>
          <a:xfrm>
            <a:off x="1236000" y="2397948"/>
            <a:ext cx="9720000" cy="2062103"/>
          </a:xfrm>
          <a:prstGeom prst="rect">
            <a:avLst/>
          </a:prstGeom>
          <a:noFill/>
        </p:spPr>
        <p:txBody>
          <a:bodyPr wrap="square">
            <a:spAutoFit/>
          </a:bodyPr>
          <a:lstStyle/>
          <a:p>
            <a:pPr algn="ctr"/>
            <a:r>
              <a:rPr lang="en-US" sz="3200" dirty="0">
                <a:latin typeface="Abadi" panose="020B0604020104020204" pitchFamily="34" charset="0"/>
              </a:rPr>
              <a:t>To use GitHub, you need to sign up for the GitHub service on its website.</a:t>
            </a:r>
          </a:p>
          <a:p>
            <a:pPr algn="ctr"/>
            <a:r>
              <a:rPr lang="en-US" sz="3200" dirty="0">
                <a:latin typeface="Abadi" panose="020B0604020104020204" pitchFamily="34" charset="0"/>
              </a:rPr>
              <a:t>GitHub provides a free plan. You can start with the free plan for learning purposes.</a:t>
            </a:r>
            <a:endParaRPr lang="en-IN" sz="3200" dirty="0">
              <a:latin typeface="Abadi" panose="020B0604020104020204" pitchFamily="34" charset="0"/>
            </a:endParaRPr>
          </a:p>
        </p:txBody>
      </p:sp>
    </p:spTree>
    <p:extLst>
      <p:ext uri="{BB962C8B-B14F-4D97-AF65-F5344CB8AC3E}">
        <p14:creationId xmlns:p14="http://schemas.microsoft.com/office/powerpoint/2010/main" val="947677912"/>
      </p:ext>
    </p:extLst>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7E963D0-C352-AEB4-9370-C0515609D46D}"/>
              </a:ext>
            </a:extLst>
          </p:cNvPr>
          <p:cNvSpPr>
            <a:spLocks noGrp="1"/>
          </p:cNvSpPr>
          <p:nvPr>
            <p:ph type="title"/>
          </p:nvPr>
        </p:nvSpPr>
        <p:spPr>
          <a:xfrm>
            <a:off x="838200" y="2766218"/>
            <a:ext cx="10515600" cy="1325563"/>
          </a:xfrm>
        </p:spPr>
        <p:style>
          <a:lnRef idx="1">
            <a:schemeClr val="accent3"/>
          </a:lnRef>
          <a:fillRef idx="2">
            <a:schemeClr val="accent3"/>
          </a:fillRef>
          <a:effectRef idx="1">
            <a:schemeClr val="accent3"/>
          </a:effectRef>
          <a:fontRef idx="minor">
            <a:schemeClr val="dk1"/>
          </a:fontRef>
        </p:style>
        <p:txBody>
          <a:bodyPr/>
          <a:lstStyle/>
          <a:p>
            <a:pPr algn="ctr"/>
            <a:r>
              <a:rPr lang="en-US" dirty="0"/>
              <a:t>Step 4. Connect to GitHub with HTTPS or SSH</a:t>
            </a:r>
            <a:endParaRPr lang="en-IN" dirty="0"/>
          </a:p>
        </p:txBody>
      </p:sp>
    </p:spTree>
    <p:extLst>
      <p:ext uri="{BB962C8B-B14F-4D97-AF65-F5344CB8AC3E}">
        <p14:creationId xmlns:p14="http://schemas.microsoft.com/office/powerpoint/2010/main" val="1634122015"/>
      </p:ext>
    </p:extLst>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5F5032C8-441F-31F0-9225-F889786E32F4}"/>
              </a:ext>
            </a:extLst>
          </p:cNvPr>
          <p:cNvSpPr txBox="1"/>
          <p:nvPr/>
        </p:nvSpPr>
        <p:spPr>
          <a:xfrm>
            <a:off x="1236000" y="1905506"/>
            <a:ext cx="9720000" cy="3046988"/>
          </a:xfrm>
          <a:prstGeom prst="rect">
            <a:avLst/>
          </a:prstGeom>
          <a:noFill/>
        </p:spPr>
        <p:txBody>
          <a:bodyPr wrap="square">
            <a:spAutoFit/>
          </a:bodyPr>
          <a:lstStyle/>
          <a:p>
            <a:pPr algn="ctr"/>
            <a:r>
              <a:rPr lang="en-US" sz="3200" dirty="0">
                <a:latin typeface="Abadi" panose="020B0604020104020204" pitchFamily="34" charset="0"/>
              </a:rPr>
              <a:t>To access GitHub from the command line, you must have proper authentication settings.</a:t>
            </a:r>
          </a:p>
          <a:p>
            <a:pPr algn="ctr"/>
            <a:r>
              <a:rPr lang="en-US" sz="3200" dirty="0">
                <a:latin typeface="Abadi" panose="020B0604020104020204" pitchFamily="34" charset="0"/>
              </a:rPr>
              <a:t>Common authentication approaches for GitHub are HTTPS and SSH. PAT (Personal Access Token) is used for HTTPS authentication while an SSH key pair is used for SSH authentication.</a:t>
            </a:r>
            <a:endParaRPr lang="en-IN" sz="3200" dirty="0">
              <a:latin typeface="Abadi" panose="020B0604020104020204" pitchFamily="34" charset="0"/>
            </a:endParaRPr>
          </a:p>
        </p:txBody>
      </p:sp>
    </p:spTree>
    <p:extLst>
      <p:ext uri="{BB962C8B-B14F-4D97-AF65-F5344CB8AC3E}">
        <p14:creationId xmlns:p14="http://schemas.microsoft.com/office/powerpoint/2010/main" val="2276673842"/>
      </p:ext>
    </p:extLst>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7" name="Rectangle 6">
            <a:extLst>
              <a:ext uri="{FF2B5EF4-FFF2-40B4-BE49-F238E27FC236}">
                <a16:creationId xmlns:a16="http://schemas.microsoft.com/office/drawing/2014/main" id="{88EB6E95-9C89-4CFF-A598-F278D0DFB39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
            <a:ext cx="12191695"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Rectangle 8">
            <a:extLst>
              <a:ext uri="{FF2B5EF4-FFF2-40B4-BE49-F238E27FC236}">
                <a16:creationId xmlns:a16="http://schemas.microsoft.com/office/drawing/2014/main" id="{474CD0F4-EA2A-4E5D-AE73-1112C1CA2A1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5" y="0"/>
            <a:ext cx="12191695"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800"/>
          </a:p>
        </p:txBody>
      </p:sp>
      <p:sp>
        <p:nvSpPr>
          <p:cNvPr id="2" name="Title 1">
            <a:extLst>
              <a:ext uri="{FF2B5EF4-FFF2-40B4-BE49-F238E27FC236}">
                <a16:creationId xmlns:a16="http://schemas.microsoft.com/office/drawing/2014/main" id="{936262B0-7403-CF02-CF77-1191D7876C9C}"/>
              </a:ext>
            </a:extLst>
          </p:cNvPr>
          <p:cNvSpPr>
            <a:spLocks noGrp="1"/>
          </p:cNvSpPr>
          <p:nvPr>
            <p:ph type="title"/>
          </p:nvPr>
        </p:nvSpPr>
        <p:spPr>
          <a:xfrm>
            <a:off x="804672" y="1365403"/>
            <a:ext cx="6196391" cy="4127194"/>
          </a:xfrm>
        </p:spPr>
        <p:txBody>
          <a:bodyPr vert="horz" lIns="91440" tIns="45720" rIns="91440" bIns="45720" rtlCol="0" anchor="ctr">
            <a:normAutofit/>
          </a:bodyPr>
          <a:lstStyle/>
          <a:p>
            <a:r>
              <a:rPr lang="en-US" sz="5200" kern="1200">
                <a:solidFill>
                  <a:schemeClr val="tx2"/>
                </a:solidFill>
                <a:latin typeface="+mj-lt"/>
                <a:ea typeface="+mj-ea"/>
                <a:cs typeface="+mj-cs"/>
              </a:rPr>
              <a:t>Key Tool Preparation - Windows</a:t>
            </a:r>
          </a:p>
        </p:txBody>
      </p:sp>
      <p:grpSp>
        <p:nvGrpSpPr>
          <p:cNvPr id="11" name="Group 10">
            <a:extLst>
              <a:ext uri="{FF2B5EF4-FFF2-40B4-BE49-F238E27FC236}">
                <a16:creationId xmlns:a16="http://schemas.microsoft.com/office/drawing/2014/main" id="{A1EDC8FC-C3D1-4FE4-8E66-29767478DBDB}"/>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7867135" y="0"/>
            <a:ext cx="4324865" cy="2641149"/>
            <a:chOff x="6867015" y="-1"/>
            <a:chExt cx="5324985" cy="3251912"/>
          </a:xfrm>
          <a:solidFill>
            <a:schemeClr val="accent5">
              <a:alpha val="10000"/>
            </a:schemeClr>
          </a:solidFill>
        </p:grpSpPr>
        <p:sp>
          <p:nvSpPr>
            <p:cNvPr id="12" name="Freeform: Shape 11">
              <a:extLst>
                <a:ext uri="{FF2B5EF4-FFF2-40B4-BE49-F238E27FC236}">
                  <a16:creationId xmlns:a16="http://schemas.microsoft.com/office/drawing/2014/main" id="{51638344-E7F0-4958-8208-ADCB822569F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867015" y="-1"/>
              <a:ext cx="5324985" cy="3251912"/>
            </a:xfrm>
            <a:custGeom>
              <a:avLst/>
              <a:gdLst>
                <a:gd name="connsiteX0" fmla="*/ 0 w 5324985"/>
                <a:gd name="connsiteY0" fmla="*/ 0 h 3251912"/>
                <a:gd name="connsiteX1" fmla="*/ 36826 w 5324985"/>
                <a:gd name="connsiteY1" fmla="*/ 0 h 3251912"/>
                <a:gd name="connsiteX2" fmla="*/ 45003 w 5324985"/>
                <a:gd name="connsiteY2" fmla="*/ 152909 h 3251912"/>
                <a:gd name="connsiteX3" fmla="*/ 68956 w 5324985"/>
                <a:gd name="connsiteY3" fmla="*/ 308600 h 3251912"/>
                <a:gd name="connsiteX4" fmla="*/ 167774 w 5324985"/>
                <a:gd name="connsiteY4" fmla="*/ 607968 h 3251912"/>
                <a:gd name="connsiteX5" fmla="*/ 201857 w 5324985"/>
                <a:gd name="connsiteY5" fmla="*/ 679539 h 3251912"/>
                <a:gd name="connsiteX6" fmla="*/ 239741 w 5324985"/>
                <a:gd name="connsiteY6" fmla="*/ 749488 h 3251912"/>
                <a:gd name="connsiteX7" fmla="*/ 323724 w 5324985"/>
                <a:gd name="connsiteY7" fmla="*/ 885101 h 3251912"/>
                <a:gd name="connsiteX8" fmla="*/ 416412 w 5324985"/>
                <a:gd name="connsiteY8" fmla="*/ 1016081 h 3251912"/>
                <a:gd name="connsiteX9" fmla="*/ 515719 w 5324985"/>
                <a:gd name="connsiteY9" fmla="*/ 1143356 h 3251912"/>
                <a:gd name="connsiteX10" fmla="*/ 722427 w 5324985"/>
                <a:gd name="connsiteY10" fmla="*/ 1395127 h 3251912"/>
                <a:gd name="connsiteX11" fmla="*/ 825780 w 5324985"/>
                <a:gd name="connsiteY11" fmla="*/ 1522749 h 3251912"/>
                <a:gd name="connsiteX12" fmla="*/ 926314 w 5324985"/>
                <a:gd name="connsiteY12" fmla="*/ 1651992 h 3251912"/>
                <a:gd name="connsiteX13" fmla="*/ 1026848 w 5324985"/>
                <a:gd name="connsiteY13" fmla="*/ 1776836 h 3251912"/>
                <a:gd name="connsiteX14" fmla="*/ 1131918 w 5324985"/>
                <a:gd name="connsiteY14" fmla="*/ 1897393 h 3251912"/>
                <a:gd name="connsiteX15" fmla="*/ 1354688 w 5324985"/>
                <a:gd name="connsiteY15" fmla="*/ 2124728 h 3251912"/>
                <a:gd name="connsiteX16" fmla="*/ 1855027 w 5324985"/>
                <a:gd name="connsiteY16" fmla="*/ 2504236 h 3251912"/>
                <a:gd name="connsiteX17" fmla="*/ 2131618 w 5324985"/>
                <a:gd name="connsiteY17" fmla="*/ 2646913 h 3251912"/>
                <a:gd name="connsiteX18" fmla="*/ 2423534 w 5324985"/>
                <a:gd name="connsiteY18" fmla="*/ 2754732 h 3251912"/>
                <a:gd name="connsiteX19" fmla="*/ 2727588 w 5324985"/>
                <a:gd name="connsiteY19" fmla="*/ 2829197 h 3251912"/>
                <a:gd name="connsiteX20" fmla="*/ 3041083 w 5324985"/>
                <a:gd name="connsiteY20" fmla="*/ 2870890 h 3251912"/>
                <a:gd name="connsiteX21" fmla="*/ 3360340 w 5324985"/>
                <a:gd name="connsiteY21" fmla="*/ 2883976 h 3251912"/>
                <a:gd name="connsiteX22" fmla="*/ 3439663 w 5324985"/>
                <a:gd name="connsiteY22" fmla="*/ 2883396 h 3251912"/>
                <a:gd name="connsiteX23" fmla="*/ 3478529 w 5324985"/>
                <a:gd name="connsiteY23" fmla="*/ 2882471 h 3251912"/>
                <a:gd name="connsiteX24" fmla="*/ 3517271 w 5324985"/>
                <a:gd name="connsiteY24" fmla="*/ 2880616 h 3251912"/>
                <a:gd name="connsiteX25" fmla="*/ 3671260 w 5324985"/>
                <a:gd name="connsiteY25" fmla="*/ 2867878 h 3251912"/>
                <a:gd name="connsiteX26" fmla="*/ 4265268 w 5324985"/>
                <a:gd name="connsiteY26" fmla="*/ 2716283 h 3251912"/>
                <a:gd name="connsiteX27" fmla="*/ 4546395 w 5324985"/>
                <a:gd name="connsiteY27" fmla="*/ 2584724 h 3251912"/>
                <a:gd name="connsiteX28" fmla="*/ 4817837 w 5324985"/>
                <a:gd name="connsiteY28" fmla="*/ 2424674 h 3251912"/>
                <a:gd name="connsiteX29" fmla="*/ 5081677 w 5324985"/>
                <a:gd name="connsiteY29" fmla="*/ 2243548 h 3251912"/>
                <a:gd name="connsiteX30" fmla="*/ 5211881 w 5324985"/>
                <a:gd name="connsiteY30" fmla="*/ 2147658 h 3251912"/>
                <a:gd name="connsiteX31" fmla="*/ 5324985 w 5324985"/>
                <a:gd name="connsiteY31" fmla="*/ 2062128 h 3251912"/>
                <a:gd name="connsiteX32" fmla="*/ 5324985 w 5324985"/>
                <a:gd name="connsiteY32" fmla="*/ 2514993 h 3251912"/>
                <a:gd name="connsiteX33" fmla="*/ 5314867 w 5324985"/>
                <a:gd name="connsiteY33" fmla="*/ 2522881 h 3251912"/>
                <a:gd name="connsiteX34" fmla="*/ 5038276 w 5324985"/>
                <a:gd name="connsiteY34" fmla="*/ 2722421 h 3251912"/>
                <a:gd name="connsiteX35" fmla="*/ 4741701 w 5324985"/>
                <a:gd name="connsiteY35" fmla="*/ 2904937 h 3251912"/>
                <a:gd name="connsiteX36" fmla="*/ 4420728 w 5324985"/>
                <a:gd name="connsiteY36" fmla="*/ 3058848 h 3251912"/>
                <a:gd name="connsiteX37" fmla="*/ 3717481 w 5324985"/>
                <a:gd name="connsiteY37" fmla="*/ 3237079 h 3251912"/>
                <a:gd name="connsiteX38" fmla="*/ 3535661 w 5324985"/>
                <a:gd name="connsiteY38" fmla="*/ 3249934 h 3251912"/>
                <a:gd name="connsiteX39" fmla="*/ 3490175 w 5324985"/>
                <a:gd name="connsiteY39" fmla="*/ 3251555 h 3251912"/>
                <a:gd name="connsiteX40" fmla="*/ 3444813 w 5324985"/>
                <a:gd name="connsiteY40" fmla="*/ 3251787 h 3251912"/>
                <a:gd name="connsiteX41" fmla="*/ 3355681 w 5324985"/>
                <a:gd name="connsiteY41" fmla="*/ 3250745 h 3251912"/>
                <a:gd name="connsiteX42" fmla="*/ 3179011 w 5324985"/>
                <a:gd name="connsiteY42" fmla="*/ 3243795 h 3251912"/>
                <a:gd name="connsiteX43" fmla="*/ 3002217 w 5324985"/>
                <a:gd name="connsiteY43" fmla="*/ 3227814 h 3251912"/>
                <a:gd name="connsiteX44" fmla="*/ 2650103 w 5324985"/>
                <a:gd name="connsiteY44" fmla="*/ 3170836 h 3251912"/>
                <a:gd name="connsiteX45" fmla="*/ 2305836 w 5324985"/>
                <a:gd name="connsiteY45" fmla="*/ 3072514 h 3251912"/>
                <a:gd name="connsiteX46" fmla="*/ 1978611 w 5324985"/>
                <a:gd name="connsiteY46" fmla="*/ 2929952 h 3251912"/>
                <a:gd name="connsiteX47" fmla="*/ 1678235 w 5324985"/>
                <a:gd name="connsiteY47" fmla="*/ 2744424 h 3251912"/>
                <a:gd name="connsiteX48" fmla="*/ 1175688 w 5324985"/>
                <a:gd name="connsiteY48" fmla="*/ 2277018 h 3251912"/>
                <a:gd name="connsiteX49" fmla="*/ 971310 w 5324985"/>
                <a:gd name="connsiteY49" fmla="*/ 2012044 h 3251912"/>
                <a:gd name="connsiteX50" fmla="*/ 790717 w 5324985"/>
                <a:gd name="connsiteY50" fmla="*/ 1735723 h 3251912"/>
                <a:gd name="connsiteX51" fmla="*/ 706488 w 5324985"/>
                <a:gd name="connsiteY51" fmla="*/ 1598604 h 3251912"/>
                <a:gd name="connsiteX52" fmla="*/ 618951 w 5324985"/>
                <a:gd name="connsiteY52" fmla="*/ 1463802 h 3251912"/>
                <a:gd name="connsiteX53" fmla="*/ 436273 w 5324985"/>
                <a:gd name="connsiteY53" fmla="*/ 1195355 h 3251912"/>
                <a:gd name="connsiteX54" fmla="*/ 346896 w 5324985"/>
                <a:gd name="connsiteY54" fmla="*/ 1058816 h 3251912"/>
                <a:gd name="connsiteX55" fmla="*/ 261809 w 5324985"/>
                <a:gd name="connsiteY55" fmla="*/ 919264 h 3251912"/>
                <a:gd name="connsiteX56" fmla="*/ 118487 w 5324985"/>
                <a:gd name="connsiteY56" fmla="*/ 626498 h 3251912"/>
                <a:gd name="connsiteX57" fmla="*/ 28130 w 5324985"/>
                <a:gd name="connsiteY57" fmla="*/ 315781 h 3251912"/>
                <a:gd name="connsiteX58" fmla="*/ 6751 w 5324985"/>
                <a:gd name="connsiteY58" fmla="*/ 156195 h 32519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Lst>
              <a:rect l="l" t="t" r="r" b="b"/>
              <a:pathLst>
                <a:path w="5324985" h="3251912">
                  <a:moveTo>
                    <a:pt x="0" y="0"/>
                  </a:moveTo>
                  <a:lnTo>
                    <a:pt x="36826" y="0"/>
                  </a:lnTo>
                  <a:lnTo>
                    <a:pt x="45003" y="152909"/>
                  </a:lnTo>
                  <a:cubicBezTo>
                    <a:pt x="50351" y="205154"/>
                    <a:pt x="58290" y="257123"/>
                    <a:pt x="68956" y="308600"/>
                  </a:cubicBezTo>
                  <a:cubicBezTo>
                    <a:pt x="91393" y="411324"/>
                    <a:pt x="123882" y="511847"/>
                    <a:pt x="167774" y="607968"/>
                  </a:cubicBezTo>
                  <a:cubicBezTo>
                    <a:pt x="178195" y="632173"/>
                    <a:pt x="190333" y="655798"/>
                    <a:pt x="201857" y="679539"/>
                  </a:cubicBezTo>
                  <a:cubicBezTo>
                    <a:pt x="214363" y="702933"/>
                    <a:pt x="226255" y="726557"/>
                    <a:pt x="239741" y="749488"/>
                  </a:cubicBezTo>
                  <a:cubicBezTo>
                    <a:pt x="265488" y="795812"/>
                    <a:pt x="294176" y="840746"/>
                    <a:pt x="323724" y="885101"/>
                  </a:cubicBezTo>
                  <a:cubicBezTo>
                    <a:pt x="353149" y="929572"/>
                    <a:pt x="384657" y="972885"/>
                    <a:pt x="416412" y="1016081"/>
                  </a:cubicBezTo>
                  <a:cubicBezTo>
                    <a:pt x="448655" y="1058931"/>
                    <a:pt x="482127" y="1101202"/>
                    <a:pt x="515719" y="1143356"/>
                  </a:cubicBezTo>
                  <a:cubicBezTo>
                    <a:pt x="583027" y="1227782"/>
                    <a:pt x="653402" y="1310470"/>
                    <a:pt x="722427" y="1395127"/>
                  </a:cubicBezTo>
                  <a:cubicBezTo>
                    <a:pt x="757123" y="1437282"/>
                    <a:pt x="791697" y="1479783"/>
                    <a:pt x="825780" y="1522749"/>
                  </a:cubicBezTo>
                  <a:cubicBezTo>
                    <a:pt x="859742" y="1565367"/>
                    <a:pt x="893457" y="1610649"/>
                    <a:pt x="926314" y="1651992"/>
                  </a:cubicBezTo>
                  <a:cubicBezTo>
                    <a:pt x="958927" y="1694379"/>
                    <a:pt x="993132" y="1735492"/>
                    <a:pt x="1026848" y="1776836"/>
                  </a:cubicBezTo>
                  <a:cubicBezTo>
                    <a:pt x="1061545" y="1817485"/>
                    <a:pt x="1095996" y="1858133"/>
                    <a:pt x="1131918" y="1897393"/>
                  </a:cubicBezTo>
                  <a:cubicBezTo>
                    <a:pt x="1203273" y="1976376"/>
                    <a:pt x="1277447" y="2052463"/>
                    <a:pt x="1354688" y="2124728"/>
                  </a:cubicBezTo>
                  <a:cubicBezTo>
                    <a:pt x="1509411" y="2268911"/>
                    <a:pt x="1676396" y="2397575"/>
                    <a:pt x="1855027" y="2504236"/>
                  </a:cubicBezTo>
                  <a:cubicBezTo>
                    <a:pt x="1944528" y="2557277"/>
                    <a:pt x="2036357" y="2605917"/>
                    <a:pt x="2131618" y="2646913"/>
                  </a:cubicBezTo>
                  <a:cubicBezTo>
                    <a:pt x="2226267" y="2689068"/>
                    <a:pt x="2323981" y="2724622"/>
                    <a:pt x="2423534" y="2754732"/>
                  </a:cubicBezTo>
                  <a:cubicBezTo>
                    <a:pt x="2523087" y="2784958"/>
                    <a:pt x="2624602" y="2809394"/>
                    <a:pt x="2727588" y="2829197"/>
                  </a:cubicBezTo>
                  <a:cubicBezTo>
                    <a:pt x="2830698" y="2848653"/>
                    <a:pt x="2935522" y="2861971"/>
                    <a:pt x="3041083" y="2870890"/>
                  </a:cubicBezTo>
                  <a:cubicBezTo>
                    <a:pt x="3146644" y="2879922"/>
                    <a:pt x="3253307" y="2883860"/>
                    <a:pt x="3360340" y="2883976"/>
                  </a:cubicBezTo>
                  <a:cubicBezTo>
                    <a:pt x="3387067" y="2883976"/>
                    <a:pt x="3414162" y="2884439"/>
                    <a:pt x="3439663" y="2883396"/>
                  </a:cubicBezTo>
                  <a:lnTo>
                    <a:pt x="3478529" y="2882471"/>
                  </a:lnTo>
                  <a:lnTo>
                    <a:pt x="3517271" y="2880616"/>
                  </a:lnTo>
                  <a:cubicBezTo>
                    <a:pt x="3568887" y="2878417"/>
                    <a:pt x="3620257" y="2873552"/>
                    <a:pt x="3671260" y="2867878"/>
                  </a:cubicBezTo>
                  <a:cubicBezTo>
                    <a:pt x="3875515" y="2844253"/>
                    <a:pt x="4074253" y="2792486"/>
                    <a:pt x="4265268" y="2716283"/>
                  </a:cubicBezTo>
                  <a:cubicBezTo>
                    <a:pt x="4361020" y="2678529"/>
                    <a:pt x="4454444" y="2633710"/>
                    <a:pt x="4546395" y="2584724"/>
                  </a:cubicBezTo>
                  <a:cubicBezTo>
                    <a:pt x="4638470" y="2535967"/>
                    <a:pt x="4728827" y="2481885"/>
                    <a:pt x="4817837" y="2424674"/>
                  </a:cubicBezTo>
                  <a:cubicBezTo>
                    <a:pt x="4906846" y="2367348"/>
                    <a:pt x="4994385" y="2306317"/>
                    <a:pt x="5081677" y="2243548"/>
                  </a:cubicBezTo>
                  <a:cubicBezTo>
                    <a:pt x="5125201" y="2212164"/>
                    <a:pt x="5168603" y="2179969"/>
                    <a:pt x="5211881" y="2147658"/>
                  </a:cubicBezTo>
                  <a:lnTo>
                    <a:pt x="5324985" y="2062128"/>
                  </a:lnTo>
                  <a:lnTo>
                    <a:pt x="5324985" y="2514993"/>
                  </a:lnTo>
                  <a:lnTo>
                    <a:pt x="5314867" y="2522881"/>
                  </a:lnTo>
                  <a:cubicBezTo>
                    <a:pt x="5225490" y="2591325"/>
                    <a:pt x="5133783" y="2658379"/>
                    <a:pt x="5038276" y="2722421"/>
                  </a:cubicBezTo>
                  <a:cubicBezTo>
                    <a:pt x="4942892" y="2786348"/>
                    <a:pt x="4844810" y="2848422"/>
                    <a:pt x="4741701" y="2904937"/>
                  </a:cubicBezTo>
                  <a:cubicBezTo>
                    <a:pt x="4638592" y="2961337"/>
                    <a:pt x="4531929" y="3013683"/>
                    <a:pt x="4420728" y="3058848"/>
                  </a:cubicBezTo>
                  <a:cubicBezTo>
                    <a:pt x="4199063" y="3150338"/>
                    <a:pt x="3959621" y="3211485"/>
                    <a:pt x="3717481" y="3237079"/>
                  </a:cubicBezTo>
                  <a:cubicBezTo>
                    <a:pt x="3656914" y="3243101"/>
                    <a:pt x="3596227" y="3247966"/>
                    <a:pt x="3535661" y="3249934"/>
                  </a:cubicBezTo>
                  <a:lnTo>
                    <a:pt x="3490175" y="3251555"/>
                  </a:lnTo>
                  <a:lnTo>
                    <a:pt x="3444813" y="3251787"/>
                  </a:lnTo>
                  <a:cubicBezTo>
                    <a:pt x="3414162" y="3252250"/>
                    <a:pt x="3385105" y="3251324"/>
                    <a:pt x="3355681" y="3250745"/>
                  </a:cubicBezTo>
                  <a:cubicBezTo>
                    <a:pt x="3296954" y="3250050"/>
                    <a:pt x="3237860" y="3246692"/>
                    <a:pt x="3179011" y="3243795"/>
                  </a:cubicBezTo>
                  <a:cubicBezTo>
                    <a:pt x="3120039" y="3239164"/>
                    <a:pt x="3061067" y="3234878"/>
                    <a:pt x="3002217" y="3227814"/>
                  </a:cubicBezTo>
                  <a:cubicBezTo>
                    <a:pt x="2884397" y="3214496"/>
                    <a:pt x="2766699" y="3196314"/>
                    <a:pt x="2650103" y="3170836"/>
                  </a:cubicBezTo>
                  <a:cubicBezTo>
                    <a:pt x="2533510" y="3145358"/>
                    <a:pt x="2418263" y="3112583"/>
                    <a:pt x="2305836" y="3072514"/>
                  </a:cubicBezTo>
                  <a:cubicBezTo>
                    <a:pt x="2193410" y="3032328"/>
                    <a:pt x="2083926" y="2984383"/>
                    <a:pt x="1978611" y="2929952"/>
                  </a:cubicBezTo>
                  <a:cubicBezTo>
                    <a:pt x="1873663" y="2874711"/>
                    <a:pt x="1772884" y="2812985"/>
                    <a:pt x="1678235" y="2744424"/>
                  </a:cubicBezTo>
                  <a:cubicBezTo>
                    <a:pt x="1488201" y="2608001"/>
                    <a:pt x="1321708" y="2448068"/>
                    <a:pt x="1175688" y="2277018"/>
                  </a:cubicBezTo>
                  <a:cubicBezTo>
                    <a:pt x="1102985" y="2191086"/>
                    <a:pt x="1035309" y="2102377"/>
                    <a:pt x="971310" y="2012044"/>
                  </a:cubicBezTo>
                  <a:cubicBezTo>
                    <a:pt x="907188" y="1921714"/>
                    <a:pt x="847358" y="1829413"/>
                    <a:pt x="790717" y="1735723"/>
                  </a:cubicBezTo>
                  <a:cubicBezTo>
                    <a:pt x="761782" y="1688357"/>
                    <a:pt x="735300" y="1644002"/>
                    <a:pt x="706488" y="1598604"/>
                  </a:cubicBezTo>
                  <a:cubicBezTo>
                    <a:pt x="677922" y="1553555"/>
                    <a:pt x="648866" y="1508505"/>
                    <a:pt x="618951" y="1463802"/>
                  </a:cubicBezTo>
                  <a:lnTo>
                    <a:pt x="436273" y="1195355"/>
                  </a:lnTo>
                  <a:cubicBezTo>
                    <a:pt x="405990" y="1150189"/>
                    <a:pt x="376075" y="1104792"/>
                    <a:pt x="346896" y="1058816"/>
                  </a:cubicBezTo>
                  <a:cubicBezTo>
                    <a:pt x="317716" y="1012838"/>
                    <a:pt x="288782" y="966747"/>
                    <a:pt x="261809" y="919264"/>
                  </a:cubicBezTo>
                  <a:cubicBezTo>
                    <a:pt x="207742" y="824764"/>
                    <a:pt x="158088" y="727485"/>
                    <a:pt x="118487" y="626498"/>
                  </a:cubicBezTo>
                  <a:cubicBezTo>
                    <a:pt x="78151" y="525859"/>
                    <a:pt x="48237" y="421515"/>
                    <a:pt x="28130" y="315781"/>
                  </a:cubicBezTo>
                  <a:cubicBezTo>
                    <a:pt x="18506" y="262914"/>
                    <a:pt x="11425" y="209642"/>
                    <a:pt x="6751" y="156195"/>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Freeform: Shape 12">
              <a:extLst>
                <a:ext uri="{FF2B5EF4-FFF2-40B4-BE49-F238E27FC236}">
                  <a16:creationId xmlns:a16="http://schemas.microsoft.com/office/drawing/2014/main" id="{4E1970FB-4D97-4834-84EC-E48B27CC192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916467" y="-1"/>
              <a:ext cx="5275533" cy="2980757"/>
            </a:xfrm>
            <a:custGeom>
              <a:avLst/>
              <a:gdLst>
                <a:gd name="connsiteX0" fmla="*/ 0 w 5275533"/>
                <a:gd name="connsiteY0" fmla="*/ 0 h 2980757"/>
                <a:gd name="connsiteX1" fmla="*/ 201166 w 5275533"/>
                <a:gd name="connsiteY1" fmla="*/ 0 h 2980757"/>
                <a:gd name="connsiteX2" fmla="*/ 206734 w 5275533"/>
                <a:gd name="connsiteY2" fmla="*/ 89286 h 2980757"/>
                <a:gd name="connsiteX3" fmla="*/ 232051 w 5275533"/>
                <a:gd name="connsiteY3" fmla="*/ 226897 h 2980757"/>
                <a:gd name="connsiteX4" fmla="*/ 332707 w 5275533"/>
                <a:gd name="connsiteY4" fmla="*/ 487120 h 2980757"/>
                <a:gd name="connsiteX5" fmla="*/ 402959 w 5275533"/>
                <a:gd name="connsiteY5" fmla="*/ 609647 h 2980757"/>
                <a:gd name="connsiteX6" fmla="*/ 483631 w 5275533"/>
                <a:gd name="connsiteY6" fmla="*/ 728236 h 2980757"/>
                <a:gd name="connsiteX7" fmla="*/ 669986 w 5275533"/>
                <a:gd name="connsiteY7" fmla="*/ 957424 h 2980757"/>
                <a:gd name="connsiteX8" fmla="*/ 871667 w 5275533"/>
                <a:gd name="connsiteY8" fmla="*/ 1188348 h 2980757"/>
                <a:gd name="connsiteX9" fmla="*/ 971956 w 5275533"/>
                <a:gd name="connsiteY9" fmla="*/ 1308905 h 2980757"/>
                <a:gd name="connsiteX10" fmla="*/ 1020139 w 5275533"/>
                <a:gd name="connsiteY10" fmla="*/ 1368084 h 2980757"/>
                <a:gd name="connsiteX11" fmla="*/ 1067340 w 5275533"/>
                <a:gd name="connsiteY11" fmla="*/ 1424715 h 2980757"/>
                <a:gd name="connsiteX12" fmla="*/ 1472909 w 5275533"/>
                <a:gd name="connsiteY12" fmla="*/ 1843252 h 2980757"/>
                <a:gd name="connsiteX13" fmla="*/ 1688567 w 5275533"/>
                <a:gd name="connsiteY13" fmla="*/ 2031559 h 2980757"/>
                <a:gd name="connsiteX14" fmla="*/ 1914401 w 5275533"/>
                <a:gd name="connsiteY14" fmla="*/ 2205156 h 2980757"/>
                <a:gd name="connsiteX15" fmla="*/ 2418909 w 5275533"/>
                <a:gd name="connsiteY15" fmla="*/ 2479741 h 2980757"/>
                <a:gd name="connsiteX16" fmla="*/ 2701141 w 5275533"/>
                <a:gd name="connsiteY16" fmla="*/ 2557333 h 2980757"/>
                <a:gd name="connsiteX17" fmla="*/ 2773475 w 5275533"/>
                <a:gd name="connsiteY17" fmla="*/ 2570999 h 2980757"/>
                <a:gd name="connsiteX18" fmla="*/ 2846424 w 5275533"/>
                <a:gd name="connsiteY18" fmla="*/ 2582465 h 2980757"/>
                <a:gd name="connsiteX19" fmla="*/ 2993669 w 5275533"/>
                <a:gd name="connsiteY19" fmla="*/ 2598909 h 2980757"/>
                <a:gd name="connsiteX20" fmla="*/ 3067721 w 5275533"/>
                <a:gd name="connsiteY20" fmla="*/ 2604237 h 2980757"/>
                <a:gd name="connsiteX21" fmla="*/ 3142019 w 5275533"/>
                <a:gd name="connsiteY21" fmla="*/ 2607943 h 2980757"/>
                <a:gd name="connsiteX22" fmla="*/ 3216561 w 5275533"/>
                <a:gd name="connsiteY22" fmla="*/ 2609564 h 2980757"/>
                <a:gd name="connsiteX23" fmla="*/ 3291225 w 5275533"/>
                <a:gd name="connsiteY23" fmla="*/ 2609217 h 2980757"/>
                <a:gd name="connsiteX24" fmla="*/ 3328619 w 5275533"/>
                <a:gd name="connsiteY24" fmla="*/ 2608869 h 2980757"/>
                <a:gd name="connsiteX25" fmla="*/ 3364665 w 5275533"/>
                <a:gd name="connsiteY25" fmla="*/ 2607363 h 2980757"/>
                <a:gd name="connsiteX26" fmla="*/ 3400587 w 5275533"/>
                <a:gd name="connsiteY26" fmla="*/ 2605627 h 2980757"/>
                <a:gd name="connsiteX27" fmla="*/ 3436387 w 5275533"/>
                <a:gd name="connsiteY27" fmla="*/ 2602847 h 2980757"/>
                <a:gd name="connsiteX28" fmla="*/ 3578361 w 5275533"/>
                <a:gd name="connsiteY28" fmla="*/ 2586286 h 2980757"/>
                <a:gd name="connsiteX29" fmla="*/ 4119159 w 5275533"/>
                <a:gd name="connsiteY29" fmla="*/ 2418594 h 2980757"/>
                <a:gd name="connsiteX30" fmla="*/ 4618765 w 5275533"/>
                <a:gd name="connsiteY30" fmla="*/ 2124668 h 2980757"/>
                <a:gd name="connsiteX31" fmla="*/ 4739895 w 5275533"/>
                <a:gd name="connsiteY31" fmla="*/ 2038275 h 2980757"/>
                <a:gd name="connsiteX32" fmla="*/ 4861027 w 5275533"/>
                <a:gd name="connsiteY32" fmla="*/ 1948986 h 2980757"/>
                <a:gd name="connsiteX33" fmla="*/ 5106354 w 5275533"/>
                <a:gd name="connsiteY33" fmla="*/ 1763690 h 2980757"/>
                <a:gd name="connsiteX34" fmla="*/ 5275533 w 5275533"/>
                <a:gd name="connsiteY34" fmla="*/ 1641017 h 2980757"/>
                <a:gd name="connsiteX35" fmla="*/ 5275533 w 5275533"/>
                <a:gd name="connsiteY35" fmla="*/ 2257481 h 2980757"/>
                <a:gd name="connsiteX36" fmla="*/ 5168881 w 5275533"/>
                <a:gd name="connsiteY36" fmla="*/ 2332084 h 2980757"/>
                <a:gd name="connsiteX37" fmla="*/ 5036225 w 5275533"/>
                <a:gd name="connsiteY37" fmla="*/ 2421489 h 2980757"/>
                <a:gd name="connsiteX38" fmla="*/ 4899401 w 5275533"/>
                <a:gd name="connsiteY38" fmla="*/ 2508347 h 2980757"/>
                <a:gd name="connsiteX39" fmla="*/ 4612145 w 5275533"/>
                <a:gd name="connsiteY39" fmla="*/ 2671407 h 2980757"/>
                <a:gd name="connsiteX40" fmla="*/ 4303187 w 5275533"/>
                <a:gd name="connsiteY40" fmla="*/ 2810030 h 2980757"/>
                <a:gd name="connsiteX41" fmla="*/ 3630835 w 5275533"/>
                <a:gd name="connsiteY41" fmla="*/ 2969500 h 2980757"/>
                <a:gd name="connsiteX42" fmla="*/ 3457719 w 5275533"/>
                <a:gd name="connsiteY42" fmla="*/ 2979808 h 2980757"/>
                <a:gd name="connsiteX43" fmla="*/ 3414441 w 5275533"/>
                <a:gd name="connsiteY43" fmla="*/ 2980733 h 2980757"/>
                <a:gd name="connsiteX44" fmla="*/ 3371285 w 5275533"/>
                <a:gd name="connsiteY44" fmla="*/ 2980502 h 2980757"/>
                <a:gd name="connsiteX45" fmla="*/ 3328252 w 5275533"/>
                <a:gd name="connsiteY45" fmla="*/ 2980039 h 2980757"/>
                <a:gd name="connsiteX46" fmla="*/ 3286445 w 5275533"/>
                <a:gd name="connsiteY46" fmla="*/ 2978534 h 2980757"/>
                <a:gd name="connsiteX47" fmla="*/ 2952475 w 5275533"/>
                <a:gd name="connsiteY47" fmla="*/ 2953402 h 2980757"/>
                <a:gd name="connsiteX48" fmla="*/ 2620591 w 5275533"/>
                <a:gd name="connsiteY48" fmla="*/ 2898046 h 2980757"/>
                <a:gd name="connsiteX49" fmla="*/ 2294591 w 5275533"/>
                <a:gd name="connsiteY49" fmla="*/ 2811305 h 2980757"/>
                <a:gd name="connsiteX50" fmla="*/ 1670544 w 5275533"/>
                <a:gd name="connsiteY50" fmla="*/ 2550501 h 2980757"/>
                <a:gd name="connsiteX51" fmla="*/ 1144703 w 5275533"/>
                <a:gd name="connsiteY51" fmla="*/ 2144472 h 2980757"/>
                <a:gd name="connsiteX52" fmla="*/ 931497 w 5275533"/>
                <a:gd name="connsiteY52" fmla="*/ 1900114 h 2980757"/>
                <a:gd name="connsiteX53" fmla="*/ 745265 w 5275533"/>
                <a:gd name="connsiteY53" fmla="*/ 1641395 h 2980757"/>
                <a:gd name="connsiteX54" fmla="*/ 701741 w 5275533"/>
                <a:gd name="connsiteY54" fmla="*/ 1575500 h 2980757"/>
                <a:gd name="connsiteX55" fmla="*/ 660178 w 5275533"/>
                <a:gd name="connsiteY55" fmla="*/ 1511573 h 2980757"/>
                <a:gd name="connsiteX56" fmla="*/ 578158 w 5275533"/>
                <a:gd name="connsiteY56" fmla="*/ 1387656 h 2980757"/>
                <a:gd name="connsiteX57" fmla="*/ 408230 w 5275533"/>
                <a:gd name="connsiteY57" fmla="*/ 1134497 h 2980757"/>
                <a:gd name="connsiteX58" fmla="*/ 242349 w 5275533"/>
                <a:gd name="connsiteY58" fmla="*/ 866860 h 2980757"/>
                <a:gd name="connsiteX59" fmla="*/ 167562 w 5275533"/>
                <a:gd name="connsiteY59" fmla="*/ 724994 h 2980757"/>
                <a:gd name="connsiteX60" fmla="*/ 104054 w 5275533"/>
                <a:gd name="connsiteY60" fmla="*/ 576525 h 2980757"/>
                <a:gd name="connsiteX61" fmla="*/ 55381 w 5275533"/>
                <a:gd name="connsiteY61" fmla="*/ 422499 h 2980757"/>
                <a:gd name="connsiteX62" fmla="*/ 37236 w 5275533"/>
                <a:gd name="connsiteY62" fmla="*/ 343980 h 2980757"/>
                <a:gd name="connsiteX63" fmla="*/ 29267 w 5275533"/>
                <a:gd name="connsiteY63" fmla="*/ 304604 h 2980757"/>
                <a:gd name="connsiteX64" fmla="*/ 22646 w 5275533"/>
                <a:gd name="connsiteY64" fmla="*/ 265113 h 2980757"/>
                <a:gd name="connsiteX65" fmla="*/ 3903 w 5275533"/>
                <a:gd name="connsiteY65" fmla="*/ 106787 h 298075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Lst>
              <a:rect l="l" t="t" r="r" b="b"/>
              <a:pathLst>
                <a:path w="5275533" h="2980757">
                  <a:moveTo>
                    <a:pt x="0" y="0"/>
                  </a:moveTo>
                  <a:lnTo>
                    <a:pt x="201166" y="0"/>
                  </a:lnTo>
                  <a:lnTo>
                    <a:pt x="206734" y="89286"/>
                  </a:lnTo>
                  <a:cubicBezTo>
                    <a:pt x="212220" y="135755"/>
                    <a:pt x="220465" y="181731"/>
                    <a:pt x="232051" y="226897"/>
                  </a:cubicBezTo>
                  <a:cubicBezTo>
                    <a:pt x="254855" y="317344"/>
                    <a:pt x="290287" y="403854"/>
                    <a:pt x="332707" y="487120"/>
                  </a:cubicBezTo>
                  <a:cubicBezTo>
                    <a:pt x="354163" y="528696"/>
                    <a:pt x="377948" y="569461"/>
                    <a:pt x="402959" y="609647"/>
                  </a:cubicBezTo>
                  <a:cubicBezTo>
                    <a:pt x="428337" y="649717"/>
                    <a:pt x="455433" y="689209"/>
                    <a:pt x="483631" y="728236"/>
                  </a:cubicBezTo>
                  <a:cubicBezTo>
                    <a:pt x="540764" y="806061"/>
                    <a:pt x="604271" y="881569"/>
                    <a:pt x="669986" y="957424"/>
                  </a:cubicBezTo>
                  <a:cubicBezTo>
                    <a:pt x="735701" y="1033395"/>
                    <a:pt x="804359" y="1109366"/>
                    <a:pt x="871667" y="1188348"/>
                  </a:cubicBezTo>
                  <a:cubicBezTo>
                    <a:pt x="905383" y="1227723"/>
                    <a:pt x="938731" y="1268025"/>
                    <a:pt x="971956" y="1308905"/>
                  </a:cubicBezTo>
                  <a:lnTo>
                    <a:pt x="1020139" y="1368084"/>
                  </a:lnTo>
                  <a:cubicBezTo>
                    <a:pt x="1035954" y="1386962"/>
                    <a:pt x="1051035" y="1406302"/>
                    <a:pt x="1067340" y="1424715"/>
                  </a:cubicBezTo>
                  <a:cubicBezTo>
                    <a:pt x="1194602" y="1574573"/>
                    <a:pt x="1332652" y="1712503"/>
                    <a:pt x="1472909" y="1843252"/>
                  </a:cubicBezTo>
                  <a:cubicBezTo>
                    <a:pt x="1543406" y="1908337"/>
                    <a:pt x="1615128" y="1971221"/>
                    <a:pt x="1688567" y="2031559"/>
                  </a:cubicBezTo>
                  <a:cubicBezTo>
                    <a:pt x="1762006" y="2091895"/>
                    <a:pt x="1836793" y="2150263"/>
                    <a:pt x="1914401" y="2205156"/>
                  </a:cubicBezTo>
                  <a:cubicBezTo>
                    <a:pt x="2069003" y="2315176"/>
                    <a:pt x="2235742" y="2413498"/>
                    <a:pt x="2418909" y="2479741"/>
                  </a:cubicBezTo>
                  <a:cubicBezTo>
                    <a:pt x="2510249" y="2512863"/>
                    <a:pt x="2604898" y="2538225"/>
                    <a:pt x="2701141" y="2557333"/>
                  </a:cubicBezTo>
                  <a:cubicBezTo>
                    <a:pt x="2725293" y="2561850"/>
                    <a:pt x="2749201" y="2567062"/>
                    <a:pt x="2773475" y="2570999"/>
                  </a:cubicBezTo>
                  <a:lnTo>
                    <a:pt x="2846424" y="2582465"/>
                  </a:lnTo>
                  <a:cubicBezTo>
                    <a:pt x="2895343" y="2588602"/>
                    <a:pt x="2944261" y="2595088"/>
                    <a:pt x="2993669" y="2598909"/>
                  </a:cubicBezTo>
                  <a:cubicBezTo>
                    <a:pt x="3018313" y="2601110"/>
                    <a:pt x="3042956" y="2603195"/>
                    <a:pt x="3067721" y="2604237"/>
                  </a:cubicBezTo>
                  <a:cubicBezTo>
                    <a:pt x="3092487" y="2605394"/>
                    <a:pt x="3117130" y="2607247"/>
                    <a:pt x="3142019" y="2607943"/>
                  </a:cubicBezTo>
                  <a:lnTo>
                    <a:pt x="3216561" y="2609564"/>
                  </a:lnTo>
                  <a:cubicBezTo>
                    <a:pt x="3241326" y="2610142"/>
                    <a:pt x="3266337" y="2609333"/>
                    <a:pt x="3291225" y="2609217"/>
                  </a:cubicBezTo>
                  <a:lnTo>
                    <a:pt x="3328619" y="2608869"/>
                  </a:lnTo>
                  <a:cubicBezTo>
                    <a:pt x="3340757" y="2608522"/>
                    <a:pt x="3352649" y="2607827"/>
                    <a:pt x="3364665" y="2607363"/>
                  </a:cubicBezTo>
                  <a:cubicBezTo>
                    <a:pt x="3376679" y="2606784"/>
                    <a:pt x="3388695" y="2606438"/>
                    <a:pt x="3400587" y="2605627"/>
                  </a:cubicBezTo>
                  <a:lnTo>
                    <a:pt x="3436387" y="2602847"/>
                  </a:lnTo>
                  <a:cubicBezTo>
                    <a:pt x="3484079" y="2599257"/>
                    <a:pt x="3531404" y="2593235"/>
                    <a:pt x="3578361" y="2586286"/>
                  </a:cubicBezTo>
                  <a:cubicBezTo>
                    <a:pt x="3766310" y="2556871"/>
                    <a:pt x="3947025" y="2499314"/>
                    <a:pt x="4119159" y="2418594"/>
                  </a:cubicBezTo>
                  <a:cubicBezTo>
                    <a:pt x="4291907" y="2338801"/>
                    <a:pt x="4456317" y="2236657"/>
                    <a:pt x="4618765" y="2124668"/>
                  </a:cubicBezTo>
                  <a:cubicBezTo>
                    <a:pt x="4659346" y="2096759"/>
                    <a:pt x="4699682" y="2067575"/>
                    <a:pt x="4739895" y="2038275"/>
                  </a:cubicBezTo>
                  <a:cubicBezTo>
                    <a:pt x="4780355" y="2008976"/>
                    <a:pt x="4820691" y="1979212"/>
                    <a:pt x="4861027" y="1948986"/>
                  </a:cubicBezTo>
                  <a:lnTo>
                    <a:pt x="5106354" y="1763690"/>
                  </a:lnTo>
                  <a:lnTo>
                    <a:pt x="5275533" y="1641017"/>
                  </a:lnTo>
                  <a:lnTo>
                    <a:pt x="5275533" y="2257481"/>
                  </a:lnTo>
                  <a:lnTo>
                    <a:pt x="5168881" y="2332084"/>
                  </a:lnTo>
                  <a:cubicBezTo>
                    <a:pt x="5125235" y="2362079"/>
                    <a:pt x="5081099" y="2391958"/>
                    <a:pt x="5036225" y="2421489"/>
                  </a:cubicBezTo>
                  <a:cubicBezTo>
                    <a:pt x="4991231" y="2450790"/>
                    <a:pt x="4945867" y="2479857"/>
                    <a:pt x="4899401" y="2508347"/>
                  </a:cubicBezTo>
                  <a:cubicBezTo>
                    <a:pt x="4806959" y="2565440"/>
                    <a:pt x="4711574" y="2620798"/>
                    <a:pt x="4612145" y="2671407"/>
                  </a:cubicBezTo>
                  <a:cubicBezTo>
                    <a:pt x="4512836" y="2722247"/>
                    <a:pt x="4410095" y="2769496"/>
                    <a:pt x="4303187" y="2810030"/>
                  </a:cubicBezTo>
                  <a:cubicBezTo>
                    <a:pt x="4090349" y="2892256"/>
                    <a:pt x="3861694" y="2947728"/>
                    <a:pt x="3630835" y="2969500"/>
                  </a:cubicBezTo>
                  <a:cubicBezTo>
                    <a:pt x="3573089" y="2974712"/>
                    <a:pt x="3515343" y="2978649"/>
                    <a:pt x="3457719" y="2979808"/>
                  </a:cubicBezTo>
                  <a:lnTo>
                    <a:pt x="3414441" y="2980733"/>
                  </a:lnTo>
                  <a:cubicBezTo>
                    <a:pt x="3400097" y="2980850"/>
                    <a:pt x="3385630" y="2980502"/>
                    <a:pt x="3371285" y="2980502"/>
                  </a:cubicBezTo>
                  <a:lnTo>
                    <a:pt x="3328252" y="2980039"/>
                  </a:lnTo>
                  <a:lnTo>
                    <a:pt x="3286445" y="2978534"/>
                  </a:lnTo>
                  <a:cubicBezTo>
                    <a:pt x="3175121" y="2975174"/>
                    <a:pt x="3063553" y="2966837"/>
                    <a:pt x="2952475" y="2953402"/>
                  </a:cubicBezTo>
                  <a:cubicBezTo>
                    <a:pt x="2841275" y="2940664"/>
                    <a:pt x="2730319" y="2922365"/>
                    <a:pt x="2620591" y="2898046"/>
                  </a:cubicBezTo>
                  <a:cubicBezTo>
                    <a:pt x="2510984" y="2873494"/>
                    <a:pt x="2402235" y="2844426"/>
                    <a:pt x="2294591" y="2811305"/>
                  </a:cubicBezTo>
                  <a:cubicBezTo>
                    <a:pt x="2079669" y="2744483"/>
                    <a:pt x="1867198" y="2661331"/>
                    <a:pt x="1670544" y="2550501"/>
                  </a:cubicBezTo>
                  <a:cubicBezTo>
                    <a:pt x="1473767" y="2439903"/>
                    <a:pt x="1298079" y="2299657"/>
                    <a:pt x="1144703" y="2144472"/>
                  </a:cubicBezTo>
                  <a:cubicBezTo>
                    <a:pt x="1067586" y="2066996"/>
                    <a:pt x="997458" y="1984539"/>
                    <a:pt x="931497" y="1900114"/>
                  </a:cubicBezTo>
                  <a:cubicBezTo>
                    <a:pt x="865906" y="1815342"/>
                    <a:pt x="803500" y="1729295"/>
                    <a:pt x="745265" y="1641395"/>
                  </a:cubicBezTo>
                  <a:cubicBezTo>
                    <a:pt x="730307" y="1619623"/>
                    <a:pt x="716207" y="1597503"/>
                    <a:pt x="701741" y="1575500"/>
                  </a:cubicBezTo>
                  <a:lnTo>
                    <a:pt x="660178" y="1511573"/>
                  </a:lnTo>
                  <a:cubicBezTo>
                    <a:pt x="633574" y="1470229"/>
                    <a:pt x="605989" y="1429232"/>
                    <a:pt x="578158" y="1387656"/>
                  </a:cubicBezTo>
                  <a:lnTo>
                    <a:pt x="408230" y="1134497"/>
                  </a:lnTo>
                  <a:cubicBezTo>
                    <a:pt x="351220" y="1048219"/>
                    <a:pt x="294945" y="959392"/>
                    <a:pt x="242349" y="866860"/>
                  </a:cubicBezTo>
                  <a:cubicBezTo>
                    <a:pt x="216112" y="820536"/>
                    <a:pt x="190734" y="773402"/>
                    <a:pt x="167562" y="724994"/>
                  </a:cubicBezTo>
                  <a:cubicBezTo>
                    <a:pt x="144513" y="676469"/>
                    <a:pt x="123057" y="627019"/>
                    <a:pt x="104054" y="576525"/>
                  </a:cubicBezTo>
                  <a:cubicBezTo>
                    <a:pt x="85418" y="525917"/>
                    <a:pt x="68867" y="474613"/>
                    <a:pt x="55381" y="422499"/>
                  </a:cubicBezTo>
                  <a:cubicBezTo>
                    <a:pt x="49006" y="396442"/>
                    <a:pt x="42508" y="370269"/>
                    <a:pt x="37236" y="343980"/>
                  </a:cubicBezTo>
                  <a:lnTo>
                    <a:pt x="29267" y="304604"/>
                  </a:lnTo>
                  <a:lnTo>
                    <a:pt x="22646" y="265113"/>
                  </a:lnTo>
                  <a:cubicBezTo>
                    <a:pt x="14003" y="212420"/>
                    <a:pt x="7872" y="159582"/>
                    <a:pt x="3903" y="106787"/>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Freeform: Shape 13">
              <a:extLst>
                <a:ext uri="{FF2B5EF4-FFF2-40B4-BE49-F238E27FC236}">
                  <a16:creationId xmlns:a16="http://schemas.microsoft.com/office/drawing/2014/main" id="{CEA7D5D6-1774-4826-A365-56CA591C9C9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921214" y="-1"/>
              <a:ext cx="5270786" cy="2927775"/>
            </a:xfrm>
            <a:custGeom>
              <a:avLst/>
              <a:gdLst>
                <a:gd name="connsiteX0" fmla="*/ 0 w 5270786"/>
                <a:gd name="connsiteY0" fmla="*/ 0 h 2927775"/>
                <a:gd name="connsiteX1" fmla="*/ 613805 w 5270786"/>
                <a:gd name="connsiteY1" fmla="*/ 0 h 2927775"/>
                <a:gd name="connsiteX2" fmla="*/ 618487 w 5270786"/>
                <a:gd name="connsiteY2" fmla="*/ 85404 h 2927775"/>
                <a:gd name="connsiteX3" fmla="*/ 1054084 w 5270786"/>
                <a:gd name="connsiteY3" fmla="*/ 895200 h 2927775"/>
                <a:gd name="connsiteX4" fmla="*/ 1276976 w 5270786"/>
                <a:gd name="connsiteY4" fmla="*/ 1191325 h 2927775"/>
                <a:gd name="connsiteX5" fmla="*/ 3368450 w 5270786"/>
                <a:gd name="connsiteY5" fmla="*/ 2348843 h 2927775"/>
                <a:gd name="connsiteX6" fmla="*/ 4956151 w 5270786"/>
                <a:gd name="connsiteY6" fmla="*/ 1636730 h 2927775"/>
                <a:gd name="connsiteX7" fmla="*/ 5149372 w 5270786"/>
                <a:gd name="connsiteY7" fmla="*/ 1495325 h 2927775"/>
                <a:gd name="connsiteX8" fmla="*/ 5270786 w 5270786"/>
                <a:gd name="connsiteY8" fmla="*/ 1406110 h 2927775"/>
                <a:gd name="connsiteX9" fmla="*/ 5270786 w 5270786"/>
                <a:gd name="connsiteY9" fmla="*/ 2138641 h 2927775"/>
                <a:gd name="connsiteX10" fmla="*/ 5112925 w 5270786"/>
                <a:gd name="connsiteY10" fmla="*/ 2253730 h 2927775"/>
                <a:gd name="connsiteX11" fmla="*/ 3368327 w 5270786"/>
                <a:gd name="connsiteY11" fmla="*/ 2927775 h 2927775"/>
                <a:gd name="connsiteX12" fmla="*/ 769646 w 5270786"/>
                <a:gd name="connsiteY12" fmla="*/ 1516288 h 2927775"/>
                <a:gd name="connsiteX13" fmla="*/ 3149 w 5270786"/>
                <a:gd name="connsiteY13" fmla="*/ 85252 h 29277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5270786" h="2927775">
                  <a:moveTo>
                    <a:pt x="0" y="0"/>
                  </a:moveTo>
                  <a:lnTo>
                    <a:pt x="613805" y="0"/>
                  </a:lnTo>
                  <a:lnTo>
                    <a:pt x="618487" y="85404"/>
                  </a:lnTo>
                  <a:cubicBezTo>
                    <a:pt x="650052" y="360109"/>
                    <a:pt x="792650" y="556543"/>
                    <a:pt x="1054084" y="895200"/>
                  </a:cubicBezTo>
                  <a:cubicBezTo>
                    <a:pt x="1126174" y="988542"/>
                    <a:pt x="1200716" y="1085128"/>
                    <a:pt x="1276976" y="1191325"/>
                  </a:cubicBezTo>
                  <a:cubicBezTo>
                    <a:pt x="1859704" y="2002688"/>
                    <a:pt x="2485223" y="2348843"/>
                    <a:pt x="3368450" y="2348843"/>
                  </a:cubicBezTo>
                  <a:cubicBezTo>
                    <a:pt x="3948114" y="2348843"/>
                    <a:pt x="4373422" y="2066846"/>
                    <a:pt x="4956151" y="1636730"/>
                  </a:cubicBezTo>
                  <a:cubicBezTo>
                    <a:pt x="5021253" y="1588668"/>
                    <a:pt x="5086356" y="1541186"/>
                    <a:pt x="5149372" y="1495325"/>
                  </a:cubicBezTo>
                  <a:lnTo>
                    <a:pt x="5270786" y="1406110"/>
                  </a:lnTo>
                  <a:lnTo>
                    <a:pt x="5270786" y="2138641"/>
                  </a:lnTo>
                  <a:lnTo>
                    <a:pt x="5112925" y="2253730"/>
                  </a:lnTo>
                  <a:cubicBezTo>
                    <a:pt x="4598179" y="2621786"/>
                    <a:pt x="4074961" y="2927775"/>
                    <a:pt x="3368327" y="2927775"/>
                  </a:cubicBezTo>
                  <a:cubicBezTo>
                    <a:pt x="2170746" y="2927775"/>
                    <a:pt x="1393203" y="2384512"/>
                    <a:pt x="769646" y="1516288"/>
                  </a:cubicBezTo>
                  <a:cubicBezTo>
                    <a:pt x="418850" y="1027932"/>
                    <a:pt x="48120" y="683401"/>
                    <a:pt x="3149" y="85252"/>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Freeform: Shape 14">
              <a:extLst>
                <a:ext uri="{FF2B5EF4-FFF2-40B4-BE49-F238E27FC236}">
                  <a16:creationId xmlns:a16="http://schemas.microsoft.com/office/drawing/2014/main" id="{C9CE5CDD-EDFB-416F-889C-A7DB46AA9AA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921214" y="-1"/>
              <a:ext cx="5270786" cy="2927775"/>
            </a:xfrm>
            <a:custGeom>
              <a:avLst/>
              <a:gdLst>
                <a:gd name="connsiteX0" fmla="*/ 0 w 5270786"/>
                <a:gd name="connsiteY0" fmla="*/ 0 h 2927775"/>
                <a:gd name="connsiteX1" fmla="*/ 736294 w 5270786"/>
                <a:gd name="connsiteY1" fmla="*/ 0 h 2927775"/>
                <a:gd name="connsiteX2" fmla="*/ 740298 w 5270786"/>
                <a:gd name="connsiteY2" fmla="*/ 72745 h 2927775"/>
                <a:gd name="connsiteX3" fmla="*/ 1153024 w 5270786"/>
                <a:gd name="connsiteY3" fmla="*/ 826989 h 2927775"/>
                <a:gd name="connsiteX4" fmla="*/ 1378368 w 5270786"/>
                <a:gd name="connsiteY4" fmla="*/ 1126356 h 2927775"/>
                <a:gd name="connsiteX5" fmla="*/ 2238056 w 5270786"/>
                <a:gd name="connsiteY5" fmla="*/ 1955322 h 2927775"/>
                <a:gd name="connsiteX6" fmla="*/ 3368327 w 5270786"/>
                <a:gd name="connsiteY6" fmla="*/ 2233033 h 2927775"/>
                <a:gd name="connsiteX7" fmla="*/ 4095360 w 5270786"/>
                <a:gd name="connsiteY7" fmla="*/ 2056192 h 2927775"/>
                <a:gd name="connsiteX8" fmla="*/ 4880506 w 5270786"/>
                <a:gd name="connsiteY8" fmla="*/ 1545587 h 2927775"/>
                <a:gd name="connsiteX9" fmla="*/ 5074340 w 5270786"/>
                <a:gd name="connsiteY9" fmla="*/ 1403721 h 2927775"/>
                <a:gd name="connsiteX10" fmla="*/ 5270786 w 5270786"/>
                <a:gd name="connsiteY10" fmla="*/ 1259367 h 2927775"/>
                <a:gd name="connsiteX11" fmla="*/ 5270786 w 5270786"/>
                <a:gd name="connsiteY11" fmla="*/ 2138641 h 2927775"/>
                <a:gd name="connsiteX12" fmla="*/ 5112925 w 5270786"/>
                <a:gd name="connsiteY12" fmla="*/ 2253730 h 2927775"/>
                <a:gd name="connsiteX13" fmla="*/ 3368327 w 5270786"/>
                <a:gd name="connsiteY13" fmla="*/ 2927775 h 2927775"/>
                <a:gd name="connsiteX14" fmla="*/ 769646 w 5270786"/>
                <a:gd name="connsiteY14" fmla="*/ 1516288 h 2927775"/>
                <a:gd name="connsiteX15" fmla="*/ 3149 w 5270786"/>
                <a:gd name="connsiteY15" fmla="*/ 85252 h 29277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5270786" h="2927775">
                  <a:moveTo>
                    <a:pt x="0" y="0"/>
                  </a:moveTo>
                  <a:lnTo>
                    <a:pt x="736294" y="0"/>
                  </a:lnTo>
                  <a:lnTo>
                    <a:pt x="740298" y="72745"/>
                  </a:lnTo>
                  <a:cubicBezTo>
                    <a:pt x="768839" y="319371"/>
                    <a:pt x="898885" y="497858"/>
                    <a:pt x="1153024" y="826989"/>
                  </a:cubicBezTo>
                  <a:cubicBezTo>
                    <a:pt x="1225727" y="921142"/>
                    <a:pt x="1300882" y="1018537"/>
                    <a:pt x="1378368" y="1126356"/>
                  </a:cubicBezTo>
                  <a:cubicBezTo>
                    <a:pt x="1652384" y="1507833"/>
                    <a:pt x="1933512" y="1779060"/>
                    <a:pt x="2238056" y="1955322"/>
                  </a:cubicBezTo>
                  <a:cubicBezTo>
                    <a:pt x="2560868" y="2142238"/>
                    <a:pt x="2930637" y="2233033"/>
                    <a:pt x="3368327" y="2233033"/>
                  </a:cubicBezTo>
                  <a:cubicBezTo>
                    <a:pt x="3616720" y="2233033"/>
                    <a:pt x="3847703" y="2176866"/>
                    <a:pt x="4095360" y="2056192"/>
                  </a:cubicBezTo>
                  <a:cubicBezTo>
                    <a:pt x="4349636" y="1932276"/>
                    <a:pt x="4601340" y="1751613"/>
                    <a:pt x="4880506" y="1545587"/>
                  </a:cubicBezTo>
                  <a:cubicBezTo>
                    <a:pt x="4945974" y="1497295"/>
                    <a:pt x="5011199" y="1449697"/>
                    <a:pt x="5074340" y="1403721"/>
                  </a:cubicBezTo>
                  <a:lnTo>
                    <a:pt x="5270786" y="1259367"/>
                  </a:lnTo>
                  <a:lnTo>
                    <a:pt x="5270786" y="2138641"/>
                  </a:lnTo>
                  <a:lnTo>
                    <a:pt x="5112925" y="2253730"/>
                  </a:lnTo>
                  <a:cubicBezTo>
                    <a:pt x="4598179" y="2621786"/>
                    <a:pt x="4074961" y="2927775"/>
                    <a:pt x="3368327" y="2927775"/>
                  </a:cubicBezTo>
                  <a:cubicBezTo>
                    <a:pt x="2170746" y="2927775"/>
                    <a:pt x="1393203" y="2384512"/>
                    <a:pt x="769646" y="1516288"/>
                  </a:cubicBezTo>
                  <a:cubicBezTo>
                    <a:pt x="418850" y="1027932"/>
                    <a:pt x="48120" y="683401"/>
                    <a:pt x="3149" y="85252"/>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17" name="Group 16">
            <a:extLst>
              <a:ext uri="{FF2B5EF4-FFF2-40B4-BE49-F238E27FC236}">
                <a16:creationId xmlns:a16="http://schemas.microsoft.com/office/drawing/2014/main" id="{1BC136B2-4D8D-4561-95D5-56167F4116BD}"/>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rot="10800000" flipH="1">
            <a:off x="0" y="4114799"/>
            <a:ext cx="3655725" cy="2743201"/>
            <a:chOff x="-305" y="-1"/>
            <a:chExt cx="3832880" cy="2876136"/>
          </a:xfrm>
        </p:grpSpPr>
        <p:sp>
          <p:nvSpPr>
            <p:cNvPr id="18" name="Freeform: Shape 17">
              <a:extLst>
                <a:ext uri="{FF2B5EF4-FFF2-40B4-BE49-F238E27FC236}">
                  <a16:creationId xmlns:a16="http://schemas.microsoft.com/office/drawing/2014/main" id="{2C3B060E-7597-4B31-9EBE-16DBC974CDA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1"/>
              <a:ext cx="3815424" cy="2653659"/>
            </a:xfrm>
            <a:custGeom>
              <a:avLst/>
              <a:gdLst>
                <a:gd name="connsiteX0" fmla="*/ 3203055 w 3815424"/>
                <a:gd name="connsiteY0" fmla="*/ 0 h 2653659"/>
                <a:gd name="connsiteX1" fmla="*/ 3815424 w 3815424"/>
                <a:gd name="connsiteY1" fmla="*/ 0 h 2653659"/>
                <a:gd name="connsiteX2" fmla="*/ 3801025 w 3815424"/>
                <a:gd name="connsiteY2" fmla="*/ 214243 h 2653659"/>
                <a:gd name="connsiteX3" fmla="*/ 587142 w 3815424"/>
                <a:gd name="connsiteY3" fmla="*/ 2653659 h 2653659"/>
                <a:gd name="connsiteX4" fmla="*/ 53389 w 3815424"/>
                <a:gd name="connsiteY4" fmla="*/ 2605041 h 2653659"/>
                <a:gd name="connsiteX5" fmla="*/ 0 w 3815424"/>
                <a:gd name="connsiteY5" fmla="*/ 2593136 h 2653659"/>
                <a:gd name="connsiteX6" fmla="*/ 0 w 3815424"/>
                <a:gd name="connsiteY6" fmla="*/ 1994836 h 2653659"/>
                <a:gd name="connsiteX7" fmla="*/ 159710 w 3815424"/>
                <a:gd name="connsiteY7" fmla="*/ 2035054 h 2653659"/>
                <a:gd name="connsiteX8" fmla="*/ 587142 w 3815424"/>
                <a:gd name="connsiteY8" fmla="*/ 2075152 h 2653659"/>
                <a:gd name="connsiteX9" fmla="*/ 1549283 w 3815424"/>
                <a:gd name="connsiteY9" fmla="*/ 1900153 h 2653659"/>
                <a:gd name="connsiteX10" fmla="*/ 2406698 w 3815424"/>
                <a:gd name="connsiteY10" fmla="*/ 1418450 h 2653659"/>
                <a:gd name="connsiteX11" fmla="*/ 2996069 w 3815424"/>
                <a:gd name="connsiteY11" fmla="*/ 728678 h 2653659"/>
                <a:gd name="connsiteX12" fmla="*/ 3193967 w 3815424"/>
                <a:gd name="connsiteY12" fmla="*/ 137719 h 265365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3815424" h="2653659">
                  <a:moveTo>
                    <a:pt x="3203055" y="0"/>
                  </a:moveTo>
                  <a:lnTo>
                    <a:pt x="3815424" y="0"/>
                  </a:lnTo>
                  <a:lnTo>
                    <a:pt x="3801025" y="214243"/>
                  </a:lnTo>
                  <a:cubicBezTo>
                    <a:pt x="3616317" y="1584467"/>
                    <a:pt x="2091637" y="2653659"/>
                    <a:pt x="587142" y="2653659"/>
                  </a:cubicBezTo>
                  <a:cubicBezTo>
                    <a:pt x="400192" y="2653659"/>
                    <a:pt x="222112" y="2636953"/>
                    <a:pt x="53389" y="2605041"/>
                  </a:cubicBezTo>
                  <a:lnTo>
                    <a:pt x="0" y="2593136"/>
                  </a:lnTo>
                  <a:lnTo>
                    <a:pt x="0" y="1994836"/>
                  </a:lnTo>
                  <a:lnTo>
                    <a:pt x="159710" y="2035054"/>
                  </a:lnTo>
                  <a:cubicBezTo>
                    <a:pt x="295467" y="2061726"/>
                    <a:pt x="438268" y="2075152"/>
                    <a:pt x="587142" y="2075152"/>
                  </a:cubicBezTo>
                  <a:cubicBezTo>
                    <a:pt x="901731" y="2075152"/>
                    <a:pt x="1234490" y="2014697"/>
                    <a:pt x="1549283" y="1900153"/>
                  </a:cubicBezTo>
                  <a:cubicBezTo>
                    <a:pt x="1860709" y="1786959"/>
                    <a:pt x="2157231" y="1620350"/>
                    <a:pt x="2406698" y="1418450"/>
                  </a:cubicBezTo>
                  <a:cubicBezTo>
                    <a:pt x="2655859" y="1216840"/>
                    <a:pt x="2859596" y="978302"/>
                    <a:pt x="2996069" y="728678"/>
                  </a:cubicBezTo>
                  <a:cubicBezTo>
                    <a:pt x="3101178" y="536396"/>
                    <a:pt x="3167417" y="338366"/>
                    <a:pt x="3193967" y="137719"/>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Freeform: Shape 18">
              <a:extLst>
                <a:ext uri="{FF2B5EF4-FFF2-40B4-BE49-F238E27FC236}">
                  <a16:creationId xmlns:a16="http://schemas.microsoft.com/office/drawing/2014/main" id="{937A35E4-8449-4A65-9CFF-F87916203D8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1"/>
              <a:ext cx="3815424" cy="2653660"/>
            </a:xfrm>
            <a:custGeom>
              <a:avLst/>
              <a:gdLst>
                <a:gd name="connsiteX0" fmla="*/ 3305038 w 3815424"/>
                <a:gd name="connsiteY0" fmla="*/ 0 h 2653660"/>
                <a:gd name="connsiteX1" fmla="*/ 3815424 w 3815424"/>
                <a:gd name="connsiteY1" fmla="*/ 0 h 2653660"/>
                <a:gd name="connsiteX2" fmla="*/ 3801025 w 3815424"/>
                <a:gd name="connsiteY2" fmla="*/ 214244 h 2653660"/>
                <a:gd name="connsiteX3" fmla="*/ 587142 w 3815424"/>
                <a:gd name="connsiteY3" fmla="*/ 2653660 h 2653660"/>
                <a:gd name="connsiteX4" fmla="*/ 53389 w 3815424"/>
                <a:gd name="connsiteY4" fmla="*/ 2605042 h 2653660"/>
                <a:gd name="connsiteX5" fmla="*/ 0 w 3815424"/>
                <a:gd name="connsiteY5" fmla="*/ 2593137 h 2653660"/>
                <a:gd name="connsiteX6" fmla="*/ 0 w 3815424"/>
                <a:gd name="connsiteY6" fmla="*/ 2094444 h 2653660"/>
                <a:gd name="connsiteX7" fmla="*/ 137675 w 3815424"/>
                <a:gd name="connsiteY7" fmla="*/ 2129195 h 2653660"/>
                <a:gd name="connsiteX8" fmla="*/ 587142 w 3815424"/>
                <a:gd name="connsiteY8" fmla="*/ 2171571 h 2653660"/>
                <a:gd name="connsiteX9" fmla="*/ 1585826 w 3815424"/>
                <a:gd name="connsiteY9" fmla="*/ 1990112 h 2653660"/>
                <a:gd name="connsiteX10" fmla="*/ 2473046 w 3815424"/>
                <a:gd name="connsiteY10" fmla="*/ 1491633 h 2653660"/>
                <a:gd name="connsiteX11" fmla="*/ 3086710 w 3815424"/>
                <a:gd name="connsiteY11" fmla="*/ 772838 h 2653660"/>
                <a:gd name="connsiteX12" fmla="*/ 3295217 w 3815424"/>
                <a:gd name="connsiteY12" fmla="*/ 149229 h 26536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3815424" h="2653660">
                  <a:moveTo>
                    <a:pt x="3305038" y="0"/>
                  </a:moveTo>
                  <a:lnTo>
                    <a:pt x="3815424" y="0"/>
                  </a:lnTo>
                  <a:lnTo>
                    <a:pt x="3801025" y="214244"/>
                  </a:lnTo>
                  <a:cubicBezTo>
                    <a:pt x="3616317" y="1584467"/>
                    <a:pt x="2091637" y="2653660"/>
                    <a:pt x="587142" y="2653660"/>
                  </a:cubicBezTo>
                  <a:cubicBezTo>
                    <a:pt x="400192" y="2653660"/>
                    <a:pt x="222112" y="2636954"/>
                    <a:pt x="53389" y="2605042"/>
                  </a:cubicBezTo>
                  <a:lnTo>
                    <a:pt x="0" y="2593137"/>
                  </a:lnTo>
                  <a:lnTo>
                    <a:pt x="0" y="2094444"/>
                  </a:lnTo>
                  <a:lnTo>
                    <a:pt x="137675" y="2129195"/>
                  </a:lnTo>
                  <a:cubicBezTo>
                    <a:pt x="280616" y="2157374"/>
                    <a:pt x="430766" y="2171571"/>
                    <a:pt x="587142" y="2171571"/>
                  </a:cubicBezTo>
                  <a:cubicBezTo>
                    <a:pt x="918879" y="2171571"/>
                    <a:pt x="1254904" y="2110634"/>
                    <a:pt x="1585826" y="1990112"/>
                  </a:cubicBezTo>
                  <a:cubicBezTo>
                    <a:pt x="1908071" y="1873061"/>
                    <a:pt x="2214800" y="1700666"/>
                    <a:pt x="2473046" y="1491633"/>
                  </a:cubicBezTo>
                  <a:cubicBezTo>
                    <a:pt x="2735782" y="1279031"/>
                    <a:pt x="2942276" y="1037118"/>
                    <a:pt x="3086710" y="772838"/>
                  </a:cubicBezTo>
                  <a:cubicBezTo>
                    <a:pt x="3197408" y="570216"/>
                    <a:pt x="3267226" y="361248"/>
                    <a:pt x="3295217" y="149229"/>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Freeform: Shape 19">
              <a:extLst>
                <a:ext uri="{FF2B5EF4-FFF2-40B4-BE49-F238E27FC236}">
                  <a16:creationId xmlns:a16="http://schemas.microsoft.com/office/drawing/2014/main" id="{25774B36-1747-45AE-82C4-C5BA90C518F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1"/>
              <a:ext cx="3815986" cy="2675935"/>
            </a:xfrm>
            <a:custGeom>
              <a:avLst/>
              <a:gdLst>
                <a:gd name="connsiteX0" fmla="*/ 3648768 w 3815986"/>
                <a:gd name="connsiteY0" fmla="*/ 0 h 2675935"/>
                <a:gd name="connsiteX1" fmla="*/ 3815986 w 3815986"/>
                <a:gd name="connsiteY1" fmla="*/ 0 h 2675935"/>
                <a:gd name="connsiteX2" fmla="*/ 3804695 w 3815986"/>
                <a:gd name="connsiteY2" fmla="*/ 200084 h 2675935"/>
                <a:gd name="connsiteX3" fmla="*/ 3762590 w 3815986"/>
                <a:gd name="connsiteY3" fmla="*/ 455543 h 2675935"/>
                <a:gd name="connsiteX4" fmla="*/ 3592332 w 3815986"/>
                <a:gd name="connsiteY4" fmla="*/ 947274 h 2675935"/>
                <a:gd name="connsiteX5" fmla="*/ 2953967 w 3815986"/>
                <a:gd name="connsiteY5" fmla="*/ 1782349 h 2675935"/>
                <a:gd name="connsiteX6" fmla="*/ 2530669 w 3815986"/>
                <a:gd name="connsiteY6" fmla="*/ 2109494 h 2675935"/>
                <a:gd name="connsiteX7" fmla="*/ 2057561 w 3815986"/>
                <a:gd name="connsiteY7" fmla="*/ 2369245 h 2675935"/>
                <a:gd name="connsiteX8" fmla="*/ 1007330 w 3815986"/>
                <a:gd name="connsiteY8" fmla="*/ 2655701 h 2675935"/>
                <a:gd name="connsiteX9" fmla="*/ 732765 w 3815986"/>
                <a:gd name="connsiteY9" fmla="*/ 2674696 h 2675935"/>
                <a:gd name="connsiteX10" fmla="*/ 457666 w 3815986"/>
                <a:gd name="connsiteY10" fmla="*/ 2670839 h 2675935"/>
                <a:gd name="connsiteX11" fmla="*/ 183574 w 3815986"/>
                <a:gd name="connsiteY11" fmla="*/ 2643312 h 2675935"/>
                <a:gd name="connsiteX12" fmla="*/ 0 w 3815986"/>
                <a:gd name="connsiteY12" fmla="*/ 2607798 h 2675935"/>
                <a:gd name="connsiteX13" fmla="*/ 0 w 3815986"/>
                <a:gd name="connsiteY13" fmla="*/ 2356652 h 2675935"/>
                <a:gd name="connsiteX14" fmla="*/ 222195 w 3815986"/>
                <a:gd name="connsiteY14" fmla="*/ 2396940 h 2675935"/>
                <a:gd name="connsiteX15" fmla="*/ 472364 w 3815986"/>
                <a:gd name="connsiteY15" fmla="*/ 2419092 h 2675935"/>
                <a:gd name="connsiteX16" fmla="*/ 974972 w 3815986"/>
                <a:gd name="connsiteY16" fmla="*/ 2402122 h 2675935"/>
                <a:gd name="connsiteX17" fmla="*/ 1468292 w 3815986"/>
                <a:gd name="connsiteY17" fmla="*/ 2304162 h 2675935"/>
                <a:gd name="connsiteX18" fmla="*/ 1940176 w 3815986"/>
                <a:gd name="connsiteY18" fmla="*/ 2133695 h 2675935"/>
                <a:gd name="connsiteX19" fmla="*/ 2783403 w 3815986"/>
                <a:gd name="connsiteY19" fmla="*/ 1609954 h 2675935"/>
                <a:gd name="connsiteX20" fmla="*/ 3128104 w 3815986"/>
                <a:gd name="connsiteY20" fmla="*/ 1260439 h 2675935"/>
                <a:gd name="connsiteX21" fmla="*/ 3400639 w 3815986"/>
                <a:gd name="connsiteY21" fmla="*/ 859052 h 2675935"/>
                <a:gd name="connsiteX22" fmla="*/ 3585595 w 3815986"/>
                <a:gd name="connsiteY22" fmla="*/ 415336 h 2675935"/>
                <a:gd name="connsiteX23" fmla="*/ 3635918 w 3815986"/>
                <a:gd name="connsiteY23" fmla="*/ 181137 h 267593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3815986" h="2675935">
                  <a:moveTo>
                    <a:pt x="3648768" y="0"/>
                  </a:moveTo>
                  <a:lnTo>
                    <a:pt x="3815986" y="0"/>
                  </a:lnTo>
                  <a:lnTo>
                    <a:pt x="3804695" y="200084"/>
                  </a:lnTo>
                  <a:cubicBezTo>
                    <a:pt x="3795228" y="285751"/>
                    <a:pt x="3781167" y="371032"/>
                    <a:pt x="3762590" y="455543"/>
                  </a:cubicBezTo>
                  <a:cubicBezTo>
                    <a:pt x="3725537" y="624467"/>
                    <a:pt x="3668784" y="790112"/>
                    <a:pt x="3592332" y="947274"/>
                  </a:cubicBezTo>
                  <a:cubicBezTo>
                    <a:pt x="3438712" y="1261596"/>
                    <a:pt x="3216091" y="1542847"/>
                    <a:pt x="2953967" y="1782349"/>
                  </a:cubicBezTo>
                  <a:cubicBezTo>
                    <a:pt x="2822599" y="1902099"/>
                    <a:pt x="2680615" y="2011341"/>
                    <a:pt x="2530669" y="2109494"/>
                  </a:cubicBezTo>
                  <a:cubicBezTo>
                    <a:pt x="2380520" y="2207551"/>
                    <a:pt x="2222510" y="2294906"/>
                    <a:pt x="2057561" y="2369245"/>
                  </a:cubicBezTo>
                  <a:cubicBezTo>
                    <a:pt x="1727252" y="2516859"/>
                    <a:pt x="1371629" y="2614434"/>
                    <a:pt x="1007330" y="2655701"/>
                  </a:cubicBezTo>
                  <a:cubicBezTo>
                    <a:pt x="916281" y="2665873"/>
                    <a:pt x="824568" y="2672188"/>
                    <a:pt x="732765" y="2674696"/>
                  </a:cubicBezTo>
                  <a:cubicBezTo>
                    <a:pt x="640963" y="2677203"/>
                    <a:pt x="549072" y="2675901"/>
                    <a:pt x="457666" y="2670839"/>
                  </a:cubicBezTo>
                  <a:cubicBezTo>
                    <a:pt x="366106" y="2665584"/>
                    <a:pt x="274572" y="2656521"/>
                    <a:pt x="183574" y="2643312"/>
                  </a:cubicBezTo>
                  <a:lnTo>
                    <a:pt x="0" y="2607798"/>
                  </a:lnTo>
                  <a:lnTo>
                    <a:pt x="0" y="2356652"/>
                  </a:lnTo>
                  <a:lnTo>
                    <a:pt x="222195" y="2396940"/>
                  </a:lnTo>
                  <a:cubicBezTo>
                    <a:pt x="304990" y="2407980"/>
                    <a:pt x="388511" y="2415283"/>
                    <a:pt x="472364" y="2419092"/>
                  </a:cubicBezTo>
                  <a:cubicBezTo>
                    <a:pt x="640376" y="2427095"/>
                    <a:pt x="808184" y="2421791"/>
                    <a:pt x="974972" y="2402122"/>
                  </a:cubicBezTo>
                  <a:cubicBezTo>
                    <a:pt x="1141658" y="2382358"/>
                    <a:pt x="1306812" y="2349286"/>
                    <a:pt x="1468292" y="2304162"/>
                  </a:cubicBezTo>
                  <a:cubicBezTo>
                    <a:pt x="1629874" y="2259231"/>
                    <a:pt x="1787475" y="2201091"/>
                    <a:pt x="1940176" y="2133695"/>
                  </a:cubicBezTo>
                  <a:cubicBezTo>
                    <a:pt x="2246498" y="2000349"/>
                    <a:pt x="2532507" y="1823520"/>
                    <a:pt x="2783403" y="1609954"/>
                  </a:cubicBezTo>
                  <a:cubicBezTo>
                    <a:pt x="2908442" y="1502833"/>
                    <a:pt x="3024295" y="1385975"/>
                    <a:pt x="3128104" y="1260439"/>
                  </a:cubicBezTo>
                  <a:cubicBezTo>
                    <a:pt x="3232116" y="1135096"/>
                    <a:pt x="3323881" y="1000689"/>
                    <a:pt x="3400639" y="859052"/>
                  </a:cubicBezTo>
                  <a:cubicBezTo>
                    <a:pt x="3477399" y="717510"/>
                    <a:pt x="3541296" y="569316"/>
                    <a:pt x="3585595" y="415336"/>
                  </a:cubicBezTo>
                  <a:cubicBezTo>
                    <a:pt x="3607796" y="338540"/>
                    <a:pt x="3624638" y="260224"/>
                    <a:pt x="3635918" y="181137"/>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Freeform: Shape 20">
              <a:extLst>
                <a:ext uri="{FF2B5EF4-FFF2-40B4-BE49-F238E27FC236}">
                  <a16:creationId xmlns:a16="http://schemas.microsoft.com/office/drawing/2014/main" id="{0022F94E-D4FB-4369-A3EE-7D82330BA4C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1"/>
              <a:ext cx="3832270" cy="2876136"/>
            </a:xfrm>
            <a:custGeom>
              <a:avLst/>
              <a:gdLst>
                <a:gd name="connsiteX0" fmla="*/ 3800718 w 3832270"/>
                <a:gd name="connsiteY0" fmla="*/ 0 h 2876136"/>
                <a:gd name="connsiteX1" fmla="*/ 3832270 w 3832270"/>
                <a:gd name="connsiteY1" fmla="*/ 0 h 2876136"/>
                <a:gd name="connsiteX2" fmla="*/ 3824562 w 3832270"/>
                <a:gd name="connsiteY2" fmla="*/ 143769 h 2876136"/>
                <a:gd name="connsiteX3" fmla="*/ 3628155 w 3832270"/>
                <a:gd name="connsiteY3" fmla="*/ 922055 h 2876136"/>
                <a:gd name="connsiteX4" fmla="*/ 3514853 w 3832270"/>
                <a:gd name="connsiteY4" fmla="*/ 1169078 h 2876136"/>
                <a:gd name="connsiteX5" fmla="*/ 3379198 w 3832270"/>
                <a:gd name="connsiteY5" fmla="*/ 1407037 h 2876136"/>
                <a:gd name="connsiteX6" fmla="*/ 3043787 w 3832270"/>
                <a:gd name="connsiteY6" fmla="*/ 1848342 h 2876136"/>
                <a:gd name="connsiteX7" fmla="*/ 2845661 w 3832270"/>
                <a:gd name="connsiteY7" fmla="*/ 2047444 h 2876136"/>
                <a:gd name="connsiteX8" fmla="*/ 2793197 w 3832270"/>
                <a:gd name="connsiteY8" fmla="*/ 2094689 h 2876136"/>
                <a:gd name="connsiteX9" fmla="*/ 2739710 w 3832270"/>
                <a:gd name="connsiteY9" fmla="*/ 2140969 h 2876136"/>
                <a:gd name="connsiteX10" fmla="*/ 2629166 w 3832270"/>
                <a:gd name="connsiteY10" fmla="*/ 2229867 h 2876136"/>
                <a:gd name="connsiteX11" fmla="*/ 2145952 w 3832270"/>
                <a:gd name="connsiteY11" fmla="*/ 2535994 h 2876136"/>
                <a:gd name="connsiteX12" fmla="*/ 1034987 w 3832270"/>
                <a:gd name="connsiteY12" fmla="*/ 2863910 h 2876136"/>
                <a:gd name="connsiteX13" fmla="*/ 741909 w 3832270"/>
                <a:gd name="connsiteY13" fmla="*/ 2875939 h 2876136"/>
                <a:gd name="connsiteX14" fmla="*/ 450208 w 3832270"/>
                <a:gd name="connsiteY14" fmla="*/ 2857451 h 2876136"/>
                <a:gd name="connsiteX15" fmla="*/ 22215 w 3832270"/>
                <a:gd name="connsiteY15" fmla="*/ 2775923 h 2876136"/>
                <a:gd name="connsiteX16" fmla="*/ 0 w 3832270"/>
                <a:gd name="connsiteY16" fmla="*/ 2769256 h 2876136"/>
                <a:gd name="connsiteX17" fmla="*/ 0 w 3832270"/>
                <a:gd name="connsiteY17" fmla="*/ 2590612 h 2876136"/>
                <a:gd name="connsiteX18" fmla="*/ 199046 w 3832270"/>
                <a:gd name="connsiteY18" fmla="*/ 2627410 h 2876136"/>
                <a:gd name="connsiteX19" fmla="*/ 468174 w 3832270"/>
                <a:gd name="connsiteY19" fmla="*/ 2649670 h 2876136"/>
                <a:gd name="connsiteX20" fmla="*/ 1003650 w 3832270"/>
                <a:gd name="connsiteY20" fmla="*/ 2622480 h 2876136"/>
                <a:gd name="connsiteX21" fmla="*/ 1266489 w 3832270"/>
                <a:gd name="connsiteY21" fmla="*/ 2573982 h 2876136"/>
                <a:gd name="connsiteX22" fmla="*/ 1524223 w 3832270"/>
                <a:gd name="connsiteY22" fmla="*/ 2504657 h 2876136"/>
                <a:gd name="connsiteX23" fmla="*/ 1775731 w 3832270"/>
                <a:gd name="connsiteY23" fmla="*/ 2416243 h 2876136"/>
                <a:gd name="connsiteX24" fmla="*/ 2019789 w 3832270"/>
                <a:gd name="connsiteY24" fmla="*/ 2309412 h 2876136"/>
                <a:gd name="connsiteX25" fmla="*/ 2482486 w 3832270"/>
                <a:gd name="connsiteY25" fmla="*/ 2046962 h 2876136"/>
                <a:gd name="connsiteX26" fmla="*/ 2591908 w 3832270"/>
                <a:gd name="connsiteY26" fmla="*/ 1971371 h 2876136"/>
                <a:gd name="connsiteX27" fmla="*/ 2645702 w 3832270"/>
                <a:gd name="connsiteY27" fmla="*/ 1932321 h 2876136"/>
                <a:gd name="connsiteX28" fmla="*/ 2698779 w 3832270"/>
                <a:gd name="connsiteY28" fmla="*/ 1892309 h 2876136"/>
                <a:gd name="connsiteX29" fmla="*/ 2903537 w 3832270"/>
                <a:gd name="connsiteY29" fmla="*/ 1722516 h 2876136"/>
                <a:gd name="connsiteX30" fmla="*/ 3269061 w 3832270"/>
                <a:gd name="connsiteY30" fmla="*/ 1337327 h 2876136"/>
                <a:gd name="connsiteX31" fmla="*/ 3424928 w 3832270"/>
                <a:gd name="connsiteY31" fmla="*/ 1122508 h 2876136"/>
                <a:gd name="connsiteX32" fmla="*/ 3557622 w 3832270"/>
                <a:gd name="connsiteY32" fmla="*/ 893226 h 2876136"/>
                <a:gd name="connsiteX33" fmla="*/ 3587019 w 3832270"/>
                <a:gd name="connsiteY33" fmla="*/ 833929 h 2876136"/>
                <a:gd name="connsiteX34" fmla="*/ 3601310 w 3832270"/>
                <a:gd name="connsiteY34" fmla="*/ 804040 h 2876136"/>
                <a:gd name="connsiteX35" fmla="*/ 3614885 w 3832270"/>
                <a:gd name="connsiteY35" fmla="*/ 773861 h 2876136"/>
                <a:gd name="connsiteX36" fmla="*/ 3640812 w 3832270"/>
                <a:gd name="connsiteY36" fmla="*/ 713022 h 2876136"/>
                <a:gd name="connsiteX37" fmla="*/ 3665105 w 3832270"/>
                <a:gd name="connsiteY37" fmla="*/ 651506 h 2876136"/>
                <a:gd name="connsiteX38" fmla="*/ 3744110 w 3832270"/>
                <a:gd name="connsiteY38" fmla="*/ 399567 h 2876136"/>
                <a:gd name="connsiteX39" fmla="*/ 3792123 w 3832270"/>
                <a:gd name="connsiteY39" fmla="*/ 140444 h 28761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Lst>
              <a:rect l="l" t="t" r="r" b="b"/>
              <a:pathLst>
                <a:path w="3832270" h="2876136">
                  <a:moveTo>
                    <a:pt x="3800718" y="0"/>
                  </a:moveTo>
                  <a:lnTo>
                    <a:pt x="3832270" y="0"/>
                  </a:lnTo>
                  <a:lnTo>
                    <a:pt x="3824562" y="143769"/>
                  </a:lnTo>
                  <a:cubicBezTo>
                    <a:pt x="3797131" y="409191"/>
                    <a:pt x="3730585" y="671345"/>
                    <a:pt x="3628155" y="922055"/>
                  </a:cubicBezTo>
                  <a:cubicBezTo>
                    <a:pt x="3593858" y="1005553"/>
                    <a:pt x="3556704" y="1088280"/>
                    <a:pt x="3514853" y="1169078"/>
                  </a:cubicBezTo>
                  <a:cubicBezTo>
                    <a:pt x="3473616" y="1250166"/>
                    <a:pt x="3428194" y="1329517"/>
                    <a:pt x="3379198" y="1407037"/>
                  </a:cubicBezTo>
                  <a:cubicBezTo>
                    <a:pt x="3281106" y="1561980"/>
                    <a:pt x="3169132" y="1710174"/>
                    <a:pt x="3043787" y="1848342"/>
                  </a:cubicBezTo>
                  <a:cubicBezTo>
                    <a:pt x="2980806" y="1917184"/>
                    <a:pt x="2915071" y="1984001"/>
                    <a:pt x="2845661" y="2047444"/>
                  </a:cubicBezTo>
                  <a:cubicBezTo>
                    <a:pt x="2828411" y="2063450"/>
                    <a:pt x="2811060" y="2079263"/>
                    <a:pt x="2793197" y="2094689"/>
                  </a:cubicBezTo>
                  <a:cubicBezTo>
                    <a:pt x="2775436" y="2110213"/>
                    <a:pt x="2757982" y="2126025"/>
                    <a:pt x="2739710" y="2140969"/>
                  </a:cubicBezTo>
                  <a:cubicBezTo>
                    <a:pt x="2703576" y="2171341"/>
                    <a:pt x="2666524" y="2200749"/>
                    <a:pt x="2629166" y="2229867"/>
                  </a:cubicBezTo>
                  <a:cubicBezTo>
                    <a:pt x="2479015" y="2345569"/>
                    <a:pt x="2316821" y="2448061"/>
                    <a:pt x="2145952" y="2535994"/>
                  </a:cubicBezTo>
                  <a:cubicBezTo>
                    <a:pt x="1804312" y="2711957"/>
                    <a:pt x="1424600" y="2826982"/>
                    <a:pt x="1034987" y="2863910"/>
                  </a:cubicBezTo>
                  <a:cubicBezTo>
                    <a:pt x="937762" y="2873167"/>
                    <a:pt x="839720" y="2877096"/>
                    <a:pt x="741909" y="2875939"/>
                  </a:cubicBezTo>
                  <a:cubicBezTo>
                    <a:pt x="644097" y="2874782"/>
                    <a:pt x="546515" y="2868539"/>
                    <a:pt x="450208" y="2857451"/>
                  </a:cubicBezTo>
                  <a:cubicBezTo>
                    <a:pt x="305520" y="2840674"/>
                    <a:pt x="162095" y="2813810"/>
                    <a:pt x="22215" y="2775923"/>
                  </a:cubicBezTo>
                  <a:lnTo>
                    <a:pt x="0" y="2769256"/>
                  </a:lnTo>
                  <a:lnTo>
                    <a:pt x="0" y="2590612"/>
                  </a:lnTo>
                  <a:lnTo>
                    <a:pt x="199046" y="2627410"/>
                  </a:lnTo>
                  <a:cubicBezTo>
                    <a:pt x="288321" y="2639209"/>
                    <a:pt x="378197" y="2646537"/>
                    <a:pt x="468174" y="2649670"/>
                  </a:cubicBezTo>
                  <a:cubicBezTo>
                    <a:pt x="648333" y="2656805"/>
                    <a:pt x="826655" y="2647163"/>
                    <a:pt x="1003650" y="2622480"/>
                  </a:cubicBezTo>
                  <a:cubicBezTo>
                    <a:pt x="1091943" y="2609658"/>
                    <a:pt x="1179725" y="2593747"/>
                    <a:pt x="1266489" y="2573982"/>
                  </a:cubicBezTo>
                  <a:cubicBezTo>
                    <a:pt x="1353250" y="2553927"/>
                    <a:pt x="1439298" y="2531076"/>
                    <a:pt x="1524223" y="2504657"/>
                  </a:cubicBezTo>
                  <a:cubicBezTo>
                    <a:pt x="1609149" y="2478336"/>
                    <a:pt x="1693052" y="2448833"/>
                    <a:pt x="1775731" y="2416243"/>
                  </a:cubicBezTo>
                  <a:cubicBezTo>
                    <a:pt x="1858309" y="2383557"/>
                    <a:pt x="1939764" y="2347882"/>
                    <a:pt x="2019789" y="2309412"/>
                  </a:cubicBezTo>
                  <a:cubicBezTo>
                    <a:pt x="2179839" y="2232567"/>
                    <a:pt x="2334583" y="2144923"/>
                    <a:pt x="2482486" y="2046962"/>
                  </a:cubicBezTo>
                  <a:cubicBezTo>
                    <a:pt x="2519334" y="2022376"/>
                    <a:pt x="2556081" y="1997403"/>
                    <a:pt x="2591908" y="1971371"/>
                  </a:cubicBezTo>
                  <a:cubicBezTo>
                    <a:pt x="2610077" y="1958644"/>
                    <a:pt x="2627838" y="1945434"/>
                    <a:pt x="2645702" y="1932321"/>
                  </a:cubicBezTo>
                  <a:cubicBezTo>
                    <a:pt x="2663666" y="1919305"/>
                    <a:pt x="2681325" y="1905903"/>
                    <a:pt x="2698779" y="1892309"/>
                  </a:cubicBezTo>
                  <a:cubicBezTo>
                    <a:pt x="2768903" y="1838025"/>
                    <a:pt x="2837496" y="1781717"/>
                    <a:pt x="2903537" y="1722516"/>
                  </a:cubicBezTo>
                  <a:cubicBezTo>
                    <a:pt x="3035926" y="1604501"/>
                    <a:pt x="3158720" y="1475784"/>
                    <a:pt x="3269061" y="1337327"/>
                  </a:cubicBezTo>
                  <a:cubicBezTo>
                    <a:pt x="3324182" y="1268099"/>
                    <a:pt x="3376341" y="1196461"/>
                    <a:pt x="3424928" y="1122508"/>
                  </a:cubicBezTo>
                  <a:cubicBezTo>
                    <a:pt x="3472697" y="1048170"/>
                    <a:pt x="3517814" y="972000"/>
                    <a:pt x="3557622" y="893226"/>
                  </a:cubicBezTo>
                  <a:cubicBezTo>
                    <a:pt x="3567931" y="873654"/>
                    <a:pt x="3577526" y="853791"/>
                    <a:pt x="3587019" y="833929"/>
                  </a:cubicBezTo>
                  <a:lnTo>
                    <a:pt x="3601310" y="804040"/>
                  </a:lnTo>
                  <a:lnTo>
                    <a:pt x="3614885" y="773861"/>
                  </a:lnTo>
                  <a:cubicBezTo>
                    <a:pt x="3623766" y="753709"/>
                    <a:pt x="3632748" y="733559"/>
                    <a:pt x="3640812" y="713022"/>
                  </a:cubicBezTo>
                  <a:cubicBezTo>
                    <a:pt x="3648876" y="692485"/>
                    <a:pt x="3657756" y="672236"/>
                    <a:pt x="3665105" y="651506"/>
                  </a:cubicBezTo>
                  <a:cubicBezTo>
                    <a:pt x="3696544" y="569166"/>
                    <a:pt x="3723185" y="485089"/>
                    <a:pt x="3744110" y="399567"/>
                  </a:cubicBezTo>
                  <a:cubicBezTo>
                    <a:pt x="3765341" y="314238"/>
                    <a:pt x="3781392" y="227654"/>
                    <a:pt x="3792123" y="140444"/>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Tree>
    <p:extLst>
      <p:ext uri="{BB962C8B-B14F-4D97-AF65-F5344CB8AC3E}">
        <p14:creationId xmlns:p14="http://schemas.microsoft.com/office/powerpoint/2010/main" val="848200204"/>
      </p:ext>
    </p:extLst>
  </p:cSld>
  <p:clrMapOvr>
    <a:masterClrMapping/>
  </p:clrMapOvr>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A4B04735-5CD8-C46B-3542-821E79EC4477}"/>
              </a:ext>
            </a:extLst>
          </p:cNvPr>
          <p:cNvPicPr>
            <a:picLocks noChangeAspect="1"/>
          </p:cNvPicPr>
          <p:nvPr/>
        </p:nvPicPr>
        <p:blipFill rotWithShape="1">
          <a:blip r:embed="rId2"/>
          <a:srcRect t="7590" r="4205" b="7486"/>
          <a:stretch/>
        </p:blipFill>
        <p:spPr>
          <a:xfrm>
            <a:off x="3061855" y="516987"/>
            <a:ext cx="8759483" cy="5824025"/>
          </a:xfrm>
          <a:prstGeom prst="rect">
            <a:avLst/>
          </a:prstGeom>
          <a:ln w="3175" cap="sq">
            <a:solidFill>
              <a:srgbClr val="000000"/>
            </a:solidFill>
            <a:prstDash val="solid"/>
            <a:miter lim="800000"/>
          </a:ln>
          <a:effectLst>
            <a:outerShdw blurRad="50800" dist="38100" dir="2700000" algn="tl" rotWithShape="0">
              <a:srgbClr val="000000">
                <a:alpha val="43000"/>
              </a:srgbClr>
            </a:outerShdw>
          </a:effectLst>
        </p:spPr>
      </p:pic>
      <p:sp>
        <p:nvSpPr>
          <p:cNvPr id="7" name="TextBox 6">
            <a:extLst>
              <a:ext uri="{FF2B5EF4-FFF2-40B4-BE49-F238E27FC236}">
                <a16:creationId xmlns:a16="http://schemas.microsoft.com/office/drawing/2014/main" id="{878CC898-9A2B-5358-5AE3-BB2379443DA0}"/>
              </a:ext>
            </a:extLst>
          </p:cNvPr>
          <p:cNvSpPr txBox="1"/>
          <p:nvPr/>
        </p:nvSpPr>
        <p:spPr>
          <a:xfrm>
            <a:off x="301387" y="1443841"/>
            <a:ext cx="2732755" cy="3970318"/>
          </a:xfrm>
          <a:prstGeom prst="rect">
            <a:avLst/>
          </a:prstGeom>
          <a:noFill/>
        </p:spPr>
        <p:txBody>
          <a:bodyPr wrap="square">
            <a:spAutoFit/>
          </a:bodyPr>
          <a:lstStyle/>
          <a:p>
            <a:pPr algn="ctr"/>
            <a:r>
              <a:rPr lang="en-IN" sz="2800" dirty="0">
                <a:highlight>
                  <a:srgbClr val="FFFF00"/>
                </a:highlight>
                <a:latin typeface="Abadi" panose="020B0604020104020204" pitchFamily="34" charset="0"/>
              </a:rPr>
              <a:t>Preparing the Git environment in Windows is slightly complex.</a:t>
            </a:r>
          </a:p>
          <a:p>
            <a:pPr algn="ctr"/>
            <a:r>
              <a:rPr lang="en-IN" sz="2800" dirty="0">
                <a:highlight>
                  <a:srgbClr val="FFFF00"/>
                </a:highlight>
                <a:latin typeface="Abadi" panose="020B0604020104020204" pitchFamily="34" charset="0"/>
              </a:rPr>
              <a:t>You need to install the Git software with several initial settings.</a:t>
            </a:r>
          </a:p>
        </p:txBody>
      </p:sp>
    </p:spTree>
    <p:extLst>
      <p:ext uri="{BB962C8B-B14F-4D97-AF65-F5344CB8AC3E}">
        <p14:creationId xmlns:p14="http://schemas.microsoft.com/office/powerpoint/2010/main" val="535321140"/>
      </p:ext>
    </p:extLst>
  </p:cSld>
  <p:clrMapOvr>
    <a:masterClrMapping/>
  </p:clrMapOvr>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BF161060-A116-56BA-CE98-459996CC6280}"/>
              </a:ext>
            </a:extLst>
          </p:cNvPr>
          <p:cNvSpPr txBox="1"/>
          <p:nvPr/>
        </p:nvSpPr>
        <p:spPr>
          <a:xfrm>
            <a:off x="1236000" y="1659285"/>
            <a:ext cx="9720000" cy="3539430"/>
          </a:xfrm>
          <a:prstGeom prst="rect">
            <a:avLst/>
          </a:prstGeom>
          <a:noFill/>
        </p:spPr>
        <p:txBody>
          <a:bodyPr wrap="square">
            <a:spAutoFit/>
          </a:bodyPr>
          <a:lstStyle/>
          <a:p>
            <a:pPr algn="ctr"/>
            <a:r>
              <a:rPr lang="en-IN" sz="3200" dirty="0">
                <a:latin typeface="Abadi" panose="020B0604020104020204" pitchFamily="34" charset="0"/>
              </a:rPr>
              <a:t>For Windows, </a:t>
            </a:r>
            <a:r>
              <a:rPr lang="en-IN" sz="3200" dirty="0" err="1">
                <a:latin typeface="Abadi" panose="020B0604020104020204" pitchFamily="34" charset="0"/>
              </a:rPr>
              <a:t>Powershell</a:t>
            </a:r>
            <a:r>
              <a:rPr lang="en-IN" sz="3200" dirty="0">
                <a:latin typeface="Abadi" panose="020B0604020104020204" pitchFamily="34" charset="0"/>
              </a:rPr>
              <a:t> is usually used as a command line, but Git provides a Unix-based command line called Git Bash.</a:t>
            </a:r>
          </a:p>
          <a:p>
            <a:pPr algn="ctr"/>
            <a:r>
              <a:rPr lang="en-IN" sz="3200" dirty="0">
                <a:latin typeface="Abadi" panose="020B0604020104020204" pitchFamily="34" charset="0"/>
              </a:rPr>
              <a:t>For the text editor use VS code.</a:t>
            </a:r>
          </a:p>
          <a:p>
            <a:pPr algn="ctr"/>
            <a:r>
              <a:rPr lang="en-IN" sz="3200" dirty="0">
                <a:latin typeface="Abadi" panose="020B0604020104020204" pitchFamily="34" charset="0"/>
              </a:rPr>
              <a:t>You can open Git Bash using VS code so that you can use a command line and text editor in the same application.</a:t>
            </a:r>
          </a:p>
        </p:txBody>
      </p:sp>
    </p:spTree>
    <p:extLst>
      <p:ext uri="{BB962C8B-B14F-4D97-AF65-F5344CB8AC3E}">
        <p14:creationId xmlns:p14="http://schemas.microsoft.com/office/powerpoint/2010/main" val="1145551033"/>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2340</TotalTime>
  <Words>2338</Words>
  <Application>Microsoft Office PowerPoint</Application>
  <PresentationFormat>Widescreen</PresentationFormat>
  <Paragraphs>164</Paragraphs>
  <Slides>83</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83</vt:i4>
      </vt:variant>
    </vt:vector>
  </HeadingPairs>
  <TitlesOfParts>
    <vt:vector size="88" baseType="lpstr">
      <vt:lpstr>Abadi</vt:lpstr>
      <vt:lpstr>Arial</vt:lpstr>
      <vt:lpstr>Calibri</vt:lpstr>
      <vt:lpstr>Calibri Light</vt:lpstr>
      <vt:lpstr>Office Theme</vt:lpstr>
      <vt:lpstr>Git &amp; GitHub</vt:lpstr>
      <vt:lpstr>PowerPoint Presentation</vt:lpstr>
      <vt:lpstr>PowerPoint Presentation</vt:lpstr>
      <vt:lpstr>What is Git?</vt:lpstr>
      <vt:lpstr>PowerPoint Presentation</vt:lpstr>
      <vt:lpstr>Git vs GitHub</vt:lpstr>
      <vt:lpstr>Git vs GitHub</vt:lpstr>
      <vt:lpstr>PowerPoint Presentation</vt:lpstr>
      <vt:lpstr>Git and remote repository services like GitHub typically provide three key features</vt:lpstr>
      <vt:lpstr>What Is Version Control?</vt:lpstr>
      <vt:lpstr>PowerPoint Presentation</vt:lpstr>
      <vt:lpstr>PowerPoint Presentation</vt:lpstr>
      <vt:lpstr>PowerPoint Presentation</vt:lpstr>
      <vt:lpstr>There are two keywords to understand the Git coding history management</vt:lpstr>
      <vt:lpstr>Repository</vt:lpstr>
      <vt:lpstr>Commit</vt:lpstr>
      <vt:lpstr>Commit</vt:lpstr>
      <vt:lpstr>How To Save Versions in Git?</vt:lpstr>
      <vt:lpstr>PowerPoint Presentation</vt:lpstr>
      <vt:lpstr>PowerPoint Presentation</vt:lpstr>
      <vt:lpstr>PowerPoint Presentation</vt:lpstr>
      <vt:lpstr>PowerPoint Presentation</vt:lpstr>
      <vt:lpstr>Three-Stage Architecture</vt:lpstr>
      <vt:lpstr>PowerPoint Presentation</vt:lpstr>
      <vt:lpstr>Stage 1: Working Tree (Working Directory)</vt:lpstr>
      <vt:lpstr>PowerPoint Presentation</vt:lpstr>
      <vt:lpstr>Stage 2: Staging Area (INDEX)</vt:lpstr>
      <vt:lpstr>PowerPoint Presentation</vt:lpstr>
      <vt:lpstr>Stage 3: Local Repository</vt:lpstr>
      <vt:lpstr>PowerPoint Presentation</vt:lpstr>
      <vt:lpstr>PowerPoint Presentation</vt:lpstr>
      <vt:lpstr>Collaborating on Git &amp; GitHub – Remote Repository</vt:lpstr>
      <vt:lpstr>PowerPoint Presentation</vt:lpstr>
      <vt:lpstr>PowerPoint Presentation</vt:lpstr>
      <vt:lpstr>PowerPoint Presentation</vt:lpstr>
      <vt:lpstr>PowerPoint Presentation</vt:lpstr>
      <vt:lpstr>PowerPoint Presentation</vt:lpstr>
      <vt:lpstr>Developer A initiates a project, and Developer B supports Developer A</vt:lpstr>
      <vt:lpstr>Developer A initiates a project, and Developer B supports Developer A</vt:lpstr>
      <vt:lpstr>Developer A initiates a project, and Developer B supports Developer A</vt:lpstr>
      <vt:lpstr>Collaborating on Git &amp; Git Hub – Branch</vt:lpstr>
      <vt:lpstr>PowerPoint Presentation</vt:lpstr>
      <vt:lpstr>PowerPoint Presentation</vt:lpstr>
      <vt:lpstr>PowerPoint Presentation</vt:lpstr>
      <vt:lpstr>PowerPoint Presentation</vt:lpstr>
      <vt:lpstr>PowerPoint Presentation</vt:lpstr>
      <vt:lpstr>PowerPoint Presentation</vt:lpstr>
      <vt:lpstr>master branch vs. main branch</vt:lpstr>
      <vt:lpstr>Git &amp; GitHub Basic Life Cycle</vt:lpstr>
      <vt:lpstr>PowerPoint Presentation</vt:lpstr>
      <vt:lpstr>PowerPoint Presentation</vt:lpstr>
      <vt:lpstr>PowerPoint Presentation</vt:lpstr>
      <vt:lpstr>1. Initial Settings</vt:lpstr>
      <vt:lpstr>PowerPoint Presentation</vt:lpstr>
      <vt:lpstr>2. Project Setup</vt:lpstr>
      <vt:lpstr>PowerPoint Presentation</vt:lpstr>
      <vt:lpstr>PowerPoint Presentation</vt:lpstr>
      <vt:lpstr>Project Setup Target State</vt:lpstr>
      <vt:lpstr>PowerPoint Presentation</vt:lpstr>
      <vt:lpstr>PowerPoint Presentation</vt:lpstr>
      <vt:lpstr>3. Regular Workflow</vt:lpstr>
      <vt:lpstr>PowerPoint Presentation</vt:lpstr>
      <vt:lpstr>PowerPoint Presentation</vt:lpstr>
      <vt:lpstr>PowerPoint Presentation</vt:lpstr>
      <vt:lpstr>PowerPoint Presentation</vt:lpstr>
      <vt:lpstr>Git &amp; GitHub Initial Settings</vt:lpstr>
      <vt:lpstr>Git &amp; GitHub Initial Settings Overview</vt:lpstr>
      <vt:lpstr>PowerPoint Presentation</vt:lpstr>
      <vt:lpstr>Step 1. Prepare Key Tools (including Git software)</vt:lpstr>
      <vt:lpstr>General programming tools</vt:lpstr>
      <vt:lpstr>Git software</vt:lpstr>
      <vt:lpstr>PowerPoint Presentation</vt:lpstr>
      <vt:lpstr>GitHub Desktop</vt:lpstr>
      <vt:lpstr>PowerPoint Presentation</vt:lpstr>
      <vt:lpstr>Step 2. Set up a Git user</vt:lpstr>
      <vt:lpstr>PowerPoint Presentation</vt:lpstr>
      <vt:lpstr>Step 3. Sign up on GitHub</vt:lpstr>
      <vt:lpstr>PowerPoint Presentation</vt:lpstr>
      <vt:lpstr>Step 4. Connect to GitHub with HTTPS or SSH</vt:lpstr>
      <vt:lpstr>PowerPoint Presentation</vt:lpstr>
      <vt:lpstr>Key Tool Preparation - Windows</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Git &amp; GitHub</dc:title>
  <dc:creator>Ravi Babu Singam</dc:creator>
  <cp:lastModifiedBy>Ravi Babu Singam</cp:lastModifiedBy>
  <cp:revision>106</cp:revision>
  <dcterms:created xsi:type="dcterms:W3CDTF">2024-08-14T17:13:00Z</dcterms:created>
  <dcterms:modified xsi:type="dcterms:W3CDTF">2024-08-28T04:13:14Z</dcterms:modified>
</cp:coreProperties>
</file>